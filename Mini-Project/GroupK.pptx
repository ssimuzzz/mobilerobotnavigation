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modernComment_101_DBD6A9B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DACC5F-7525-39CA-BE44-7F818D23E369}" name="Alessandro Fioritto" initials="AF" userId="S::152205@spes.uniud.it::badbab9d-d3e2-4602-91f9-125c1da0bed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00" d="100"/>
          <a:sy n="300" d="100"/>
        </p:scale>
        <p:origin x="-9558" y="-7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8/10/relationships/authors" Target="authors.xml"/></Relationships>
</file>

<file path=ppt/comments/modernComment_101_DBD6A9B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C6E84F6-8127-4DE9-A904-7A1BB53958BE}" authorId="{8EDACC5F-7525-39CA-BE44-7F818D23E369}" created="2025-12-23T10:32:10.2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88278454" sldId="257"/>
      <ac:picMk id="5" creationId="{B76CB909-7CE4-6670-9602-DA515957F5E0}"/>
    </ac:deMkLst>
    <p188:txBody>
      <a:bodyPr/>
      <a:lstStyle/>
      <a:p>
        <a:r>
          <a:rPr lang="it-IT"/>
          <a:t>TEMP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3856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95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139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0662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2841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147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95450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3917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2496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1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13968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096055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01001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8747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832813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1789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21485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C04FB-86A9-4518-B68C-513A8C480987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989CFC-89DE-4F17-B3B6-DFC80C736B1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62801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microsoft.com/office/2018/10/relationships/comments" Target="../comments/modernComment_101_DBD6A9B6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1C6D790-69F0-40CA-813A-84D724D1C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48476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ound Diagonal Corner Rectangle 7">
            <a:extLst>
              <a:ext uri="{FF2B5EF4-FFF2-40B4-BE49-F238E27FC236}">
                <a16:creationId xmlns:a16="http://schemas.microsoft.com/office/drawing/2014/main" id="{F5A78137-DBB7-4A93-98AC-5606814E2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40673" y="806450"/>
            <a:ext cx="9319476" cy="4502149"/>
          </a:xfrm>
          <a:prstGeom prst="round2DiagRect">
            <a:avLst>
              <a:gd name="adj1" fmla="val 7929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srgbClr val="092338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BBB9D27-EADC-CFED-EFF4-13620AF793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5145" y="1125511"/>
            <a:ext cx="7135566" cy="2656971"/>
          </a:xfrm>
        </p:spPr>
        <p:txBody>
          <a:bodyPr>
            <a:normAutofit/>
          </a:bodyPr>
          <a:lstStyle/>
          <a:p>
            <a:r>
              <a:rPr lang="it-IT" sz="5400">
                <a:solidFill>
                  <a:srgbClr val="FFFFFF"/>
                </a:solidFill>
              </a:rPr>
              <a:t>Group K project proposal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FEC3CB3-2302-7D30-3AA8-FD7B12691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4139" y="3782482"/>
            <a:ext cx="7136760" cy="1204383"/>
          </a:xfrm>
        </p:spPr>
        <p:txBody>
          <a:bodyPr>
            <a:normAutofit/>
          </a:bodyPr>
          <a:lstStyle/>
          <a:p>
            <a:r>
              <a:rPr lang="it-IT" sz="1800" dirty="0">
                <a:solidFill>
                  <a:srgbClr val="FFFFFF"/>
                </a:solidFill>
              </a:rPr>
              <a:t>Pilutti filippo Simonitti Samuele Alessandro Fioritto</a:t>
            </a:r>
          </a:p>
        </p:txBody>
      </p:sp>
    </p:spTree>
    <p:extLst>
      <p:ext uri="{BB962C8B-B14F-4D97-AF65-F5344CB8AC3E}">
        <p14:creationId xmlns:p14="http://schemas.microsoft.com/office/powerpoint/2010/main" val="283789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89B6C04D-E0D5-17DC-AB1A-3FEDF3A79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811" y="1066800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/>
              <a:t>enviROnment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EFCE9A-1145-8265-0A44-4F6FC8E3A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246" y="456406"/>
            <a:ext cx="7438329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decided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use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normal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turtlebot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3 arena with some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changes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added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3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pairs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form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robot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navigate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without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hitting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said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or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any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solid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object</a:t>
            </a:r>
            <a:endParaRPr lang="it-IT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Immagine 4" descr="Immagine che contiene Policromia, pixel&#10;&#10;Il contenuto generato dall'IA potrebbe non essere corretto.">
            <a:extLst>
              <a:ext uri="{FF2B5EF4-FFF2-40B4-BE49-F238E27FC236}">
                <a16:creationId xmlns:a16="http://schemas.microsoft.com/office/drawing/2014/main" id="{B76CB909-7CE4-6670-9602-DA515957F5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591" y="3093245"/>
            <a:ext cx="2998196" cy="330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27845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9A7FF5C4-5DB8-1649-345B-29A90A41B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1425" y="1162050"/>
            <a:ext cx="1142270" cy="4697413"/>
          </a:xfrm>
        </p:spPr>
        <p:txBody>
          <a:bodyPr>
            <a:normAutofit/>
          </a:bodyPr>
          <a:lstStyle/>
          <a:p>
            <a:r>
              <a:rPr lang="it-IT" dirty="0" err="1"/>
              <a:t>tASK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3CABC3-E6F0-C3C2-DB64-3E5459B3A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4146" y="1892299"/>
            <a:ext cx="7395467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chosen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task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the robot to navigate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without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hitting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columns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or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perimeter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the arena and after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end of the arena,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there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specific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position the robot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go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towards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until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reaches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1524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94D5E1D8-08D7-0639-5C29-61B5F621E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595" y="1093788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/>
              <a:t>Input and </a:t>
            </a:r>
            <a:r>
              <a:rPr lang="it-IT" dirty="0" err="1"/>
              <a:t>sensor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79A80B3-ADB6-D479-7FFE-44E59E949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989" y="1089406"/>
            <a:ext cx="7197661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the visual input of the robot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scrap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camera and use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exclusively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LiDAR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sensor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because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figured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CCCCCCCCC.</a:t>
            </a:r>
          </a:p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also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changed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number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scannings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from 5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scans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(one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every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72°) to CCCC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scans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(one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every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CCCC°)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hopefully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solve some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problems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with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original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mainly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tendency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crash on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columns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0146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C392B05-7D13-08FC-8B70-DD18B549C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 err="1"/>
              <a:t>Drl</a:t>
            </a:r>
            <a:r>
              <a:rPr lang="it-IT" dirty="0"/>
              <a:t> </a:t>
            </a:r>
            <a:r>
              <a:rPr lang="it-IT" dirty="0" err="1"/>
              <a:t>algorithm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91F4A8-ED4C-CC79-0822-BBA51610F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5111" y="456406"/>
            <a:ext cx="7113051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CCCCCCCCC</a:t>
            </a:r>
          </a:p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Chat dice di non usare algoritmi avanzati, tenersi su DQN? (Abbiamo parlato di PPO?)</a:t>
            </a:r>
          </a:p>
        </p:txBody>
      </p:sp>
    </p:spTree>
    <p:extLst>
      <p:ext uri="{BB962C8B-B14F-4D97-AF65-F5344CB8AC3E}">
        <p14:creationId xmlns:p14="http://schemas.microsoft.com/office/powerpoint/2010/main" val="3435778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C5CDE8B4-FB85-7EB4-6460-A6DC6877A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 err="1"/>
              <a:t>Reward</a:t>
            </a:r>
            <a:r>
              <a:rPr lang="it-IT" dirty="0"/>
              <a:t> </a:t>
            </a:r>
            <a:r>
              <a:rPr lang="it-IT" dirty="0" err="1"/>
              <a:t>structure</a:t>
            </a:r>
            <a:r>
              <a:rPr lang="it-IT" dirty="0"/>
              <a:t> and curriculum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E48175-44D0-64B3-A504-4925663E7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0836" y="1075531"/>
            <a:ext cx="7094001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aim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use a more sparse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reward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scheme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specifically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use curriculum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based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rewards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meaning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start from a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objective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(pass the first line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and build up to a more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complex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one (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reach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coordinates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side of the arena) and balance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with an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exploration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bonus. </a:t>
            </a:r>
          </a:p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robot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perform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navigation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precisely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without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outside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info,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exploration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bonus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provides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adaptability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different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types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mazes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6351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0DD7379-43FC-9C9D-5AC3-4EE844206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/>
              <a:t>Training strategy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21F035-15C3-AAA5-AB38-D8E738AAC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0836" y="930275"/>
            <a:ext cx="7082729" cy="46974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past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months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made some trainings on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different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provided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understood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that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good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choice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parameters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crucial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if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have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good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results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train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different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 with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less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episodes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infer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what’s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best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combination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of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parameters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these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specific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objectives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mainly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decay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rate, the epsilon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values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the batch size).</a:t>
            </a:r>
          </a:p>
          <a:p>
            <a:pPr marL="0" indent="0">
              <a:buNone/>
            </a:pP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Also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choosing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 good network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architecture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pivital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ensuring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best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outcome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the training so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opted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for a RESIDUAL NETWORK: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this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way the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results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it-IT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should</a:t>
            </a:r>
            <a:r>
              <a:rPr lang="it-IT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CCCCCCC</a:t>
            </a:r>
          </a:p>
        </p:txBody>
      </p:sp>
    </p:spTree>
    <p:extLst>
      <p:ext uri="{BB962C8B-B14F-4D97-AF65-F5344CB8AC3E}">
        <p14:creationId xmlns:p14="http://schemas.microsoft.com/office/powerpoint/2010/main" val="2915681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C4A7F217-EBD1-F279-9024-651A000AF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it-IT" dirty="0"/>
              <a:t>Evaluation </a:t>
            </a:r>
            <a:r>
              <a:rPr lang="it-IT" dirty="0" err="1"/>
              <a:t>metrics</a:t>
            </a:r>
            <a:endParaRPr lang="it-IT" dirty="0"/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A3A62C-9F20-EC47-7378-4B63560DD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4162" y="998538"/>
            <a:ext cx="6997003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 err="1"/>
              <a:t>Having</a:t>
            </a:r>
            <a:r>
              <a:rPr lang="it-IT" dirty="0"/>
              <a:t> a </a:t>
            </a:r>
            <a:r>
              <a:rPr lang="it-IT" dirty="0" err="1"/>
              <a:t>number</a:t>
            </a:r>
            <a:r>
              <a:rPr lang="it-IT" dirty="0"/>
              <a:t> of clear </a:t>
            </a:r>
            <a:r>
              <a:rPr lang="it-IT" dirty="0" err="1"/>
              <a:t>objectives</a:t>
            </a:r>
            <a:r>
              <a:rPr lang="it-IT" dirty="0"/>
              <a:t> makes </a:t>
            </a:r>
            <a:r>
              <a:rPr lang="it-IT" dirty="0" err="1"/>
              <a:t>it</a:t>
            </a:r>
            <a:r>
              <a:rPr lang="it-IT" dirty="0"/>
              <a:t> easy to </a:t>
            </a:r>
            <a:r>
              <a:rPr lang="it-IT" dirty="0" err="1"/>
              <a:t>evaluate</a:t>
            </a:r>
            <a:r>
              <a:rPr lang="it-IT" dirty="0"/>
              <a:t> the success of the overall training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, in </a:t>
            </a:r>
            <a:r>
              <a:rPr lang="it-IT" dirty="0" err="1"/>
              <a:t>addition</a:t>
            </a:r>
            <a:r>
              <a:rPr lang="it-IT" dirty="0"/>
              <a:t> to </a:t>
            </a:r>
            <a:r>
              <a:rPr lang="it-IT" dirty="0" err="1"/>
              <a:t>avoiding</a:t>
            </a:r>
            <a:r>
              <a:rPr lang="it-IT" dirty="0"/>
              <a:t> </a:t>
            </a:r>
            <a:r>
              <a:rPr lang="it-IT" dirty="0" err="1"/>
              <a:t>obstacles</a:t>
            </a:r>
            <a:r>
              <a:rPr lang="it-IT" dirty="0"/>
              <a:t> and </a:t>
            </a:r>
            <a:r>
              <a:rPr lang="it-IT" dirty="0" err="1"/>
              <a:t>reaching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coordinates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want</a:t>
            </a:r>
            <a:r>
              <a:rPr lang="it-IT" dirty="0"/>
              <a:t> to use the </a:t>
            </a:r>
            <a:r>
              <a:rPr lang="it-IT" dirty="0" err="1"/>
              <a:t>number</a:t>
            </a:r>
            <a:r>
              <a:rPr lang="it-IT" dirty="0"/>
              <a:t> of steps, </a:t>
            </a:r>
            <a:r>
              <a:rPr lang="it-IT" dirty="0" err="1"/>
              <a:t>meaning</a:t>
            </a:r>
            <a:r>
              <a:rPr lang="it-IT" dirty="0"/>
              <a:t> the time </a:t>
            </a:r>
            <a:r>
              <a:rPr lang="it-IT" dirty="0" err="1"/>
              <a:t>needed</a:t>
            </a:r>
            <a:r>
              <a:rPr lang="it-IT" dirty="0"/>
              <a:t>, to </a:t>
            </a:r>
            <a:r>
              <a:rPr lang="it-IT" dirty="0" err="1"/>
              <a:t>reach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objective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evalution</a:t>
            </a:r>
            <a:r>
              <a:rPr lang="it-IT" dirty="0"/>
              <a:t> </a:t>
            </a:r>
            <a:r>
              <a:rPr lang="it-IT" dirty="0" err="1"/>
              <a:t>metric</a:t>
            </a:r>
            <a:r>
              <a:rPr lang="it-IT" dirty="0"/>
              <a:t>.</a:t>
            </a:r>
          </a:p>
          <a:p>
            <a:pPr marL="0" indent="0">
              <a:buNone/>
            </a:pP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the </a:t>
            </a:r>
            <a:r>
              <a:rPr lang="it-IT" dirty="0" err="1"/>
              <a:t>purpose</a:t>
            </a:r>
            <a:r>
              <a:rPr lang="it-IT" dirty="0"/>
              <a:t> of </a:t>
            </a:r>
            <a:r>
              <a:rPr lang="it-IT" dirty="0" err="1"/>
              <a:t>helping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</a:t>
            </a:r>
            <a:r>
              <a:rPr lang="it-IT" dirty="0" err="1"/>
              <a:t>troubleshooting</a:t>
            </a:r>
            <a:r>
              <a:rPr lang="it-IT" dirty="0"/>
              <a:t>,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slower</a:t>
            </a:r>
            <a:r>
              <a:rPr lang="it-IT" dirty="0"/>
              <a:t> time helps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evaluate</a:t>
            </a:r>
            <a:r>
              <a:rPr lang="it-IT" dirty="0"/>
              <a:t>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to </a:t>
            </a:r>
            <a:r>
              <a:rPr lang="it-IT" dirty="0" err="1"/>
              <a:t>change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trainig</a:t>
            </a:r>
            <a:r>
              <a:rPr lang="it-IT" dirty="0"/>
              <a:t> strategy</a:t>
            </a:r>
          </a:p>
        </p:txBody>
      </p:sp>
    </p:spTree>
    <p:extLst>
      <p:ext uri="{BB962C8B-B14F-4D97-AF65-F5344CB8AC3E}">
        <p14:creationId xmlns:p14="http://schemas.microsoft.com/office/powerpoint/2010/main" val="286075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211</TotalTime>
  <Words>471</Words>
  <Application>Microsoft Office PowerPoint</Application>
  <PresentationFormat>Widescreen</PresentationFormat>
  <Paragraphs>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 Light</vt:lpstr>
      <vt:lpstr>Tw Cen MT</vt:lpstr>
      <vt:lpstr>Circuito</vt:lpstr>
      <vt:lpstr>Group K project proposal</vt:lpstr>
      <vt:lpstr>enviROnment</vt:lpstr>
      <vt:lpstr>tASK</vt:lpstr>
      <vt:lpstr>Input and sensor</vt:lpstr>
      <vt:lpstr>Drl algorithm</vt:lpstr>
      <vt:lpstr>Reward structure and curriculum</vt:lpstr>
      <vt:lpstr>Training strategy</vt:lpstr>
      <vt:lpstr>Evaluation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Fioritto</dc:creator>
  <cp:lastModifiedBy>Samuele Simonitti</cp:lastModifiedBy>
  <cp:revision>2</cp:revision>
  <dcterms:created xsi:type="dcterms:W3CDTF">2025-12-23T10:16:16Z</dcterms:created>
  <dcterms:modified xsi:type="dcterms:W3CDTF">2026-01-13T09:40:18Z</dcterms:modified>
</cp:coreProperties>
</file>