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sldIdLst>
    <p:sldId id="256" r:id="rId2"/>
    <p:sldId id="257" r:id="rId3"/>
    <p:sldId id="258" r:id="rId4"/>
    <p:sldId id="259" r:id="rId5"/>
    <p:sldId id="260" r:id="rId6"/>
    <p:sldId id="261" r:id="rId7"/>
    <p:sldId id="262" r:id="rId8"/>
    <p:sldId id="263" r:id="rId9"/>
    <p:sldId id="271" r:id="rId10"/>
    <p:sldId id="264" r:id="rId11"/>
    <p:sldId id="265" r:id="rId12"/>
    <p:sldId id="266" r:id="rId13"/>
    <p:sldId id="267" r:id="rId14"/>
    <p:sldId id="268" r:id="rId15"/>
    <p:sldId id="269" r:id="rId16"/>
    <p:sldId id="270" r:id="rId17"/>
    <p:sldId id="273" r:id="rId18"/>
    <p:sldId id="280" r:id="rId19"/>
    <p:sldId id="276" r:id="rId20"/>
    <p:sldId id="277" r:id="rId21"/>
    <p:sldId id="279" r:id="rId22"/>
    <p:sldId id="278" r:id="rId23"/>
    <p:sldId id="272" r:id="rId24"/>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8EDACC5F-7525-39CA-BE44-7F818D23E369}" name="Alessandro Fioritto" initials="AF" userId="S::152205@spes.uniud.it::badbab9d-d3e2-4602-91f9-125c1da0bedd"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13477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22378" autoAdjust="0"/>
    <p:restoredTop sz="94660"/>
  </p:normalViewPr>
  <p:slideViewPr>
    <p:cSldViewPr snapToGrid="0">
      <p:cViewPr varScale="1">
        <p:scale>
          <a:sx n="105" d="100"/>
          <a:sy n="105" d="100"/>
        </p:scale>
        <p:origin x="408" y="9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viewProps" Target="viewProp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microsoft.com/office/2018/10/relationships/authors" Target="author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theme" Target="theme/theme1.xml"/></Relationships>
</file>

<file path=ppt/slideLayouts/_rels/slideLayout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Diapositiva titolo">
    <p:spTree>
      <p:nvGrpSpPr>
        <p:cNvPr id="1" name=""/>
        <p:cNvGrpSpPr/>
        <p:nvPr/>
      </p:nvGrpSpPr>
      <p:grpSpPr>
        <a:xfrm>
          <a:off x="0" y="0"/>
          <a:ext cx="0" cy="0"/>
          <a:chOff x="0" y="0"/>
          <a:chExt cx="0" cy="0"/>
        </a:xfrm>
      </p:grpSpPr>
      <p:pic>
        <p:nvPicPr>
          <p:cNvPr id="66" name="Picture 2" descr="\\DROBO-FS\QuickDrops\JB\PPTX NG\Droplets\LightingOverlay.png"/>
          <p:cNvPicPr>
            <a:picLocks noChangeAspect="1" noChangeArrowheads="1"/>
          </p:cNvPicPr>
          <p:nvPr/>
        </p:nvPicPr>
        <p:blipFill>
          <a:blip r:embed="rId2">
            <a:alphaModFix amt="30000"/>
            <a:extLst>
              <a:ext uri="{28A0092B-C50C-407E-A947-70E740481C1C}">
                <a14:useLocalDpi xmlns:a14="http://schemas.microsoft.com/office/drawing/2010/main" val="0"/>
              </a:ext>
            </a:extLst>
          </a:blip>
          <a:srcRect/>
          <a:stretch>
            <a:fillRect/>
          </a:stretch>
        </p:blipFill>
        <p:spPr bwMode="auto">
          <a:xfrm>
            <a:off x="0" y="-1"/>
            <a:ext cx="12192003" cy="6858001"/>
          </a:xfrm>
          <a:prstGeom prst="rect">
            <a:avLst/>
          </a:prstGeom>
          <a:noFill/>
          <a:extLst>
            <a:ext uri="{909E8E84-426E-40dd-AFC4-6F175D3DCCD1}">
              <a14:hiddenFill xmlns:a14="http://schemas.microsoft.com/office/drawing/2010/main" xmlns="">
                <a:solidFill>
                  <a:srgbClr val="FFFFFF"/>
                </a:solidFill>
              </a14:hiddenFill>
            </a:ext>
          </a:extLst>
        </p:spPr>
      </p:pic>
      <p:grpSp>
        <p:nvGrpSpPr>
          <p:cNvPr id="11" name="Group 10"/>
          <p:cNvGrpSpPr/>
          <p:nvPr/>
        </p:nvGrpSpPr>
        <p:grpSpPr>
          <a:xfrm>
            <a:off x="0" y="0"/>
            <a:ext cx="2305051" cy="6858001"/>
            <a:chOff x="0" y="0"/>
            <a:chExt cx="2305051" cy="6858001"/>
          </a:xfrm>
          <a:gradFill flip="none" rotWithShape="1">
            <a:gsLst>
              <a:gs pos="0">
                <a:schemeClr val="tx2"/>
              </a:gs>
              <a:gs pos="100000">
                <a:schemeClr val="bg2">
                  <a:lumMod val="60000"/>
                  <a:lumOff val="40000"/>
                </a:schemeClr>
              </a:gs>
            </a:gsLst>
            <a:lin ang="5400000" scaled="0"/>
            <a:tileRect/>
          </a:gradFill>
        </p:grpSpPr>
        <p:sp>
          <p:nvSpPr>
            <p:cNvPr id="12" name="Rectangle 5"/>
            <p:cNvSpPr>
              <a:spLocks noChangeArrowheads="1"/>
            </p:cNvSpPr>
            <p:nvPr/>
          </p:nvSpPr>
          <p:spPr bwMode="auto">
            <a:xfrm>
              <a:off x="1209675" y="4763"/>
              <a:ext cx="23813" cy="2181225"/>
            </a:xfrm>
            <a:prstGeom prst="rect">
              <a:avLst/>
            </a:prstGeom>
            <a:grpFill/>
            <a:ln>
              <a:noFill/>
            </a:ln>
            <a:extLst>
              <a:ext uri="{91240B29-F687-4f45-9708-019B960494DF}">
                <a14:hiddenLine xmlns:a14="http://schemas.microsoft.com/office/drawing/2010/main" xmlns="" w="9525">
                  <a:solidFill>
                    <a:srgbClr val="000000"/>
                  </a:solidFill>
                  <a:miter lim="800000"/>
                  <a:headEnd/>
                  <a:tailEnd/>
                </a14:hiddenLine>
              </a:ext>
            </a:extLst>
          </p:spPr>
          <p:txBody>
            <a:bodyPr/>
            <a:lstStyle/>
            <a:p>
              <a:endParaRPr lang="it-IT"/>
            </a:p>
          </p:txBody>
        </p:sp>
        <p:sp>
          <p:nvSpPr>
            <p:cNvPr id="13" name="Freeform 6"/>
            <p:cNvSpPr>
              <a:spLocks noEditPoints="1"/>
            </p:cNvSpPr>
            <p:nvPr/>
          </p:nvSpPr>
          <p:spPr bwMode="auto">
            <a:xfrm>
              <a:off x="1128713" y="217646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it-IT"/>
            </a:p>
          </p:txBody>
        </p:sp>
        <p:sp>
          <p:nvSpPr>
            <p:cNvPr id="14" name="Freeform 7"/>
            <p:cNvSpPr>
              <a:spLocks noEditPoints="1"/>
            </p:cNvSpPr>
            <p:nvPr/>
          </p:nvSpPr>
          <p:spPr bwMode="auto">
            <a:xfrm>
              <a:off x="1123950" y="4021138"/>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it-IT"/>
            </a:p>
          </p:txBody>
        </p:sp>
        <p:sp>
          <p:nvSpPr>
            <p:cNvPr id="15" name="Rectangle 8"/>
            <p:cNvSpPr>
              <a:spLocks noChangeArrowheads="1"/>
            </p:cNvSpPr>
            <p:nvPr/>
          </p:nvSpPr>
          <p:spPr bwMode="auto">
            <a:xfrm>
              <a:off x="414338" y="9525"/>
              <a:ext cx="28575" cy="4481513"/>
            </a:xfrm>
            <a:prstGeom prst="rect">
              <a:avLst/>
            </a:prstGeom>
            <a:grpFill/>
            <a:ln>
              <a:noFill/>
            </a:ln>
            <a:extLst>
              <a:ext uri="{91240B29-F687-4f45-9708-019B960494DF}">
                <a14:hiddenLine xmlns:a14="http://schemas.microsoft.com/office/drawing/2010/main" xmlns="" w="9525">
                  <a:solidFill>
                    <a:srgbClr val="000000"/>
                  </a:solidFill>
                  <a:miter lim="800000"/>
                  <a:headEnd/>
                  <a:tailEnd/>
                </a14:hiddenLine>
              </a:ext>
            </a:extLst>
          </p:spPr>
          <p:txBody>
            <a:bodyPr/>
            <a:lstStyle/>
            <a:p>
              <a:endParaRPr lang="it-IT"/>
            </a:p>
          </p:txBody>
        </p:sp>
        <p:sp>
          <p:nvSpPr>
            <p:cNvPr id="16" name="Freeform 9"/>
            <p:cNvSpPr>
              <a:spLocks noEditPoints="1"/>
            </p:cNvSpPr>
            <p:nvPr/>
          </p:nvSpPr>
          <p:spPr bwMode="auto">
            <a:xfrm>
              <a:off x="333375" y="44815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it-IT"/>
            </a:p>
          </p:txBody>
        </p:sp>
        <p:sp>
          <p:nvSpPr>
            <p:cNvPr id="17" name="Freeform 10"/>
            <p:cNvSpPr/>
            <p:nvPr/>
          </p:nvSpPr>
          <p:spPr bwMode="auto">
            <a:xfrm>
              <a:off x="190500" y="9525"/>
              <a:ext cx="152400" cy="908050"/>
            </a:xfrm>
            <a:custGeom>
              <a:avLst/>
              <a:gdLst/>
              <a:ahLst/>
              <a:cxnLst/>
              <a:rect l="0" t="0" r="r" b="b"/>
              <a:pathLst>
                <a:path w="96" h="572">
                  <a:moveTo>
                    <a:pt x="15" y="572"/>
                  </a:moveTo>
                  <a:lnTo>
                    <a:pt x="0" y="566"/>
                  </a:lnTo>
                  <a:lnTo>
                    <a:pt x="81" y="380"/>
                  </a:lnTo>
                  <a:lnTo>
                    <a:pt x="81" y="0"/>
                  </a:lnTo>
                  <a:lnTo>
                    <a:pt x="96" y="0"/>
                  </a:lnTo>
                  <a:lnTo>
                    <a:pt x="96" y="383"/>
                  </a:lnTo>
                  <a:lnTo>
                    <a:pt x="15" y="572"/>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it-IT"/>
            </a:p>
          </p:txBody>
        </p:sp>
        <p:sp>
          <p:nvSpPr>
            <p:cNvPr id="18" name="Freeform 11"/>
            <p:cNvSpPr/>
            <p:nvPr/>
          </p:nvSpPr>
          <p:spPr bwMode="auto">
            <a:xfrm>
              <a:off x="1290638" y="14288"/>
              <a:ext cx="376238" cy="1801813"/>
            </a:xfrm>
            <a:custGeom>
              <a:avLst/>
              <a:gdLst/>
              <a:ahLst/>
              <a:cxnLst/>
              <a:rect l="0" t="0" r="r" b="b"/>
              <a:pathLst>
                <a:path w="237" h="1135">
                  <a:moveTo>
                    <a:pt x="222" y="1135"/>
                  </a:moveTo>
                  <a:lnTo>
                    <a:pt x="0" y="620"/>
                  </a:lnTo>
                  <a:lnTo>
                    <a:pt x="0" y="0"/>
                  </a:lnTo>
                  <a:lnTo>
                    <a:pt x="18" y="0"/>
                  </a:lnTo>
                  <a:lnTo>
                    <a:pt x="18" y="617"/>
                  </a:lnTo>
                  <a:lnTo>
                    <a:pt x="237" y="1129"/>
                  </a:lnTo>
                  <a:lnTo>
                    <a:pt x="222" y="1135"/>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it-IT"/>
            </a:p>
          </p:txBody>
        </p:sp>
        <p:sp>
          <p:nvSpPr>
            <p:cNvPr id="19" name="Freeform 12"/>
            <p:cNvSpPr>
              <a:spLocks noEditPoints="1"/>
            </p:cNvSpPr>
            <p:nvPr/>
          </p:nvSpPr>
          <p:spPr bwMode="auto">
            <a:xfrm>
              <a:off x="1600200" y="1801813"/>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it-IT"/>
            </a:p>
          </p:txBody>
        </p:sp>
        <p:sp>
          <p:nvSpPr>
            <p:cNvPr id="20" name="Freeform 13"/>
            <p:cNvSpPr/>
            <p:nvPr/>
          </p:nvSpPr>
          <p:spPr bwMode="auto">
            <a:xfrm>
              <a:off x="1381125" y="9525"/>
              <a:ext cx="371475" cy="1425575"/>
            </a:xfrm>
            <a:custGeom>
              <a:avLst/>
              <a:gdLst/>
              <a:ahLst/>
              <a:cxnLst/>
              <a:rect l="0" t="0" r="r" b="b"/>
              <a:pathLst>
                <a:path w="234" h="898">
                  <a:moveTo>
                    <a:pt x="219" y="898"/>
                  </a:moveTo>
                  <a:lnTo>
                    <a:pt x="0" y="383"/>
                  </a:lnTo>
                  <a:lnTo>
                    <a:pt x="0" y="0"/>
                  </a:lnTo>
                  <a:lnTo>
                    <a:pt x="15" y="0"/>
                  </a:lnTo>
                  <a:lnTo>
                    <a:pt x="15" y="380"/>
                  </a:lnTo>
                  <a:lnTo>
                    <a:pt x="234" y="892"/>
                  </a:lnTo>
                  <a:lnTo>
                    <a:pt x="219" y="898"/>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it-IT"/>
            </a:p>
          </p:txBody>
        </p:sp>
        <p:sp>
          <p:nvSpPr>
            <p:cNvPr id="21" name="Freeform 14"/>
            <p:cNvSpPr/>
            <p:nvPr/>
          </p:nvSpPr>
          <p:spPr bwMode="auto">
            <a:xfrm>
              <a:off x="1643063" y="0"/>
              <a:ext cx="152400" cy="912813"/>
            </a:xfrm>
            <a:custGeom>
              <a:avLst/>
              <a:gdLst/>
              <a:ahLst/>
              <a:cxnLst/>
              <a:rect l="0" t="0" r="r" b="b"/>
              <a:pathLst>
                <a:path w="96" h="575">
                  <a:moveTo>
                    <a:pt x="96" y="575"/>
                  </a:moveTo>
                  <a:lnTo>
                    <a:pt x="78" y="575"/>
                  </a:lnTo>
                  <a:lnTo>
                    <a:pt x="78" y="192"/>
                  </a:lnTo>
                  <a:lnTo>
                    <a:pt x="0" y="6"/>
                  </a:lnTo>
                  <a:lnTo>
                    <a:pt x="15" y="0"/>
                  </a:lnTo>
                  <a:lnTo>
                    <a:pt x="96" y="189"/>
                  </a:lnTo>
                  <a:lnTo>
                    <a:pt x="96" y="575"/>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it-IT"/>
            </a:p>
          </p:txBody>
        </p:sp>
        <p:sp>
          <p:nvSpPr>
            <p:cNvPr id="22" name="Freeform 15"/>
            <p:cNvSpPr>
              <a:spLocks noEditPoints="1"/>
            </p:cNvSpPr>
            <p:nvPr/>
          </p:nvSpPr>
          <p:spPr bwMode="auto">
            <a:xfrm>
              <a:off x="1685925" y="14208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it-IT"/>
            </a:p>
          </p:txBody>
        </p:sp>
        <p:sp>
          <p:nvSpPr>
            <p:cNvPr id="23" name="Freeform 16"/>
            <p:cNvSpPr>
              <a:spLocks noEditPoints="1"/>
            </p:cNvSpPr>
            <p:nvPr/>
          </p:nvSpPr>
          <p:spPr bwMode="auto">
            <a:xfrm>
              <a:off x="1685925" y="9032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it-IT"/>
            </a:p>
          </p:txBody>
        </p:sp>
        <p:sp>
          <p:nvSpPr>
            <p:cNvPr id="24" name="Freeform 17"/>
            <p:cNvSpPr/>
            <p:nvPr/>
          </p:nvSpPr>
          <p:spPr bwMode="auto">
            <a:xfrm>
              <a:off x="1743075" y="4763"/>
              <a:ext cx="419100" cy="522288"/>
            </a:xfrm>
            <a:custGeom>
              <a:avLst/>
              <a:gdLst/>
              <a:ahLst/>
              <a:cxnLst/>
              <a:rect l="0" t="0" r="r" b="b"/>
              <a:pathLst>
                <a:path w="264" h="329">
                  <a:moveTo>
                    <a:pt x="252" y="329"/>
                  </a:moveTo>
                  <a:lnTo>
                    <a:pt x="45" y="120"/>
                  </a:lnTo>
                  <a:lnTo>
                    <a:pt x="0" y="6"/>
                  </a:lnTo>
                  <a:lnTo>
                    <a:pt x="15" y="0"/>
                  </a:lnTo>
                  <a:lnTo>
                    <a:pt x="60" y="111"/>
                  </a:lnTo>
                  <a:lnTo>
                    <a:pt x="264" y="317"/>
                  </a:lnTo>
                  <a:lnTo>
                    <a:pt x="252" y="329"/>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it-IT"/>
            </a:p>
          </p:txBody>
        </p:sp>
        <p:sp>
          <p:nvSpPr>
            <p:cNvPr id="25" name="Freeform 18"/>
            <p:cNvSpPr>
              <a:spLocks noEditPoints="1"/>
            </p:cNvSpPr>
            <p:nvPr/>
          </p:nvSpPr>
          <p:spPr bwMode="auto">
            <a:xfrm>
              <a:off x="2119313" y="488950"/>
              <a:ext cx="161925" cy="147638"/>
            </a:xfrm>
            <a:custGeom>
              <a:avLst/>
              <a:gdLst/>
              <a:ahLst/>
              <a:cxnLst/>
              <a:rect l="0" t="0" r="r" b="b"/>
              <a:pathLst>
                <a:path w="34" h="31">
                  <a:moveTo>
                    <a:pt x="17" y="31"/>
                  </a:moveTo>
                  <a:cubicBezTo>
                    <a:pt x="13" y="31"/>
                    <a:pt x="9" y="30"/>
                    <a:pt x="6" y="27"/>
                  </a:cubicBezTo>
                  <a:cubicBezTo>
                    <a:pt x="0" y="20"/>
                    <a:pt x="0" y="10"/>
                    <a:pt x="6" y="4"/>
                  </a:cubicBezTo>
                  <a:cubicBezTo>
                    <a:pt x="9" y="1"/>
                    <a:pt x="13" y="0"/>
                    <a:pt x="17" y="0"/>
                  </a:cubicBezTo>
                  <a:cubicBezTo>
                    <a:pt x="21" y="0"/>
                    <a:pt x="25" y="1"/>
                    <a:pt x="28" y="4"/>
                  </a:cubicBezTo>
                  <a:cubicBezTo>
                    <a:pt x="34" y="10"/>
                    <a:pt x="34" y="20"/>
                    <a:pt x="28" y="27"/>
                  </a:cubicBezTo>
                  <a:cubicBezTo>
                    <a:pt x="25" y="30"/>
                    <a:pt x="21" y="31"/>
                    <a:pt x="17" y="31"/>
                  </a:cubicBezTo>
                  <a:close/>
                  <a:moveTo>
                    <a:pt x="17" y="4"/>
                  </a:moveTo>
                  <a:cubicBezTo>
                    <a:pt x="14" y="4"/>
                    <a:pt x="11" y="5"/>
                    <a:pt x="9" y="7"/>
                  </a:cubicBezTo>
                  <a:cubicBezTo>
                    <a:pt x="4" y="12"/>
                    <a:pt x="4" y="19"/>
                    <a:pt x="9" y="24"/>
                  </a:cubicBezTo>
                  <a:cubicBezTo>
                    <a:pt x="11" y="26"/>
                    <a:pt x="14" y="27"/>
                    <a:pt x="17" y="27"/>
                  </a:cubicBezTo>
                  <a:cubicBezTo>
                    <a:pt x="20" y="27"/>
                    <a:pt x="23" y="26"/>
                    <a:pt x="25" y="24"/>
                  </a:cubicBezTo>
                  <a:cubicBezTo>
                    <a:pt x="30" y="19"/>
                    <a:pt x="30" y="12"/>
                    <a:pt x="25" y="7"/>
                  </a:cubicBezTo>
                  <a:cubicBezTo>
                    <a:pt x="23" y="5"/>
                    <a:pt x="20" y="4"/>
                    <a:pt x="17"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it-IT"/>
            </a:p>
          </p:txBody>
        </p:sp>
        <p:sp>
          <p:nvSpPr>
            <p:cNvPr id="26" name="Freeform 19"/>
            <p:cNvSpPr/>
            <p:nvPr/>
          </p:nvSpPr>
          <p:spPr bwMode="auto">
            <a:xfrm>
              <a:off x="952500" y="4763"/>
              <a:ext cx="152400" cy="908050"/>
            </a:xfrm>
            <a:custGeom>
              <a:avLst/>
              <a:gdLst/>
              <a:ahLst/>
              <a:cxnLst/>
              <a:rect l="0" t="0" r="r" b="b"/>
              <a:pathLst>
                <a:path w="96" h="572">
                  <a:moveTo>
                    <a:pt x="15" y="572"/>
                  </a:moveTo>
                  <a:lnTo>
                    <a:pt x="0" y="572"/>
                  </a:lnTo>
                  <a:lnTo>
                    <a:pt x="0" y="189"/>
                  </a:lnTo>
                  <a:lnTo>
                    <a:pt x="81" y="0"/>
                  </a:lnTo>
                  <a:lnTo>
                    <a:pt x="96" y="6"/>
                  </a:lnTo>
                  <a:lnTo>
                    <a:pt x="15" y="192"/>
                  </a:lnTo>
                  <a:lnTo>
                    <a:pt x="15" y="572"/>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it-IT"/>
            </a:p>
          </p:txBody>
        </p:sp>
        <p:sp>
          <p:nvSpPr>
            <p:cNvPr id="27" name="Freeform 20"/>
            <p:cNvSpPr>
              <a:spLocks noEditPoints="1"/>
            </p:cNvSpPr>
            <p:nvPr/>
          </p:nvSpPr>
          <p:spPr bwMode="auto">
            <a:xfrm>
              <a:off x="866775" y="9032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2"/>
                    <a:pt x="4" y="20"/>
                  </a:cubicBezTo>
                  <a:cubicBezTo>
                    <a:pt x="4" y="29"/>
                    <a:pt x="11" y="36"/>
                    <a:pt x="20" y="36"/>
                  </a:cubicBezTo>
                  <a:cubicBezTo>
                    <a:pt x="29" y="36"/>
                    <a:pt x="36" y="29"/>
                    <a:pt x="36" y="20"/>
                  </a:cubicBezTo>
                  <a:cubicBezTo>
                    <a:pt x="36" y="12"/>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it-IT"/>
            </a:p>
          </p:txBody>
        </p:sp>
        <p:sp>
          <p:nvSpPr>
            <p:cNvPr id="28" name="Freeform 21"/>
            <p:cNvSpPr>
              <a:spLocks noEditPoints="1"/>
            </p:cNvSpPr>
            <p:nvPr/>
          </p:nvSpPr>
          <p:spPr bwMode="auto">
            <a:xfrm>
              <a:off x="890588" y="155416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8"/>
                    <a:pt x="11" y="36"/>
                    <a:pt x="20" y="36"/>
                  </a:cubicBezTo>
                  <a:cubicBezTo>
                    <a:pt x="29" y="36"/>
                    <a:pt x="36" y="28"/>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it-IT"/>
            </a:p>
          </p:txBody>
        </p:sp>
        <p:sp>
          <p:nvSpPr>
            <p:cNvPr id="29" name="Freeform 22"/>
            <p:cNvSpPr/>
            <p:nvPr/>
          </p:nvSpPr>
          <p:spPr bwMode="auto">
            <a:xfrm>
              <a:off x="738188" y="5622925"/>
              <a:ext cx="338138" cy="1216025"/>
            </a:xfrm>
            <a:custGeom>
              <a:avLst/>
              <a:gdLst/>
              <a:ahLst/>
              <a:cxnLst/>
              <a:rect l="0" t="0" r="r" b="b"/>
              <a:pathLst>
                <a:path w="213" h="766">
                  <a:moveTo>
                    <a:pt x="213" y="766"/>
                  </a:moveTo>
                  <a:lnTo>
                    <a:pt x="195" y="766"/>
                  </a:lnTo>
                  <a:lnTo>
                    <a:pt x="195" y="464"/>
                  </a:lnTo>
                  <a:lnTo>
                    <a:pt x="0" y="6"/>
                  </a:lnTo>
                  <a:lnTo>
                    <a:pt x="12" y="0"/>
                  </a:lnTo>
                  <a:lnTo>
                    <a:pt x="213" y="461"/>
                  </a:lnTo>
                  <a:lnTo>
                    <a:pt x="213" y="766"/>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it-IT"/>
            </a:p>
          </p:txBody>
        </p:sp>
        <p:sp>
          <p:nvSpPr>
            <p:cNvPr id="30" name="Freeform 23"/>
            <p:cNvSpPr>
              <a:spLocks noEditPoints="1"/>
            </p:cNvSpPr>
            <p:nvPr/>
          </p:nvSpPr>
          <p:spPr bwMode="auto">
            <a:xfrm>
              <a:off x="647700" y="5480050"/>
              <a:ext cx="157163" cy="157163"/>
            </a:xfrm>
            <a:custGeom>
              <a:avLst/>
              <a:gdLst/>
              <a:ahLst/>
              <a:cxnLst/>
              <a:rect l="0" t="0" r="r" b="b"/>
              <a:pathLst>
                <a:path w="33" h="33">
                  <a:moveTo>
                    <a:pt x="17" y="33"/>
                  </a:moveTo>
                  <a:cubicBezTo>
                    <a:pt x="8" y="33"/>
                    <a:pt x="0" y="26"/>
                    <a:pt x="0" y="17"/>
                  </a:cubicBezTo>
                  <a:cubicBezTo>
                    <a:pt x="0" y="8"/>
                    <a:pt x="8" y="0"/>
                    <a:pt x="17" y="0"/>
                  </a:cubicBezTo>
                  <a:cubicBezTo>
                    <a:pt x="26" y="0"/>
                    <a:pt x="33" y="8"/>
                    <a:pt x="33" y="17"/>
                  </a:cubicBezTo>
                  <a:cubicBezTo>
                    <a:pt x="33" y="26"/>
                    <a:pt x="26" y="33"/>
                    <a:pt x="17" y="33"/>
                  </a:cubicBezTo>
                  <a:close/>
                  <a:moveTo>
                    <a:pt x="17" y="4"/>
                  </a:moveTo>
                  <a:cubicBezTo>
                    <a:pt x="10" y="4"/>
                    <a:pt x="4" y="10"/>
                    <a:pt x="4" y="17"/>
                  </a:cubicBezTo>
                  <a:cubicBezTo>
                    <a:pt x="4" y="24"/>
                    <a:pt x="10" y="29"/>
                    <a:pt x="17" y="29"/>
                  </a:cubicBezTo>
                  <a:cubicBezTo>
                    <a:pt x="23" y="29"/>
                    <a:pt x="29" y="24"/>
                    <a:pt x="29" y="17"/>
                  </a:cubicBezTo>
                  <a:cubicBezTo>
                    <a:pt x="29" y="10"/>
                    <a:pt x="23" y="4"/>
                    <a:pt x="17"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it-IT"/>
            </a:p>
          </p:txBody>
        </p:sp>
        <p:sp>
          <p:nvSpPr>
            <p:cNvPr id="31" name="Freeform 24"/>
            <p:cNvSpPr>
              <a:spLocks noEditPoints="1"/>
            </p:cNvSpPr>
            <p:nvPr/>
          </p:nvSpPr>
          <p:spPr bwMode="auto">
            <a:xfrm>
              <a:off x="66675" y="903288"/>
              <a:ext cx="190500" cy="190500"/>
            </a:xfrm>
            <a:custGeom>
              <a:avLst/>
              <a:gdLst/>
              <a:ahLst/>
              <a:cxnLst/>
              <a:rect l="0" t="0" r="r" b="b"/>
              <a:pathLst>
                <a:path w="40" h="40">
                  <a:moveTo>
                    <a:pt x="20" y="40"/>
                  </a:moveTo>
                  <a:cubicBezTo>
                    <a:pt x="9" y="40"/>
                    <a:pt x="0" y="31"/>
                    <a:pt x="0" y="20"/>
                  </a:cubicBezTo>
                  <a:cubicBezTo>
                    <a:pt x="0" y="9"/>
                    <a:pt x="9" y="0"/>
                    <a:pt x="20" y="0"/>
                  </a:cubicBezTo>
                  <a:cubicBezTo>
                    <a:pt x="32" y="0"/>
                    <a:pt x="40" y="9"/>
                    <a:pt x="40" y="20"/>
                  </a:cubicBezTo>
                  <a:cubicBezTo>
                    <a:pt x="40" y="31"/>
                    <a:pt x="32" y="40"/>
                    <a:pt x="20" y="40"/>
                  </a:cubicBezTo>
                  <a:close/>
                  <a:moveTo>
                    <a:pt x="20" y="4"/>
                  </a:moveTo>
                  <a:cubicBezTo>
                    <a:pt x="12" y="4"/>
                    <a:pt x="4" y="12"/>
                    <a:pt x="4" y="20"/>
                  </a:cubicBezTo>
                  <a:cubicBezTo>
                    <a:pt x="4" y="29"/>
                    <a:pt x="12" y="36"/>
                    <a:pt x="20" y="36"/>
                  </a:cubicBezTo>
                  <a:cubicBezTo>
                    <a:pt x="29" y="36"/>
                    <a:pt x="36" y="29"/>
                    <a:pt x="36" y="20"/>
                  </a:cubicBezTo>
                  <a:cubicBezTo>
                    <a:pt x="36" y="12"/>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it-IT"/>
            </a:p>
          </p:txBody>
        </p:sp>
        <p:sp>
          <p:nvSpPr>
            <p:cNvPr id="32" name="Freeform 25"/>
            <p:cNvSpPr/>
            <p:nvPr/>
          </p:nvSpPr>
          <p:spPr bwMode="auto">
            <a:xfrm>
              <a:off x="0" y="3897313"/>
              <a:ext cx="133350" cy="266700"/>
            </a:xfrm>
            <a:custGeom>
              <a:avLst/>
              <a:gdLst/>
              <a:ahLst/>
              <a:cxnLst/>
              <a:rect l="0" t="0" r="r" b="b"/>
              <a:pathLst>
                <a:path w="84" h="168">
                  <a:moveTo>
                    <a:pt x="69" y="168"/>
                  </a:moveTo>
                  <a:lnTo>
                    <a:pt x="0" y="6"/>
                  </a:lnTo>
                  <a:lnTo>
                    <a:pt x="12" y="0"/>
                  </a:lnTo>
                  <a:lnTo>
                    <a:pt x="84" y="162"/>
                  </a:lnTo>
                  <a:lnTo>
                    <a:pt x="69" y="168"/>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it-IT"/>
            </a:p>
          </p:txBody>
        </p:sp>
        <p:sp>
          <p:nvSpPr>
            <p:cNvPr id="33" name="Freeform 26"/>
            <p:cNvSpPr>
              <a:spLocks noEditPoints="1"/>
            </p:cNvSpPr>
            <p:nvPr/>
          </p:nvSpPr>
          <p:spPr bwMode="auto">
            <a:xfrm>
              <a:off x="66675" y="4149725"/>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8"/>
                    <a:pt x="11" y="36"/>
                    <a:pt x="20" y="36"/>
                  </a:cubicBezTo>
                  <a:cubicBezTo>
                    <a:pt x="29" y="36"/>
                    <a:pt x="36" y="28"/>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it-IT"/>
            </a:p>
          </p:txBody>
        </p:sp>
        <p:sp>
          <p:nvSpPr>
            <p:cNvPr id="34" name="Freeform 27"/>
            <p:cNvSpPr/>
            <p:nvPr/>
          </p:nvSpPr>
          <p:spPr bwMode="auto">
            <a:xfrm>
              <a:off x="0" y="1644650"/>
              <a:ext cx="133350" cy="269875"/>
            </a:xfrm>
            <a:custGeom>
              <a:avLst/>
              <a:gdLst/>
              <a:ahLst/>
              <a:cxnLst/>
              <a:rect l="0" t="0" r="r" b="b"/>
              <a:pathLst>
                <a:path w="84" h="170">
                  <a:moveTo>
                    <a:pt x="12" y="170"/>
                  </a:moveTo>
                  <a:lnTo>
                    <a:pt x="0" y="164"/>
                  </a:lnTo>
                  <a:lnTo>
                    <a:pt x="69" y="0"/>
                  </a:lnTo>
                  <a:lnTo>
                    <a:pt x="84" y="6"/>
                  </a:lnTo>
                  <a:lnTo>
                    <a:pt x="12" y="170"/>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it-IT"/>
            </a:p>
          </p:txBody>
        </p:sp>
        <p:sp>
          <p:nvSpPr>
            <p:cNvPr id="35" name="Freeform 28"/>
            <p:cNvSpPr>
              <a:spLocks noEditPoints="1"/>
            </p:cNvSpPr>
            <p:nvPr/>
          </p:nvSpPr>
          <p:spPr bwMode="auto">
            <a:xfrm>
              <a:off x="66675" y="146843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8"/>
                    <a:pt x="11" y="36"/>
                    <a:pt x="20" y="36"/>
                  </a:cubicBezTo>
                  <a:cubicBezTo>
                    <a:pt x="29" y="36"/>
                    <a:pt x="36" y="28"/>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it-IT"/>
            </a:p>
          </p:txBody>
        </p:sp>
        <p:sp>
          <p:nvSpPr>
            <p:cNvPr id="36" name="Freeform 29"/>
            <p:cNvSpPr/>
            <p:nvPr/>
          </p:nvSpPr>
          <p:spPr bwMode="auto">
            <a:xfrm>
              <a:off x="695325" y="4763"/>
              <a:ext cx="309563" cy="1558925"/>
            </a:xfrm>
            <a:custGeom>
              <a:avLst/>
              <a:gdLst/>
              <a:ahLst/>
              <a:cxnLst/>
              <a:rect l="0" t="0" r="r" b="b"/>
              <a:pathLst>
                <a:path w="195" h="982">
                  <a:moveTo>
                    <a:pt x="195" y="982"/>
                  </a:moveTo>
                  <a:lnTo>
                    <a:pt x="177" y="982"/>
                  </a:lnTo>
                  <a:lnTo>
                    <a:pt x="177" y="805"/>
                  </a:lnTo>
                  <a:lnTo>
                    <a:pt x="0" y="629"/>
                  </a:lnTo>
                  <a:lnTo>
                    <a:pt x="0" y="0"/>
                  </a:lnTo>
                  <a:lnTo>
                    <a:pt x="18" y="0"/>
                  </a:lnTo>
                  <a:lnTo>
                    <a:pt x="18" y="623"/>
                  </a:lnTo>
                  <a:lnTo>
                    <a:pt x="195" y="796"/>
                  </a:lnTo>
                  <a:lnTo>
                    <a:pt x="195" y="982"/>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it-IT"/>
            </a:p>
          </p:txBody>
        </p:sp>
        <p:sp>
          <p:nvSpPr>
            <p:cNvPr id="37" name="Freeform 30"/>
            <p:cNvSpPr>
              <a:spLocks noEditPoints="1"/>
            </p:cNvSpPr>
            <p:nvPr/>
          </p:nvSpPr>
          <p:spPr bwMode="auto">
            <a:xfrm>
              <a:off x="57150" y="4881563"/>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it-IT"/>
            </a:p>
          </p:txBody>
        </p:sp>
        <p:sp>
          <p:nvSpPr>
            <p:cNvPr id="38" name="Freeform 31"/>
            <p:cNvSpPr/>
            <p:nvPr/>
          </p:nvSpPr>
          <p:spPr bwMode="auto">
            <a:xfrm>
              <a:off x="138113" y="5060950"/>
              <a:ext cx="304800" cy="1778000"/>
            </a:xfrm>
            <a:custGeom>
              <a:avLst/>
              <a:gdLst/>
              <a:ahLst/>
              <a:cxnLst/>
              <a:rect l="0" t="0" r="r" b="b"/>
              <a:pathLst>
                <a:path w="192" h="1120">
                  <a:moveTo>
                    <a:pt x="192" y="1120"/>
                  </a:moveTo>
                  <a:lnTo>
                    <a:pt x="177" y="1120"/>
                  </a:lnTo>
                  <a:lnTo>
                    <a:pt x="177" y="360"/>
                  </a:lnTo>
                  <a:lnTo>
                    <a:pt x="0" y="183"/>
                  </a:lnTo>
                  <a:lnTo>
                    <a:pt x="0" y="0"/>
                  </a:lnTo>
                  <a:lnTo>
                    <a:pt x="15" y="0"/>
                  </a:lnTo>
                  <a:lnTo>
                    <a:pt x="15" y="177"/>
                  </a:lnTo>
                  <a:lnTo>
                    <a:pt x="192" y="354"/>
                  </a:lnTo>
                  <a:lnTo>
                    <a:pt x="192" y="1120"/>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it-IT"/>
            </a:p>
          </p:txBody>
        </p:sp>
        <p:sp>
          <p:nvSpPr>
            <p:cNvPr id="39" name="Freeform 32"/>
            <p:cNvSpPr>
              <a:spLocks noEditPoints="1"/>
            </p:cNvSpPr>
            <p:nvPr/>
          </p:nvSpPr>
          <p:spPr bwMode="auto">
            <a:xfrm>
              <a:off x="561975" y="6430963"/>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it-IT"/>
            </a:p>
          </p:txBody>
        </p:sp>
        <p:sp>
          <p:nvSpPr>
            <p:cNvPr id="40" name="Rectangle 33"/>
            <p:cNvSpPr>
              <a:spLocks noChangeArrowheads="1"/>
            </p:cNvSpPr>
            <p:nvPr/>
          </p:nvSpPr>
          <p:spPr bwMode="auto">
            <a:xfrm>
              <a:off x="642938" y="6610350"/>
              <a:ext cx="23813" cy="242888"/>
            </a:xfrm>
            <a:prstGeom prst="rect">
              <a:avLst/>
            </a:prstGeom>
            <a:grpFill/>
            <a:ln>
              <a:noFill/>
            </a:ln>
            <a:extLst>
              <a:ext uri="{91240B29-F687-4f45-9708-019B960494DF}">
                <a14:hiddenLine xmlns:a14="http://schemas.microsoft.com/office/drawing/2010/main" xmlns="" w="9525">
                  <a:solidFill>
                    <a:srgbClr val="000000"/>
                  </a:solidFill>
                  <a:miter lim="800000"/>
                  <a:headEnd/>
                  <a:tailEnd/>
                </a14:hiddenLine>
              </a:ext>
            </a:extLst>
          </p:spPr>
          <p:txBody>
            <a:bodyPr/>
            <a:lstStyle/>
            <a:p>
              <a:endParaRPr lang="it-IT"/>
            </a:p>
          </p:txBody>
        </p:sp>
        <p:sp>
          <p:nvSpPr>
            <p:cNvPr id="41" name="Freeform 34"/>
            <p:cNvSpPr>
              <a:spLocks noEditPoints="1"/>
            </p:cNvSpPr>
            <p:nvPr/>
          </p:nvSpPr>
          <p:spPr bwMode="auto">
            <a:xfrm>
              <a:off x="76200" y="6430963"/>
              <a:ext cx="190500" cy="188913"/>
            </a:xfrm>
            <a:custGeom>
              <a:avLst/>
              <a:gdLst/>
              <a:ahLst/>
              <a:cxnLst/>
              <a:rect l="0" t="0" r="r" b="b"/>
              <a:pathLst>
                <a:path w="40" h="40">
                  <a:moveTo>
                    <a:pt x="20" y="40"/>
                  </a:moveTo>
                  <a:cubicBezTo>
                    <a:pt x="9" y="40"/>
                    <a:pt x="0" y="31"/>
                    <a:pt x="0" y="20"/>
                  </a:cubicBezTo>
                  <a:cubicBezTo>
                    <a:pt x="0" y="9"/>
                    <a:pt x="9" y="0"/>
                    <a:pt x="20" y="0"/>
                  </a:cubicBezTo>
                  <a:cubicBezTo>
                    <a:pt x="32" y="0"/>
                    <a:pt x="40" y="9"/>
                    <a:pt x="40" y="20"/>
                  </a:cubicBezTo>
                  <a:cubicBezTo>
                    <a:pt x="40" y="31"/>
                    <a:pt x="32"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it-IT"/>
            </a:p>
          </p:txBody>
        </p:sp>
        <p:sp>
          <p:nvSpPr>
            <p:cNvPr id="42" name="Freeform 35"/>
            <p:cNvSpPr/>
            <p:nvPr/>
          </p:nvSpPr>
          <p:spPr bwMode="auto">
            <a:xfrm>
              <a:off x="0" y="5978525"/>
              <a:ext cx="190500" cy="461963"/>
            </a:xfrm>
            <a:custGeom>
              <a:avLst/>
              <a:gdLst/>
              <a:ahLst/>
              <a:cxnLst/>
              <a:rect l="0" t="0" r="r" b="b"/>
              <a:pathLst>
                <a:path w="120" h="291">
                  <a:moveTo>
                    <a:pt x="120" y="291"/>
                  </a:moveTo>
                  <a:lnTo>
                    <a:pt x="105" y="291"/>
                  </a:lnTo>
                  <a:lnTo>
                    <a:pt x="105" y="114"/>
                  </a:lnTo>
                  <a:lnTo>
                    <a:pt x="0" y="9"/>
                  </a:lnTo>
                  <a:lnTo>
                    <a:pt x="12" y="0"/>
                  </a:lnTo>
                  <a:lnTo>
                    <a:pt x="120" y="108"/>
                  </a:lnTo>
                  <a:lnTo>
                    <a:pt x="120" y="291"/>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it-IT"/>
            </a:p>
          </p:txBody>
        </p:sp>
        <p:sp>
          <p:nvSpPr>
            <p:cNvPr id="43" name="Freeform 36"/>
            <p:cNvSpPr/>
            <p:nvPr/>
          </p:nvSpPr>
          <p:spPr bwMode="auto">
            <a:xfrm>
              <a:off x="1014413" y="1801813"/>
              <a:ext cx="214313" cy="755650"/>
            </a:xfrm>
            <a:custGeom>
              <a:avLst/>
              <a:gdLst/>
              <a:ahLst/>
              <a:cxnLst/>
              <a:rect l="0" t="0" r="r" b="b"/>
              <a:pathLst>
                <a:path w="135" h="476">
                  <a:moveTo>
                    <a:pt x="12" y="476"/>
                  </a:moveTo>
                  <a:lnTo>
                    <a:pt x="0" y="476"/>
                  </a:lnTo>
                  <a:lnTo>
                    <a:pt x="0" y="128"/>
                  </a:lnTo>
                  <a:lnTo>
                    <a:pt x="126" y="0"/>
                  </a:lnTo>
                  <a:lnTo>
                    <a:pt x="135" y="9"/>
                  </a:lnTo>
                  <a:lnTo>
                    <a:pt x="12" y="131"/>
                  </a:lnTo>
                  <a:lnTo>
                    <a:pt x="12" y="476"/>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it-IT"/>
            </a:p>
          </p:txBody>
        </p:sp>
        <p:sp>
          <p:nvSpPr>
            <p:cNvPr id="44" name="Freeform 37"/>
            <p:cNvSpPr>
              <a:spLocks noEditPoints="1"/>
            </p:cNvSpPr>
            <p:nvPr/>
          </p:nvSpPr>
          <p:spPr bwMode="auto">
            <a:xfrm>
              <a:off x="938213" y="2547938"/>
              <a:ext cx="166688" cy="160338"/>
            </a:xfrm>
            <a:custGeom>
              <a:avLst/>
              <a:gdLst/>
              <a:ahLst/>
              <a:cxnLst/>
              <a:rect l="0" t="0" r="r" b="b"/>
              <a:pathLst>
                <a:path w="35" h="34">
                  <a:moveTo>
                    <a:pt x="18" y="34"/>
                  </a:moveTo>
                  <a:cubicBezTo>
                    <a:pt x="8" y="34"/>
                    <a:pt x="0" y="26"/>
                    <a:pt x="0" y="17"/>
                  </a:cubicBezTo>
                  <a:cubicBezTo>
                    <a:pt x="0" y="7"/>
                    <a:pt x="8" y="0"/>
                    <a:pt x="18" y="0"/>
                  </a:cubicBezTo>
                  <a:cubicBezTo>
                    <a:pt x="27" y="0"/>
                    <a:pt x="35" y="7"/>
                    <a:pt x="35" y="17"/>
                  </a:cubicBezTo>
                  <a:cubicBezTo>
                    <a:pt x="35" y="26"/>
                    <a:pt x="27" y="34"/>
                    <a:pt x="18" y="34"/>
                  </a:cubicBezTo>
                  <a:close/>
                  <a:moveTo>
                    <a:pt x="18" y="4"/>
                  </a:moveTo>
                  <a:cubicBezTo>
                    <a:pt x="10" y="4"/>
                    <a:pt x="4" y="10"/>
                    <a:pt x="4" y="17"/>
                  </a:cubicBezTo>
                  <a:cubicBezTo>
                    <a:pt x="4" y="24"/>
                    <a:pt x="10" y="30"/>
                    <a:pt x="18" y="30"/>
                  </a:cubicBezTo>
                  <a:cubicBezTo>
                    <a:pt x="25" y="30"/>
                    <a:pt x="31" y="24"/>
                    <a:pt x="31" y="17"/>
                  </a:cubicBezTo>
                  <a:cubicBezTo>
                    <a:pt x="31" y="10"/>
                    <a:pt x="25" y="4"/>
                    <a:pt x="18"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it-IT"/>
            </a:p>
          </p:txBody>
        </p:sp>
        <p:sp>
          <p:nvSpPr>
            <p:cNvPr id="45" name="Freeform 38"/>
            <p:cNvSpPr/>
            <p:nvPr/>
          </p:nvSpPr>
          <p:spPr bwMode="auto">
            <a:xfrm>
              <a:off x="595313" y="4763"/>
              <a:ext cx="638175" cy="4025900"/>
            </a:xfrm>
            <a:custGeom>
              <a:avLst/>
              <a:gdLst/>
              <a:ahLst/>
              <a:cxnLst/>
              <a:rect l="0" t="0" r="r" b="b"/>
              <a:pathLst>
                <a:path w="402" h="2536">
                  <a:moveTo>
                    <a:pt x="402" y="2536"/>
                  </a:moveTo>
                  <a:lnTo>
                    <a:pt x="387" y="2536"/>
                  </a:lnTo>
                  <a:lnTo>
                    <a:pt x="387" y="2311"/>
                  </a:lnTo>
                  <a:lnTo>
                    <a:pt x="0" y="1925"/>
                  </a:lnTo>
                  <a:lnTo>
                    <a:pt x="0" y="0"/>
                  </a:lnTo>
                  <a:lnTo>
                    <a:pt x="15" y="0"/>
                  </a:lnTo>
                  <a:lnTo>
                    <a:pt x="15" y="1916"/>
                  </a:lnTo>
                  <a:lnTo>
                    <a:pt x="402" y="2302"/>
                  </a:lnTo>
                  <a:lnTo>
                    <a:pt x="402" y="2536"/>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it-IT"/>
            </a:p>
          </p:txBody>
        </p:sp>
        <p:sp>
          <p:nvSpPr>
            <p:cNvPr id="46" name="Freeform 39"/>
            <p:cNvSpPr/>
            <p:nvPr/>
          </p:nvSpPr>
          <p:spPr bwMode="auto">
            <a:xfrm>
              <a:off x="1223963" y="1382713"/>
              <a:ext cx="142875" cy="476250"/>
            </a:xfrm>
            <a:custGeom>
              <a:avLst/>
              <a:gdLst/>
              <a:ahLst/>
              <a:cxnLst/>
              <a:rect l="0" t="0" r="r" b="b"/>
              <a:pathLst>
                <a:path w="90" h="300">
                  <a:moveTo>
                    <a:pt x="90" y="300"/>
                  </a:moveTo>
                  <a:lnTo>
                    <a:pt x="78" y="300"/>
                  </a:lnTo>
                  <a:lnTo>
                    <a:pt x="78" y="84"/>
                  </a:lnTo>
                  <a:lnTo>
                    <a:pt x="0" y="9"/>
                  </a:lnTo>
                  <a:lnTo>
                    <a:pt x="9" y="0"/>
                  </a:lnTo>
                  <a:lnTo>
                    <a:pt x="90" y="81"/>
                  </a:lnTo>
                  <a:lnTo>
                    <a:pt x="90" y="300"/>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it-IT"/>
            </a:p>
          </p:txBody>
        </p:sp>
        <p:sp>
          <p:nvSpPr>
            <p:cNvPr id="47" name="Freeform 40"/>
            <p:cNvSpPr>
              <a:spLocks noEditPoints="1"/>
            </p:cNvSpPr>
            <p:nvPr/>
          </p:nvSpPr>
          <p:spPr bwMode="auto">
            <a:xfrm>
              <a:off x="1300163" y="1849438"/>
              <a:ext cx="109538" cy="107950"/>
            </a:xfrm>
            <a:custGeom>
              <a:avLst/>
              <a:gdLst/>
              <a:ahLst/>
              <a:cxnLst/>
              <a:rect l="0" t="0" r="r" b="b"/>
              <a:pathLst>
                <a:path w="23" h="23">
                  <a:moveTo>
                    <a:pt x="12" y="23"/>
                  </a:moveTo>
                  <a:cubicBezTo>
                    <a:pt x="5" y="23"/>
                    <a:pt x="0" y="18"/>
                    <a:pt x="0" y="12"/>
                  </a:cubicBezTo>
                  <a:cubicBezTo>
                    <a:pt x="0" y="5"/>
                    <a:pt x="5" y="0"/>
                    <a:pt x="12" y="0"/>
                  </a:cubicBezTo>
                  <a:cubicBezTo>
                    <a:pt x="18" y="0"/>
                    <a:pt x="23" y="5"/>
                    <a:pt x="23" y="12"/>
                  </a:cubicBezTo>
                  <a:cubicBezTo>
                    <a:pt x="23" y="18"/>
                    <a:pt x="18" y="23"/>
                    <a:pt x="12" y="23"/>
                  </a:cubicBezTo>
                  <a:close/>
                  <a:moveTo>
                    <a:pt x="12" y="4"/>
                  </a:moveTo>
                  <a:cubicBezTo>
                    <a:pt x="8" y="4"/>
                    <a:pt x="4" y="8"/>
                    <a:pt x="4" y="12"/>
                  </a:cubicBezTo>
                  <a:cubicBezTo>
                    <a:pt x="4" y="16"/>
                    <a:pt x="8" y="19"/>
                    <a:pt x="12" y="19"/>
                  </a:cubicBezTo>
                  <a:cubicBezTo>
                    <a:pt x="16" y="19"/>
                    <a:pt x="19" y="16"/>
                    <a:pt x="19" y="12"/>
                  </a:cubicBezTo>
                  <a:cubicBezTo>
                    <a:pt x="19" y="8"/>
                    <a:pt x="16" y="4"/>
                    <a:pt x="12"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it-IT"/>
            </a:p>
          </p:txBody>
        </p:sp>
        <p:sp>
          <p:nvSpPr>
            <p:cNvPr id="48" name="Freeform 41"/>
            <p:cNvSpPr/>
            <p:nvPr/>
          </p:nvSpPr>
          <p:spPr bwMode="auto">
            <a:xfrm>
              <a:off x="280988" y="3417888"/>
              <a:ext cx="142875" cy="474663"/>
            </a:xfrm>
            <a:custGeom>
              <a:avLst/>
              <a:gdLst/>
              <a:ahLst/>
              <a:cxnLst/>
              <a:rect l="0" t="0" r="r" b="b"/>
              <a:pathLst>
                <a:path w="90" h="299">
                  <a:moveTo>
                    <a:pt x="12" y="299"/>
                  </a:moveTo>
                  <a:lnTo>
                    <a:pt x="0" y="299"/>
                  </a:lnTo>
                  <a:lnTo>
                    <a:pt x="0" y="80"/>
                  </a:lnTo>
                  <a:lnTo>
                    <a:pt x="81" y="0"/>
                  </a:lnTo>
                  <a:lnTo>
                    <a:pt x="90" y="8"/>
                  </a:lnTo>
                  <a:lnTo>
                    <a:pt x="12" y="83"/>
                  </a:lnTo>
                  <a:lnTo>
                    <a:pt x="12" y="299"/>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it-IT"/>
            </a:p>
          </p:txBody>
        </p:sp>
        <p:sp>
          <p:nvSpPr>
            <p:cNvPr id="49" name="Freeform 42"/>
            <p:cNvSpPr>
              <a:spLocks noEditPoints="1"/>
            </p:cNvSpPr>
            <p:nvPr/>
          </p:nvSpPr>
          <p:spPr bwMode="auto">
            <a:xfrm>
              <a:off x="238125" y="3883025"/>
              <a:ext cx="109538" cy="109538"/>
            </a:xfrm>
            <a:custGeom>
              <a:avLst/>
              <a:gdLst/>
              <a:ahLst/>
              <a:cxnLst/>
              <a:rect l="0" t="0" r="r" b="b"/>
              <a:pathLst>
                <a:path w="23" h="23">
                  <a:moveTo>
                    <a:pt x="11" y="23"/>
                  </a:moveTo>
                  <a:cubicBezTo>
                    <a:pt x="5" y="23"/>
                    <a:pt x="0" y="18"/>
                    <a:pt x="0" y="12"/>
                  </a:cubicBezTo>
                  <a:cubicBezTo>
                    <a:pt x="0" y="5"/>
                    <a:pt x="5" y="0"/>
                    <a:pt x="11" y="0"/>
                  </a:cubicBezTo>
                  <a:cubicBezTo>
                    <a:pt x="17" y="0"/>
                    <a:pt x="23" y="5"/>
                    <a:pt x="23" y="12"/>
                  </a:cubicBezTo>
                  <a:cubicBezTo>
                    <a:pt x="23" y="18"/>
                    <a:pt x="17" y="23"/>
                    <a:pt x="11" y="23"/>
                  </a:cubicBezTo>
                  <a:close/>
                  <a:moveTo>
                    <a:pt x="11" y="4"/>
                  </a:moveTo>
                  <a:cubicBezTo>
                    <a:pt x="7" y="4"/>
                    <a:pt x="4" y="8"/>
                    <a:pt x="4" y="12"/>
                  </a:cubicBezTo>
                  <a:cubicBezTo>
                    <a:pt x="4" y="16"/>
                    <a:pt x="7" y="19"/>
                    <a:pt x="11" y="19"/>
                  </a:cubicBezTo>
                  <a:cubicBezTo>
                    <a:pt x="15" y="19"/>
                    <a:pt x="19" y="16"/>
                    <a:pt x="19" y="12"/>
                  </a:cubicBezTo>
                  <a:cubicBezTo>
                    <a:pt x="19" y="8"/>
                    <a:pt x="15" y="4"/>
                    <a:pt x="11"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it-IT"/>
            </a:p>
          </p:txBody>
        </p:sp>
        <p:sp>
          <p:nvSpPr>
            <p:cNvPr id="50" name="Freeform 43"/>
            <p:cNvSpPr/>
            <p:nvPr/>
          </p:nvSpPr>
          <p:spPr bwMode="auto">
            <a:xfrm>
              <a:off x="4763" y="2166938"/>
              <a:ext cx="114300" cy="452438"/>
            </a:xfrm>
            <a:custGeom>
              <a:avLst/>
              <a:gdLst/>
              <a:ahLst/>
              <a:cxnLst/>
              <a:rect l="0" t="0" r="r" b="b"/>
              <a:pathLst>
                <a:path w="72" h="285">
                  <a:moveTo>
                    <a:pt x="6" y="285"/>
                  </a:moveTo>
                  <a:lnTo>
                    <a:pt x="0" y="276"/>
                  </a:lnTo>
                  <a:lnTo>
                    <a:pt x="60" y="216"/>
                  </a:lnTo>
                  <a:lnTo>
                    <a:pt x="60" y="0"/>
                  </a:lnTo>
                  <a:lnTo>
                    <a:pt x="72" y="0"/>
                  </a:lnTo>
                  <a:lnTo>
                    <a:pt x="72" y="222"/>
                  </a:lnTo>
                  <a:lnTo>
                    <a:pt x="6" y="285"/>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it-IT"/>
            </a:p>
          </p:txBody>
        </p:sp>
        <p:sp>
          <p:nvSpPr>
            <p:cNvPr id="51" name="Freeform 44"/>
            <p:cNvSpPr>
              <a:spLocks noEditPoints="1"/>
            </p:cNvSpPr>
            <p:nvPr/>
          </p:nvSpPr>
          <p:spPr bwMode="auto">
            <a:xfrm>
              <a:off x="52388" y="2066925"/>
              <a:ext cx="109538" cy="109538"/>
            </a:xfrm>
            <a:custGeom>
              <a:avLst/>
              <a:gdLst/>
              <a:ahLst/>
              <a:cxnLst/>
              <a:rect l="0" t="0" r="r" b="b"/>
              <a:pathLst>
                <a:path w="23" h="23">
                  <a:moveTo>
                    <a:pt x="12" y="23"/>
                  </a:moveTo>
                  <a:cubicBezTo>
                    <a:pt x="5" y="23"/>
                    <a:pt x="0" y="18"/>
                    <a:pt x="0" y="12"/>
                  </a:cubicBezTo>
                  <a:cubicBezTo>
                    <a:pt x="0" y="5"/>
                    <a:pt x="5" y="0"/>
                    <a:pt x="12" y="0"/>
                  </a:cubicBezTo>
                  <a:cubicBezTo>
                    <a:pt x="18" y="0"/>
                    <a:pt x="23" y="5"/>
                    <a:pt x="23" y="12"/>
                  </a:cubicBezTo>
                  <a:cubicBezTo>
                    <a:pt x="23" y="18"/>
                    <a:pt x="18" y="23"/>
                    <a:pt x="12" y="23"/>
                  </a:cubicBezTo>
                  <a:close/>
                  <a:moveTo>
                    <a:pt x="12" y="4"/>
                  </a:moveTo>
                  <a:cubicBezTo>
                    <a:pt x="8" y="4"/>
                    <a:pt x="4" y="8"/>
                    <a:pt x="4" y="12"/>
                  </a:cubicBezTo>
                  <a:cubicBezTo>
                    <a:pt x="4" y="16"/>
                    <a:pt x="8" y="19"/>
                    <a:pt x="12" y="19"/>
                  </a:cubicBezTo>
                  <a:cubicBezTo>
                    <a:pt x="16" y="19"/>
                    <a:pt x="19" y="16"/>
                    <a:pt x="19" y="12"/>
                  </a:cubicBezTo>
                  <a:cubicBezTo>
                    <a:pt x="19" y="8"/>
                    <a:pt x="16" y="4"/>
                    <a:pt x="12"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it-IT"/>
            </a:p>
          </p:txBody>
        </p:sp>
        <p:sp>
          <p:nvSpPr>
            <p:cNvPr id="52" name="Rectangle 45"/>
            <p:cNvSpPr>
              <a:spLocks noChangeArrowheads="1"/>
            </p:cNvSpPr>
            <p:nvPr/>
          </p:nvSpPr>
          <p:spPr bwMode="auto">
            <a:xfrm>
              <a:off x="1228725" y="4662488"/>
              <a:ext cx="23813" cy="2181225"/>
            </a:xfrm>
            <a:prstGeom prst="rect">
              <a:avLst/>
            </a:prstGeom>
            <a:grpFill/>
            <a:ln>
              <a:noFill/>
            </a:ln>
            <a:extLst>
              <a:ext uri="{91240B29-F687-4f45-9708-019B960494DF}">
                <a14:hiddenLine xmlns:a14="http://schemas.microsoft.com/office/drawing/2010/main" xmlns="" w="9525">
                  <a:solidFill>
                    <a:srgbClr val="000000"/>
                  </a:solidFill>
                  <a:miter lim="800000"/>
                  <a:headEnd/>
                  <a:tailEnd/>
                </a14:hiddenLine>
              </a:ext>
            </a:extLst>
          </p:spPr>
          <p:txBody>
            <a:bodyPr/>
            <a:lstStyle/>
            <a:p>
              <a:endParaRPr lang="it-IT"/>
            </a:p>
          </p:txBody>
        </p:sp>
        <p:sp>
          <p:nvSpPr>
            <p:cNvPr id="53" name="Freeform 46"/>
            <p:cNvSpPr/>
            <p:nvPr/>
          </p:nvSpPr>
          <p:spPr bwMode="auto">
            <a:xfrm>
              <a:off x="1319213" y="5041900"/>
              <a:ext cx="371475" cy="1801813"/>
            </a:xfrm>
            <a:custGeom>
              <a:avLst/>
              <a:gdLst/>
              <a:ahLst/>
              <a:cxnLst/>
              <a:rect l="0" t="0" r="r" b="b"/>
              <a:pathLst>
                <a:path w="234" h="1135">
                  <a:moveTo>
                    <a:pt x="15" y="1135"/>
                  </a:moveTo>
                  <a:lnTo>
                    <a:pt x="0" y="1135"/>
                  </a:lnTo>
                  <a:lnTo>
                    <a:pt x="0" y="515"/>
                  </a:lnTo>
                  <a:lnTo>
                    <a:pt x="0" y="512"/>
                  </a:lnTo>
                  <a:lnTo>
                    <a:pt x="219" y="0"/>
                  </a:lnTo>
                  <a:lnTo>
                    <a:pt x="234" y="6"/>
                  </a:lnTo>
                  <a:lnTo>
                    <a:pt x="15" y="518"/>
                  </a:lnTo>
                  <a:lnTo>
                    <a:pt x="15" y="1135"/>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it-IT"/>
            </a:p>
          </p:txBody>
        </p:sp>
        <p:sp>
          <p:nvSpPr>
            <p:cNvPr id="54" name="Freeform 47"/>
            <p:cNvSpPr>
              <a:spLocks noEditPoints="1"/>
            </p:cNvSpPr>
            <p:nvPr/>
          </p:nvSpPr>
          <p:spPr bwMode="auto">
            <a:xfrm>
              <a:off x="1147763" y="44815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it-IT"/>
            </a:p>
          </p:txBody>
        </p:sp>
        <p:sp>
          <p:nvSpPr>
            <p:cNvPr id="55" name="Freeform 48"/>
            <p:cNvSpPr/>
            <p:nvPr/>
          </p:nvSpPr>
          <p:spPr bwMode="auto">
            <a:xfrm>
              <a:off x="819150" y="3983038"/>
              <a:ext cx="347663" cy="2860675"/>
            </a:xfrm>
            <a:custGeom>
              <a:avLst/>
              <a:gdLst/>
              <a:ahLst/>
              <a:cxnLst/>
              <a:rect l="0" t="0" r="r" b="b"/>
              <a:pathLst>
                <a:path w="219" h="1802">
                  <a:moveTo>
                    <a:pt x="219" y="1802"/>
                  </a:moveTo>
                  <a:lnTo>
                    <a:pt x="201" y="1802"/>
                  </a:lnTo>
                  <a:lnTo>
                    <a:pt x="201" y="1185"/>
                  </a:lnTo>
                  <a:lnTo>
                    <a:pt x="0" y="3"/>
                  </a:lnTo>
                  <a:lnTo>
                    <a:pt x="15" y="0"/>
                  </a:lnTo>
                  <a:lnTo>
                    <a:pt x="219" y="1185"/>
                  </a:lnTo>
                  <a:lnTo>
                    <a:pt x="219" y="1802"/>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it-IT"/>
            </a:p>
          </p:txBody>
        </p:sp>
        <p:sp>
          <p:nvSpPr>
            <p:cNvPr id="56" name="Freeform 49"/>
            <p:cNvSpPr>
              <a:spLocks noEditPoints="1"/>
            </p:cNvSpPr>
            <p:nvPr/>
          </p:nvSpPr>
          <p:spPr bwMode="auto">
            <a:xfrm>
              <a:off x="728663" y="3806825"/>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8"/>
                    <a:pt x="11" y="36"/>
                    <a:pt x="20" y="36"/>
                  </a:cubicBezTo>
                  <a:cubicBezTo>
                    <a:pt x="29" y="36"/>
                    <a:pt x="36" y="28"/>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it-IT"/>
            </a:p>
          </p:txBody>
        </p:sp>
        <p:sp>
          <p:nvSpPr>
            <p:cNvPr id="57" name="Freeform 50"/>
            <p:cNvSpPr>
              <a:spLocks noEditPoints="1"/>
            </p:cNvSpPr>
            <p:nvPr/>
          </p:nvSpPr>
          <p:spPr bwMode="auto">
            <a:xfrm>
              <a:off x="1624013" y="4867275"/>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it-IT"/>
            </a:p>
          </p:txBody>
        </p:sp>
        <p:sp>
          <p:nvSpPr>
            <p:cNvPr id="58" name="Freeform 51"/>
            <p:cNvSpPr/>
            <p:nvPr/>
          </p:nvSpPr>
          <p:spPr bwMode="auto">
            <a:xfrm>
              <a:off x="1404938" y="5422900"/>
              <a:ext cx="371475" cy="1425575"/>
            </a:xfrm>
            <a:custGeom>
              <a:avLst/>
              <a:gdLst/>
              <a:ahLst/>
              <a:cxnLst/>
              <a:rect l="0" t="0" r="r" b="b"/>
              <a:pathLst>
                <a:path w="234" h="898">
                  <a:moveTo>
                    <a:pt x="18" y="898"/>
                  </a:moveTo>
                  <a:lnTo>
                    <a:pt x="0" y="898"/>
                  </a:lnTo>
                  <a:lnTo>
                    <a:pt x="0" y="515"/>
                  </a:lnTo>
                  <a:lnTo>
                    <a:pt x="0" y="512"/>
                  </a:lnTo>
                  <a:lnTo>
                    <a:pt x="222" y="0"/>
                  </a:lnTo>
                  <a:lnTo>
                    <a:pt x="234" y="6"/>
                  </a:lnTo>
                  <a:lnTo>
                    <a:pt x="18" y="518"/>
                  </a:lnTo>
                  <a:lnTo>
                    <a:pt x="18" y="898"/>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it-IT"/>
            </a:p>
          </p:txBody>
        </p:sp>
        <p:sp>
          <p:nvSpPr>
            <p:cNvPr id="59" name="Freeform 52"/>
            <p:cNvSpPr/>
            <p:nvPr/>
          </p:nvSpPr>
          <p:spPr bwMode="auto">
            <a:xfrm>
              <a:off x="1666875" y="5945188"/>
              <a:ext cx="152400" cy="912813"/>
            </a:xfrm>
            <a:custGeom>
              <a:avLst/>
              <a:gdLst/>
              <a:ahLst/>
              <a:cxnLst/>
              <a:rect l="0" t="0" r="r" b="b"/>
              <a:pathLst>
                <a:path w="96" h="575">
                  <a:moveTo>
                    <a:pt x="15" y="575"/>
                  </a:moveTo>
                  <a:lnTo>
                    <a:pt x="0" y="569"/>
                  </a:lnTo>
                  <a:lnTo>
                    <a:pt x="81" y="383"/>
                  </a:lnTo>
                  <a:lnTo>
                    <a:pt x="81" y="0"/>
                  </a:lnTo>
                  <a:lnTo>
                    <a:pt x="96" y="0"/>
                  </a:lnTo>
                  <a:lnTo>
                    <a:pt x="96" y="386"/>
                  </a:lnTo>
                  <a:lnTo>
                    <a:pt x="15" y="575"/>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it-IT"/>
            </a:p>
          </p:txBody>
        </p:sp>
        <p:sp>
          <p:nvSpPr>
            <p:cNvPr id="60" name="Freeform 53"/>
            <p:cNvSpPr>
              <a:spLocks noEditPoints="1"/>
            </p:cNvSpPr>
            <p:nvPr/>
          </p:nvSpPr>
          <p:spPr bwMode="auto">
            <a:xfrm>
              <a:off x="1709738" y="52466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it-IT"/>
            </a:p>
          </p:txBody>
        </p:sp>
        <p:sp>
          <p:nvSpPr>
            <p:cNvPr id="61" name="Freeform 54"/>
            <p:cNvSpPr>
              <a:spLocks noEditPoints="1"/>
            </p:cNvSpPr>
            <p:nvPr/>
          </p:nvSpPr>
          <p:spPr bwMode="auto">
            <a:xfrm>
              <a:off x="1709738" y="57642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it-IT"/>
            </a:p>
          </p:txBody>
        </p:sp>
        <p:sp>
          <p:nvSpPr>
            <p:cNvPr id="62" name="Freeform 55"/>
            <p:cNvSpPr/>
            <p:nvPr/>
          </p:nvSpPr>
          <p:spPr bwMode="auto">
            <a:xfrm>
              <a:off x="1766888" y="6330950"/>
              <a:ext cx="419100" cy="527050"/>
            </a:xfrm>
            <a:custGeom>
              <a:avLst/>
              <a:gdLst/>
              <a:ahLst/>
              <a:cxnLst/>
              <a:rect l="0" t="0" r="r" b="b"/>
              <a:pathLst>
                <a:path w="264" h="332">
                  <a:moveTo>
                    <a:pt x="12" y="332"/>
                  </a:moveTo>
                  <a:lnTo>
                    <a:pt x="0" y="326"/>
                  </a:lnTo>
                  <a:lnTo>
                    <a:pt x="45" y="206"/>
                  </a:lnTo>
                  <a:lnTo>
                    <a:pt x="255" y="0"/>
                  </a:lnTo>
                  <a:lnTo>
                    <a:pt x="264" y="12"/>
                  </a:lnTo>
                  <a:lnTo>
                    <a:pt x="60" y="215"/>
                  </a:lnTo>
                  <a:lnTo>
                    <a:pt x="12" y="332"/>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it-IT"/>
            </a:p>
          </p:txBody>
        </p:sp>
        <p:sp>
          <p:nvSpPr>
            <p:cNvPr id="63" name="Freeform 56"/>
            <p:cNvSpPr>
              <a:spLocks noEditPoints="1"/>
            </p:cNvSpPr>
            <p:nvPr/>
          </p:nvSpPr>
          <p:spPr bwMode="auto">
            <a:xfrm>
              <a:off x="2147888" y="6221413"/>
              <a:ext cx="157163" cy="147638"/>
            </a:xfrm>
            <a:custGeom>
              <a:avLst/>
              <a:gdLst/>
              <a:ahLst/>
              <a:cxnLst/>
              <a:rect l="0" t="0" r="r" b="b"/>
              <a:pathLst>
                <a:path w="33" h="31">
                  <a:moveTo>
                    <a:pt x="16" y="31"/>
                  </a:moveTo>
                  <a:cubicBezTo>
                    <a:pt x="12" y="31"/>
                    <a:pt x="8" y="29"/>
                    <a:pt x="5" y="26"/>
                  </a:cubicBezTo>
                  <a:cubicBezTo>
                    <a:pt x="2" y="24"/>
                    <a:pt x="0" y="20"/>
                    <a:pt x="0" y="15"/>
                  </a:cubicBezTo>
                  <a:cubicBezTo>
                    <a:pt x="0" y="11"/>
                    <a:pt x="2" y="7"/>
                    <a:pt x="5" y="4"/>
                  </a:cubicBezTo>
                  <a:cubicBezTo>
                    <a:pt x="8" y="1"/>
                    <a:pt x="12" y="0"/>
                    <a:pt x="16" y="0"/>
                  </a:cubicBezTo>
                  <a:cubicBezTo>
                    <a:pt x="20" y="0"/>
                    <a:pt x="24" y="1"/>
                    <a:pt x="27" y="4"/>
                  </a:cubicBezTo>
                  <a:cubicBezTo>
                    <a:pt x="33" y="10"/>
                    <a:pt x="33" y="20"/>
                    <a:pt x="27" y="26"/>
                  </a:cubicBezTo>
                  <a:cubicBezTo>
                    <a:pt x="24" y="29"/>
                    <a:pt x="20" y="31"/>
                    <a:pt x="16" y="31"/>
                  </a:cubicBezTo>
                  <a:close/>
                  <a:moveTo>
                    <a:pt x="16" y="4"/>
                  </a:moveTo>
                  <a:cubicBezTo>
                    <a:pt x="13" y="4"/>
                    <a:pt x="10" y="5"/>
                    <a:pt x="8" y="7"/>
                  </a:cubicBezTo>
                  <a:cubicBezTo>
                    <a:pt x="6" y="9"/>
                    <a:pt x="4" y="12"/>
                    <a:pt x="4" y="15"/>
                  </a:cubicBezTo>
                  <a:cubicBezTo>
                    <a:pt x="4" y="19"/>
                    <a:pt x="6" y="21"/>
                    <a:pt x="8" y="24"/>
                  </a:cubicBezTo>
                  <a:cubicBezTo>
                    <a:pt x="10" y="26"/>
                    <a:pt x="13" y="27"/>
                    <a:pt x="16" y="27"/>
                  </a:cubicBezTo>
                  <a:cubicBezTo>
                    <a:pt x="19" y="27"/>
                    <a:pt x="22" y="26"/>
                    <a:pt x="24" y="24"/>
                  </a:cubicBezTo>
                  <a:cubicBezTo>
                    <a:pt x="29" y="19"/>
                    <a:pt x="29" y="12"/>
                    <a:pt x="24" y="7"/>
                  </a:cubicBezTo>
                  <a:cubicBezTo>
                    <a:pt x="22" y="5"/>
                    <a:pt x="19" y="4"/>
                    <a:pt x="16"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it-IT"/>
            </a:p>
          </p:txBody>
        </p:sp>
        <p:sp>
          <p:nvSpPr>
            <p:cNvPr id="64" name="Freeform 57"/>
            <p:cNvSpPr/>
            <p:nvPr/>
          </p:nvSpPr>
          <p:spPr bwMode="auto">
            <a:xfrm>
              <a:off x="504825" y="9525"/>
              <a:ext cx="233363" cy="5103813"/>
            </a:xfrm>
            <a:custGeom>
              <a:avLst/>
              <a:gdLst/>
              <a:ahLst/>
              <a:cxnLst/>
              <a:rect l="0" t="0" r="r" b="b"/>
              <a:pathLst>
                <a:path w="147" h="3215">
                  <a:moveTo>
                    <a:pt x="132" y="3215"/>
                  </a:moveTo>
                  <a:lnTo>
                    <a:pt x="129" y="2754"/>
                  </a:lnTo>
                  <a:lnTo>
                    <a:pt x="0" y="1901"/>
                  </a:lnTo>
                  <a:lnTo>
                    <a:pt x="0" y="0"/>
                  </a:lnTo>
                  <a:lnTo>
                    <a:pt x="15" y="0"/>
                  </a:lnTo>
                  <a:lnTo>
                    <a:pt x="15" y="1898"/>
                  </a:lnTo>
                  <a:lnTo>
                    <a:pt x="144" y="2754"/>
                  </a:lnTo>
                  <a:lnTo>
                    <a:pt x="147" y="3215"/>
                  </a:lnTo>
                  <a:lnTo>
                    <a:pt x="132" y="3215"/>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it-IT"/>
            </a:p>
          </p:txBody>
        </p:sp>
        <p:sp>
          <p:nvSpPr>
            <p:cNvPr id="65" name="Freeform 58"/>
            <p:cNvSpPr>
              <a:spLocks noEditPoints="1"/>
            </p:cNvSpPr>
            <p:nvPr/>
          </p:nvSpPr>
          <p:spPr bwMode="auto">
            <a:xfrm>
              <a:off x="633413" y="5103813"/>
              <a:ext cx="185738" cy="185738"/>
            </a:xfrm>
            <a:custGeom>
              <a:avLst/>
              <a:gdLst/>
              <a:ahLst/>
              <a:cxnLst/>
              <a:rect l="0" t="0" r="r" b="b"/>
              <a:pathLst>
                <a:path w="39" h="39">
                  <a:moveTo>
                    <a:pt x="20" y="39"/>
                  </a:moveTo>
                  <a:cubicBezTo>
                    <a:pt x="9" y="39"/>
                    <a:pt x="0" y="30"/>
                    <a:pt x="0" y="19"/>
                  </a:cubicBezTo>
                  <a:cubicBezTo>
                    <a:pt x="0" y="9"/>
                    <a:pt x="9" y="0"/>
                    <a:pt x="20" y="0"/>
                  </a:cubicBezTo>
                  <a:cubicBezTo>
                    <a:pt x="30" y="0"/>
                    <a:pt x="39" y="9"/>
                    <a:pt x="39" y="19"/>
                  </a:cubicBezTo>
                  <a:cubicBezTo>
                    <a:pt x="39" y="30"/>
                    <a:pt x="30" y="39"/>
                    <a:pt x="20" y="39"/>
                  </a:cubicBezTo>
                  <a:close/>
                  <a:moveTo>
                    <a:pt x="20" y="4"/>
                  </a:moveTo>
                  <a:cubicBezTo>
                    <a:pt x="11" y="4"/>
                    <a:pt x="4" y="11"/>
                    <a:pt x="4" y="19"/>
                  </a:cubicBezTo>
                  <a:cubicBezTo>
                    <a:pt x="4" y="28"/>
                    <a:pt x="11" y="35"/>
                    <a:pt x="20" y="35"/>
                  </a:cubicBezTo>
                  <a:cubicBezTo>
                    <a:pt x="28" y="35"/>
                    <a:pt x="35" y="28"/>
                    <a:pt x="35" y="19"/>
                  </a:cubicBezTo>
                  <a:cubicBezTo>
                    <a:pt x="35" y="11"/>
                    <a:pt x="28"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it-IT"/>
            </a:p>
          </p:txBody>
        </p:sp>
      </p:grpSp>
      <p:sp>
        <p:nvSpPr>
          <p:cNvPr id="2" name="Title 1"/>
          <p:cNvSpPr>
            <a:spLocks noGrp="1"/>
          </p:cNvSpPr>
          <p:nvPr>
            <p:ph type="ctrTitle"/>
          </p:nvPr>
        </p:nvSpPr>
        <p:spPr>
          <a:xfrm>
            <a:off x="1876424" y="1122363"/>
            <a:ext cx="8791575" cy="2387600"/>
          </a:xfrm>
        </p:spPr>
        <p:txBody>
          <a:bodyPr anchor="b">
            <a:normAutofit/>
          </a:bodyPr>
          <a:lstStyle>
            <a:lvl1pPr algn="l">
              <a:defRPr sz="4800"/>
            </a:lvl1pPr>
          </a:lstStyle>
          <a:p>
            <a:r>
              <a:rPr lang="it-IT"/>
              <a:t>Fare clic per modificare lo stile del titolo dello schema</a:t>
            </a:r>
            <a:endParaRPr lang="en-US" dirty="0"/>
          </a:p>
        </p:txBody>
      </p:sp>
      <p:sp>
        <p:nvSpPr>
          <p:cNvPr id="3" name="Subtitle 2"/>
          <p:cNvSpPr>
            <a:spLocks noGrp="1"/>
          </p:cNvSpPr>
          <p:nvPr>
            <p:ph type="subTitle" idx="1"/>
          </p:nvPr>
        </p:nvSpPr>
        <p:spPr>
          <a:xfrm>
            <a:off x="1876424" y="3602038"/>
            <a:ext cx="8791575" cy="1655762"/>
          </a:xfrm>
        </p:spPr>
        <p:txBody>
          <a:bodyPr>
            <a:normAutofit/>
          </a:bodyPr>
          <a:lstStyle>
            <a:lvl1pPr marL="0" indent="0" algn="l">
              <a:buNone/>
              <a:defRPr sz="2000" cap="all" baseline="0">
                <a:solidFill>
                  <a:schemeClr val="tx2"/>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it-IT"/>
              <a:t>Fare clic per modificare lo stile del sottotitolo dello schema</a:t>
            </a:r>
            <a:endParaRPr lang="en-US" dirty="0"/>
          </a:p>
        </p:txBody>
      </p:sp>
      <p:sp>
        <p:nvSpPr>
          <p:cNvPr id="4" name="Date Placeholder 3"/>
          <p:cNvSpPr>
            <a:spLocks noGrp="1"/>
          </p:cNvSpPr>
          <p:nvPr>
            <p:ph type="dt" sz="half" idx="10"/>
          </p:nvPr>
        </p:nvSpPr>
        <p:spPr>
          <a:xfrm>
            <a:off x="7077511" y="5410201"/>
            <a:ext cx="2743200" cy="365125"/>
          </a:xfrm>
        </p:spPr>
        <p:txBody>
          <a:bodyPr/>
          <a:lstStyle/>
          <a:p>
            <a:fld id="{C7CC04FB-86A9-4518-B68C-513A8C480987}" type="datetimeFigureOut">
              <a:rPr lang="it-IT" smtClean="0"/>
              <a:t>19/02/2026</a:t>
            </a:fld>
            <a:endParaRPr lang="it-IT"/>
          </a:p>
        </p:txBody>
      </p:sp>
      <p:sp>
        <p:nvSpPr>
          <p:cNvPr id="5" name="Footer Placeholder 4"/>
          <p:cNvSpPr>
            <a:spLocks noGrp="1"/>
          </p:cNvSpPr>
          <p:nvPr>
            <p:ph type="ftr" sz="quarter" idx="11"/>
          </p:nvPr>
        </p:nvSpPr>
        <p:spPr>
          <a:xfrm>
            <a:off x="1876424" y="5410201"/>
            <a:ext cx="5124886" cy="365125"/>
          </a:xfrm>
        </p:spPr>
        <p:txBody>
          <a:bodyPr/>
          <a:lstStyle/>
          <a:p>
            <a:endParaRPr lang="it-IT"/>
          </a:p>
        </p:txBody>
      </p:sp>
      <p:sp>
        <p:nvSpPr>
          <p:cNvPr id="6" name="Slide Number Placeholder 5"/>
          <p:cNvSpPr>
            <a:spLocks noGrp="1"/>
          </p:cNvSpPr>
          <p:nvPr>
            <p:ph type="sldNum" sz="quarter" idx="12"/>
          </p:nvPr>
        </p:nvSpPr>
        <p:spPr>
          <a:xfrm>
            <a:off x="9896911" y="5410199"/>
            <a:ext cx="771089" cy="365125"/>
          </a:xfrm>
        </p:spPr>
        <p:txBody>
          <a:bodyPr/>
          <a:lstStyle/>
          <a:p>
            <a:fld id="{53989CFC-89DE-4F17-B3B6-DFC80C736B18}" type="slidenum">
              <a:rPr lang="it-IT" smtClean="0"/>
              <a:t>‹N›</a:t>
            </a:fld>
            <a:endParaRPr lang="it-IT"/>
          </a:p>
        </p:txBody>
      </p:sp>
    </p:spTree>
    <p:extLst>
      <p:ext uri="{BB962C8B-B14F-4D97-AF65-F5344CB8AC3E}">
        <p14:creationId xmlns:p14="http://schemas.microsoft.com/office/powerpoint/2010/main" val="348385604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olo e contenuto">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it-IT"/>
              <a:t>Fare clic per modificare lo stile del titolo dello schema</a:t>
            </a:r>
            <a:endParaRPr lang="en-US" dirty="0"/>
          </a:p>
        </p:txBody>
      </p:sp>
      <p:sp>
        <p:nvSpPr>
          <p:cNvPr id="3" name="Content Placeholder 2"/>
          <p:cNvSpPr>
            <a:spLocks noGrp="1"/>
          </p:cNvSpPr>
          <p:nvPr>
            <p:ph idx="1"/>
          </p:nvPr>
        </p:nvSpPr>
        <p:spPr/>
        <p:txBody>
          <a:bodyPr/>
          <a:lstStyle/>
          <a:p>
            <a:pPr lvl="0"/>
            <a:r>
              <a:rPr lang="it-IT"/>
              <a:t>Fare clic per modificare gli stili del testo dello schema</a:t>
            </a:r>
          </a:p>
          <a:p>
            <a:pPr lvl="1"/>
            <a:r>
              <a:rPr lang="it-IT"/>
              <a:t>Secondo livello</a:t>
            </a:r>
          </a:p>
          <a:p>
            <a:pPr lvl="2"/>
            <a:r>
              <a:rPr lang="it-IT"/>
              <a:t>Terzo livello</a:t>
            </a:r>
          </a:p>
          <a:p>
            <a:pPr lvl="3"/>
            <a:r>
              <a:rPr lang="it-IT"/>
              <a:t>Quarto livello</a:t>
            </a:r>
          </a:p>
          <a:p>
            <a:pPr lvl="4"/>
            <a:r>
              <a:rPr lang="it-IT"/>
              <a:t>Quinto livello</a:t>
            </a:r>
            <a:endParaRPr lang="en-US" dirty="0"/>
          </a:p>
        </p:txBody>
      </p:sp>
      <p:sp>
        <p:nvSpPr>
          <p:cNvPr id="4" name="Date Placeholder 3"/>
          <p:cNvSpPr>
            <a:spLocks noGrp="1"/>
          </p:cNvSpPr>
          <p:nvPr>
            <p:ph type="dt" sz="half" idx="10"/>
          </p:nvPr>
        </p:nvSpPr>
        <p:spPr/>
        <p:txBody>
          <a:bodyPr/>
          <a:lstStyle/>
          <a:p>
            <a:fld id="{C7CC04FB-86A9-4518-B68C-513A8C480987}" type="datetimeFigureOut">
              <a:rPr lang="it-IT" smtClean="0"/>
              <a:t>19/02/2026</a:t>
            </a:fld>
            <a:endParaRPr lang="it-IT"/>
          </a:p>
        </p:txBody>
      </p:sp>
      <p:sp>
        <p:nvSpPr>
          <p:cNvPr id="5" name="Footer Placeholder 4"/>
          <p:cNvSpPr>
            <a:spLocks noGrp="1"/>
          </p:cNvSpPr>
          <p:nvPr>
            <p:ph type="ftr" sz="quarter" idx="11"/>
          </p:nvPr>
        </p:nvSpPr>
        <p:spPr/>
        <p:txBody>
          <a:bodyPr/>
          <a:lstStyle/>
          <a:p>
            <a:endParaRPr lang="it-IT"/>
          </a:p>
        </p:txBody>
      </p:sp>
      <p:sp>
        <p:nvSpPr>
          <p:cNvPr id="6" name="Slide Number Placeholder 5"/>
          <p:cNvSpPr>
            <a:spLocks noGrp="1"/>
          </p:cNvSpPr>
          <p:nvPr>
            <p:ph type="sldNum" sz="quarter" idx="12"/>
          </p:nvPr>
        </p:nvSpPr>
        <p:spPr/>
        <p:txBody>
          <a:bodyPr/>
          <a:lstStyle/>
          <a:p>
            <a:fld id="{53989CFC-89DE-4F17-B3B6-DFC80C736B18}" type="slidenum">
              <a:rPr lang="it-IT" smtClean="0"/>
              <a:t>‹N›</a:t>
            </a:fld>
            <a:endParaRPr lang="it-IT"/>
          </a:p>
        </p:txBody>
      </p:sp>
    </p:spTree>
    <p:extLst>
      <p:ext uri="{BB962C8B-B14F-4D97-AF65-F5344CB8AC3E}">
        <p14:creationId xmlns:p14="http://schemas.microsoft.com/office/powerpoint/2010/main" val="185957263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Intestazione sezione">
    <p:spTree>
      <p:nvGrpSpPr>
        <p:cNvPr id="1" name=""/>
        <p:cNvGrpSpPr/>
        <p:nvPr/>
      </p:nvGrpSpPr>
      <p:grpSpPr>
        <a:xfrm>
          <a:off x="0" y="0"/>
          <a:ext cx="0" cy="0"/>
          <a:chOff x="0" y="0"/>
          <a:chExt cx="0" cy="0"/>
        </a:xfrm>
      </p:grpSpPr>
      <p:sp>
        <p:nvSpPr>
          <p:cNvPr id="2" name="Title 1"/>
          <p:cNvSpPr>
            <a:spLocks noGrp="1"/>
          </p:cNvSpPr>
          <p:nvPr>
            <p:ph type="title"/>
          </p:nvPr>
        </p:nvSpPr>
        <p:spPr>
          <a:xfrm>
            <a:off x="1141411" y="1419226"/>
            <a:ext cx="9906000" cy="2852737"/>
          </a:xfrm>
        </p:spPr>
        <p:txBody>
          <a:bodyPr anchor="b">
            <a:normAutofit/>
          </a:bodyPr>
          <a:lstStyle>
            <a:lvl1pPr>
              <a:defRPr sz="3600"/>
            </a:lvl1pPr>
          </a:lstStyle>
          <a:p>
            <a:r>
              <a:rPr lang="it-IT"/>
              <a:t>Fare clic per modificare lo stile del titolo dello schema</a:t>
            </a:r>
            <a:endParaRPr lang="en-US" dirty="0"/>
          </a:p>
        </p:txBody>
      </p:sp>
      <p:sp>
        <p:nvSpPr>
          <p:cNvPr id="3" name="Text Placeholder 2"/>
          <p:cNvSpPr>
            <a:spLocks noGrp="1"/>
          </p:cNvSpPr>
          <p:nvPr>
            <p:ph type="body" idx="1"/>
          </p:nvPr>
        </p:nvSpPr>
        <p:spPr>
          <a:xfrm>
            <a:off x="1141411" y="4424362"/>
            <a:ext cx="9906000" cy="1374776"/>
          </a:xfrm>
        </p:spPr>
        <p:txBody>
          <a:bodyPr>
            <a:normAutofit/>
          </a:bodyPr>
          <a:lstStyle>
            <a:lvl1pPr marL="0" indent="0">
              <a:buNone/>
              <a:defRPr sz="1800" cap="all" baseline="0">
                <a:solidFill>
                  <a:schemeClr val="tx1">
                    <a:tint val="75000"/>
                  </a:schemeClr>
                </a:solidFill>
              </a:defRPr>
            </a:lvl1pPr>
            <a:lvl2pPr marL="457200" indent="0">
              <a:buNone/>
              <a:defRPr sz="18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it-IT"/>
              <a:t>Fare clic per modificare gli stili del testo dello schema</a:t>
            </a:r>
          </a:p>
        </p:txBody>
      </p:sp>
      <p:sp>
        <p:nvSpPr>
          <p:cNvPr id="4" name="Date Placeholder 3"/>
          <p:cNvSpPr>
            <a:spLocks noGrp="1"/>
          </p:cNvSpPr>
          <p:nvPr>
            <p:ph type="dt" sz="half" idx="10"/>
          </p:nvPr>
        </p:nvSpPr>
        <p:spPr/>
        <p:txBody>
          <a:bodyPr/>
          <a:lstStyle/>
          <a:p>
            <a:fld id="{C7CC04FB-86A9-4518-B68C-513A8C480987}" type="datetimeFigureOut">
              <a:rPr lang="it-IT" smtClean="0"/>
              <a:t>19/02/2026</a:t>
            </a:fld>
            <a:endParaRPr lang="it-IT"/>
          </a:p>
        </p:txBody>
      </p:sp>
      <p:sp>
        <p:nvSpPr>
          <p:cNvPr id="5" name="Footer Placeholder 4"/>
          <p:cNvSpPr>
            <a:spLocks noGrp="1"/>
          </p:cNvSpPr>
          <p:nvPr>
            <p:ph type="ftr" sz="quarter" idx="11"/>
          </p:nvPr>
        </p:nvSpPr>
        <p:spPr/>
        <p:txBody>
          <a:bodyPr/>
          <a:lstStyle/>
          <a:p>
            <a:endParaRPr lang="it-IT"/>
          </a:p>
        </p:txBody>
      </p:sp>
      <p:sp>
        <p:nvSpPr>
          <p:cNvPr id="6" name="Slide Number Placeholder 5"/>
          <p:cNvSpPr>
            <a:spLocks noGrp="1"/>
          </p:cNvSpPr>
          <p:nvPr>
            <p:ph type="sldNum" sz="quarter" idx="12"/>
          </p:nvPr>
        </p:nvSpPr>
        <p:spPr/>
        <p:txBody>
          <a:bodyPr/>
          <a:lstStyle/>
          <a:p>
            <a:fld id="{53989CFC-89DE-4F17-B3B6-DFC80C736B18}" type="slidenum">
              <a:rPr lang="it-IT" smtClean="0"/>
              <a:t>‹N›</a:t>
            </a:fld>
            <a:endParaRPr lang="it-IT"/>
          </a:p>
        </p:txBody>
      </p:sp>
    </p:spTree>
    <p:extLst>
      <p:ext uri="{BB962C8B-B14F-4D97-AF65-F5344CB8AC3E}">
        <p14:creationId xmlns:p14="http://schemas.microsoft.com/office/powerpoint/2010/main" val="71013975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ue contenuti">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it-IT"/>
              <a:t>Fare clic per modificare lo stile del titolo dello schema</a:t>
            </a:r>
            <a:endParaRPr lang="en-US" dirty="0"/>
          </a:p>
        </p:txBody>
      </p:sp>
      <p:sp>
        <p:nvSpPr>
          <p:cNvPr id="3" name="Content Placeholder 2"/>
          <p:cNvSpPr>
            <a:spLocks noGrp="1"/>
          </p:cNvSpPr>
          <p:nvPr>
            <p:ph sz="half" idx="1"/>
          </p:nvPr>
        </p:nvSpPr>
        <p:spPr>
          <a:xfrm>
            <a:off x="1141410" y="2249486"/>
            <a:ext cx="4878389" cy="3541714"/>
          </a:xfrm>
        </p:spPr>
        <p:txBody>
          <a:bodyPr/>
          <a:lstStyle/>
          <a:p>
            <a:pPr lvl="0"/>
            <a:r>
              <a:rPr lang="it-IT"/>
              <a:t>Fare clic per modificare gli stili del testo dello schema</a:t>
            </a:r>
          </a:p>
          <a:p>
            <a:pPr lvl="1"/>
            <a:r>
              <a:rPr lang="it-IT"/>
              <a:t>Secondo livello</a:t>
            </a:r>
          </a:p>
          <a:p>
            <a:pPr lvl="2"/>
            <a:r>
              <a:rPr lang="it-IT"/>
              <a:t>Terzo livello</a:t>
            </a:r>
          </a:p>
          <a:p>
            <a:pPr lvl="3"/>
            <a:r>
              <a:rPr lang="it-IT"/>
              <a:t>Quarto livello</a:t>
            </a:r>
          </a:p>
          <a:p>
            <a:pPr lvl="4"/>
            <a:r>
              <a:rPr lang="it-IT"/>
              <a:t>Quinto livello</a:t>
            </a:r>
            <a:endParaRPr lang="en-US" dirty="0"/>
          </a:p>
        </p:txBody>
      </p:sp>
      <p:sp>
        <p:nvSpPr>
          <p:cNvPr id="4" name="Content Placeholder 3"/>
          <p:cNvSpPr>
            <a:spLocks noGrp="1"/>
          </p:cNvSpPr>
          <p:nvPr>
            <p:ph sz="half" idx="2"/>
          </p:nvPr>
        </p:nvSpPr>
        <p:spPr>
          <a:xfrm>
            <a:off x="6172200" y="2249486"/>
            <a:ext cx="4875211" cy="3541714"/>
          </a:xfrm>
        </p:spPr>
        <p:txBody>
          <a:bodyPr/>
          <a:lstStyle/>
          <a:p>
            <a:pPr lvl="0"/>
            <a:r>
              <a:rPr lang="it-IT"/>
              <a:t>Fare clic per modificare gli stili del testo dello schema</a:t>
            </a:r>
          </a:p>
          <a:p>
            <a:pPr lvl="1"/>
            <a:r>
              <a:rPr lang="it-IT"/>
              <a:t>Secondo livello</a:t>
            </a:r>
          </a:p>
          <a:p>
            <a:pPr lvl="2"/>
            <a:r>
              <a:rPr lang="it-IT"/>
              <a:t>Terzo livello</a:t>
            </a:r>
          </a:p>
          <a:p>
            <a:pPr lvl="3"/>
            <a:r>
              <a:rPr lang="it-IT"/>
              <a:t>Quarto livello</a:t>
            </a:r>
          </a:p>
          <a:p>
            <a:pPr lvl="4"/>
            <a:r>
              <a:rPr lang="it-IT"/>
              <a:t>Quinto livello</a:t>
            </a:r>
            <a:endParaRPr lang="en-US" dirty="0"/>
          </a:p>
        </p:txBody>
      </p:sp>
      <p:sp>
        <p:nvSpPr>
          <p:cNvPr id="5" name="Date Placeholder 4"/>
          <p:cNvSpPr>
            <a:spLocks noGrp="1"/>
          </p:cNvSpPr>
          <p:nvPr>
            <p:ph type="dt" sz="half" idx="10"/>
          </p:nvPr>
        </p:nvSpPr>
        <p:spPr/>
        <p:txBody>
          <a:bodyPr/>
          <a:lstStyle/>
          <a:p>
            <a:fld id="{C7CC04FB-86A9-4518-B68C-513A8C480987}" type="datetimeFigureOut">
              <a:rPr lang="it-IT" smtClean="0"/>
              <a:t>19/02/2026</a:t>
            </a:fld>
            <a:endParaRPr lang="it-IT"/>
          </a:p>
        </p:txBody>
      </p:sp>
      <p:sp>
        <p:nvSpPr>
          <p:cNvPr id="6" name="Footer Placeholder 5"/>
          <p:cNvSpPr>
            <a:spLocks noGrp="1"/>
          </p:cNvSpPr>
          <p:nvPr>
            <p:ph type="ftr" sz="quarter" idx="11"/>
          </p:nvPr>
        </p:nvSpPr>
        <p:spPr/>
        <p:txBody>
          <a:bodyPr/>
          <a:lstStyle/>
          <a:p>
            <a:endParaRPr lang="it-IT"/>
          </a:p>
        </p:txBody>
      </p:sp>
      <p:sp>
        <p:nvSpPr>
          <p:cNvPr id="7" name="Slide Number Placeholder 6"/>
          <p:cNvSpPr>
            <a:spLocks noGrp="1"/>
          </p:cNvSpPr>
          <p:nvPr>
            <p:ph type="sldNum" sz="quarter" idx="12"/>
          </p:nvPr>
        </p:nvSpPr>
        <p:spPr/>
        <p:txBody>
          <a:bodyPr/>
          <a:lstStyle/>
          <a:p>
            <a:fld id="{53989CFC-89DE-4F17-B3B6-DFC80C736B18}" type="slidenum">
              <a:rPr lang="it-IT" smtClean="0"/>
              <a:t>‹N›</a:t>
            </a:fld>
            <a:endParaRPr lang="it-IT"/>
          </a:p>
        </p:txBody>
      </p:sp>
    </p:spTree>
    <p:extLst>
      <p:ext uri="{BB962C8B-B14F-4D97-AF65-F5344CB8AC3E}">
        <p14:creationId xmlns:p14="http://schemas.microsoft.com/office/powerpoint/2010/main" val="358066282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nfronto">
    <p:spTree>
      <p:nvGrpSpPr>
        <p:cNvPr id="1" name=""/>
        <p:cNvGrpSpPr/>
        <p:nvPr/>
      </p:nvGrpSpPr>
      <p:grpSpPr>
        <a:xfrm>
          <a:off x="0" y="0"/>
          <a:ext cx="0" cy="0"/>
          <a:chOff x="0" y="0"/>
          <a:chExt cx="0" cy="0"/>
        </a:xfrm>
      </p:grpSpPr>
      <p:sp>
        <p:nvSpPr>
          <p:cNvPr id="2" name="Title 1"/>
          <p:cNvSpPr>
            <a:spLocks noGrp="1"/>
          </p:cNvSpPr>
          <p:nvPr>
            <p:ph type="title"/>
          </p:nvPr>
        </p:nvSpPr>
        <p:spPr>
          <a:xfrm>
            <a:off x="1141411" y="619126"/>
            <a:ext cx="9906000" cy="1477961"/>
          </a:xfrm>
        </p:spPr>
        <p:txBody>
          <a:bodyPr/>
          <a:lstStyle/>
          <a:p>
            <a:r>
              <a:rPr lang="it-IT"/>
              <a:t>Fare clic per modificare lo stile del titolo dello schema</a:t>
            </a:r>
            <a:endParaRPr lang="en-US" dirty="0"/>
          </a:p>
        </p:txBody>
      </p:sp>
      <p:sp>
        <p:nvSpPr>
          <p:cNvPr id="3" name="Text Placeholder 2"/>
          <p:cNvSpPr>
            <a:spLocks noGrp="1"/>
          </p:cNvSpPr>
          <p:nvPr>
            <p:ph type="body" idx="1"/>
          </p:nvPr>
        </p:nvSpPr>
        <p:spPr>
          <a:xfrm>
            <a:off x="1370019" y="2249486"/>
            <a:ext cx="4649783" cy="823912"/>
          </a:xfrm>
        </p:spPr>
        <p:txBody>
          <a:bodyPr anchor="b"/>
          <a:lstStyle>
            <a:lvl1pPr marL="0" indent="0">
              <a:lnSpc>
                <a:spcPct val="90000"/>
              </a:lnSpc>
              <a:buNone/>
              <a:defRPr sz="24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it-IT"/>
              <a:t>Fare clic per modificare gli stili del testo dello schema</a:t>
            </a:r>
          </a:p>
        </p:txBody>
      </p:sp>
      <p:sp>
        <p:nvSpPr>
          <p:cNvPr id="4" name="Content Placeholder 3"/>
          <p:cNvSpPr>
            <a:spLocks noGrp="1"/>
          </p:cNvSpPr>
          <p:nvPr>
            <p:ph sz="half" idx="2"/>
          </p:nvPr>
        </p:nvSpPr>
        <p:spPr>
          <a:xfrm>
            <a:off x="1141410" y="3073397"/>
            <a:ext cx="4878391" cy="2717801"/>
          </a:xfrm>
        </p:spPr>
        <p:txBody>
          <a:bodyPr/>
          <a:lstStyle/>
          <a:p>
            <a:pPr lvl="0"/>
            <a:r>
              <a:rPr lang="it-IT"/>
              <a:t>Fare clic per modificare gli stili del testo dello schema</a:t>
            </a:r>
          </a:p>
          <a:p>
            <a:pPr lvl="1"/>
            <a:r>
              <a:rPr lang="it-IT"/>
              <a:t>Secondo livello</a:t>
            </a:r>
          </a:p>
          <a:p>
            <a:pPr lvl="2"/>
            <a:r>
              <a:rPr lang="it-IT"/>
              <a:t>Terzo livello</a:t>
            </a:r>
          </a:p>
          <a:p>
            <a:pPr lvl="3"/>
            <a:r>
              <a:rPr lang="it-IT"/>
              <a:t>Quarto livello</a:t>
            </a:r>
          </a:p>
          <a:p>
            <a:pPr lvl="4"/>
            <a:r>
              <a:rPr lang="it-IT"/>
              <a:t>Quinto livello</a:t>
            </a:r>
            <a:endParaRPr lang="en-US" dirty="0"/>
          </a:p>
        </p:txBody>
      </p:sp>
      <p:sp>
        <p:nvSpPr>
          <p:cNvPr id="5" name="Text Placeholder 4"/>
          <p:cNvSpPr>
            <a:spLocks noGrp="1"/>
          </p:cNvSpPr>
          <p:nvPr>
            <p:ph type="body" sz="quarter" idx="3"/>
          </p:nvPr>
        </p:nvSpPr>
        <p:spPr>
          <a:xfrm>
            <a:off x="6400808" y="2249485"/>
            <a:ext cx="4646602" cy="823912"/>
          </a:xfrm>
        </p:spPr>
        <p:txBody>
          <a:bodyPr anchor="b"/>
          <a:lstStyle>
            <a:lvl1pPr marL="0" indent="0">
              <a:lnSpc>
                <a:spcPct val="90000"/>
              </a:lnSpc>
              <a:buNone/>
              <a:defRPr sz="24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it-IT"/>
              <a:t>Fare clic per modificare gli stili del testo dello schema</a:t>
            </a:r>
          </a:p>
        </p:txBody>
      </p:sp>
      <p:sp>
        <p:nvSpPr>
          <p:cNvPr id="6" name="Content Placeholder 5"/>
          <p:cNvSpPr>
            <a:spLocks noGrp="1"/>
          </p:cNvSpPr>
          <p:nvPr>
            <p:ph sz="quarter" idx="4"/>
          </p:nvPr>
        </p:nvSpPr>
        <p:spPr>
          <a:xfrm>
            <a:off x="6172200" y="3073397"/>
            <a:ext cx="4875210" cy="2717801"/>
          </a:xfrm>
        </p:spPr>
        <p:txBody>
          <a:bodyPr/>
          <a:lstStyle/>
          <a:p>
            <a:pPr lvl="0"/>
            <a:r>
              <a:rPr lang="it-IT"/>
              <a:t>Fare clic per modificare gli stili del testo dello schema</a:t>
            </a:r>
          </a:p>
          <a:p>
            <a:pPr lvl="1"/>
            <a:r>
              <a:rPr lang="it-IT"/>
              <a:t>Secondo livello</a:t>
            </a:r>
          </a:p>
          <a:p>
            <a:pPr lvl="2"/>
            <a:r>
              <a:rPr lang="it-IT"/>
              <a:t>Terzo livello</a:t>
            </a:r>
          </a:p>
          <a:p>
            <a:pPr lvl="3"/>
            <a:r>
              <a:rPr lang="it-IT"/>
              <a:t>Quarto livello</a:t>
            </a:r>
          </a:p>
          <a:p>
            <a:pPr lvl="4"/>
            <a:r>
              <a:rPr lang="it-IT"/>
              <a:t>Quinto livello</a:t>
            </a:r>
            <a:endParaRPr lang="en-US" dirty="0"/>
          </a:p>
        </p:txBody>
      </p:sp>
      <p:sp>
        <p:nvSpPr>
          <p:cNvPr id="7" name="Date Placeholder 6"/>
          <p:cNvSpPr>
            <a:spLocks noGrp="1"/>
          </p:cNvSpPr>
          <p:nvPr>
            <p:ph type="dt" sz="half" idx="10"/>
          </p:nvPr>
        </p:nvSpPr>
        <p:spPr/>
        <p:txBody>
          <a:bodyPr/>
          <a:lstStyle/>
          <a:p>
            <a:fld id="{C7CC04FB-86A9-4518-B68C-513A8C480987}" type="datetimeFigureOut">
              <a:rPr lang="it-IT" smtClean="0"/>
              <a:t>19/02/2026</a:t>
            </a:fld>
            <a:endParaRPr lang="it-IT"/>
          </a:p>
        </p:txBody>
      </p:sp>
      <p:sp>
        <p:nvSpPr>
          <p:cNvPr id="8" name="Footer Placeholder 7"/>
          <p:cNvSpPr>
            <a:spLocks noGrp="1"/>
          </p:cNvSpPr>
          <p:nvPr>
            <p:ph type="ftr" sz="quarter" idx="11"/>
          </p:nvPr>
        </p:nvSpPr>
        <p:spPr/>
        <p:txBody>
          <a:bodyPr/>
          <a:lstStyle/>
          <a:p>
            <a:endParaRPr lang="it-IT"/>
          </a:p>
        </p:txBody>
      </p:sp>
      <p:sp>
        <p:nvSpPr>
          <p:cNvPr id="9" name="Slide Number Placeholder 8"/>
          <p:cNvSpPr>
            <a:spLocks noGrp="1"/>
          </p:cNvSpPr>
          <p:nvPr>
            <p:ph type="sldNum" sz="quarter" idx="12"/>
          </p:nvPr>
        </p:nvSpPr>
        <p:spPr/>
        <p:txBody>
          <a:bodyPr/>
          <a:lstStyle/>
          <a:p>
            <a:fld id="{53989CFC-89DE-4F17-B3B6-DFC80C736B18}" type="slidenum">
              <a:rPr lang="it-IT" smtClean="0"/>
              <a:t>‹N›</a:t>
            </a:fld>
            <a:endParaRPr lang="it-IT"/>
          </a:p>
        </p:txBody>
      </p:sp>
    </p:spTree>
    <p:extLst>
      <p:ext uri="{BB962C8B-B14F-4D97-AF65-F5344CB8AC3E}">
        <p14:creationId xmlns:p14="http://schemas.microsoft.com/office/powerpoint/2010/main" val="395284182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Solo titolo">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it-IT"/>
              <a:t>Fare clic per modificare lo stile del titolo dello schema</a:t>
            </a:r>
            <a:endParaRPr lang="en-US" dirty="0"/>
          </a:p>
        </p:txBody>
      </p:sp>
      <p:sp>
        <p:nvSpPr>
          <p:cNvPr id="3" name="Date Placeholder 2"/>
          <p:cNvSpPr>
            <a:spLocks noGrp="1"/>
          </p:cNvSpPr>
          <p:nvPr>
            <p:ph type="dt" sz="half" idx="10"/>
          </p:nvPr>
        </p:nvSpPr>
        <p:spPr/>
        <p:txBody>
          <a:bodyPr/>
          <a:lstStyle/>
          <a:p>
            <a:fld id="{C7CC04FB-86A9-4518-B68C-513A8C480987}" type="datetimeFigureOut">
              <a:rPr lang="it-IT" smtClean="0"/>
              <a:t>19/02/2026</a:t>
            </a:fld>
            <a:endParaRPr lang="it-IT"/>
          </a:p>
        </p:txBody>
      </p:sp>
      <p:sp>
        <p:nvSpPr>
          <p:cNvPr id="4" name="Footer Placeholder 3"/>
          <p:cNvSpPr>
            <a:spLocks noGrp="1"/>
          </p:cNvSpPr>
          <p:nvPr>
            <p:ph type="ftr" sz="quarter" idx="11"/>
          </p:nvPr>
        </p:nvSpPr>
        <p:spPr/>
        <p:txBody>
          <a:bodyPr/>
          <a:lstStyle/>
          <a:p>
            <a:endParaRPr lang="it-IT"/>
          </a:p>
        </p:txBody>
      </p:sp>
      <p:sp>
        <p:nvSpPr>
          <p:cNvPr id="5" name="Slide Number Placeholder 4"/>
          <p:cNvSpPr>
            <a:spLocks noGrp="1"/>
          </p:cNvSpPr>
          <p:nvPr>
            <p:ph type="sldNum" sz="quarter" idx="12"/>
          </p:nvPr>
        </p:nvSpPr>
        <p:spPr/>
        <p:txBody>
          <a:bodyPr/>
          <a:lstStyle/>
          <a:p>
            <a:fld id="{53989CFC-89DE-4F17-B3B6-DFC80C736B18}" type="slidenum">
              <a:rPr lang="it-IT" smtClean="0"/>
              <a:t>‹N›</a:t>
            </a:fld>
            <a:endParaRPr lang="it-IT"/>
          </a:p>
        </p:txBody>
      </p:sp>
    </p:spTree>
    <p:extLst>
      <p:ext uri="{BB962C8B-B14F-4D97-AF65-F5344CB8AC3E}">
        <p14:creationId xmlns:p14="http://schemas.microsoft.com/office/powerpoint/2010/main" val="17714759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Vuota">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C7CC04FB-86A9-4518-B68C-513A8C480987}" type="datetimeFigureOut">
              <a:rPr lang="it-IT" smtClean="0"/>
              <a:t>19/02/2026</a:t>
            </a:fld>
            <a:endParaRPr lang="it-IT"/>
          </a:p>
        </p:txBody>
      </p:sp>
      <p:sp>
        <p:nvSpPr>
          <p:cNvPr id="3" name="Footer Placeholder 2"/>
          <p:cNvSpPr>
            <a:spLocks noGrp="1"/>
          </p:cNvSpPr>
          <p:nvPr>
            <p:ph type="ftr" sz="quarter" idx="11"/>
          </p:nvPr>
        </p:nvSpPr>
        <p:spPr/>
        <p:txBody>
          <a:bodyPr/>
          <a:lstStyle/>
          <a:p>
            <a:endParaRPr lang="it-IT"/>
          </a:p>
        </p:txBody>
      </p:sp>
      <p:sp>
        <p:nvSpPr>
          <p:cNvPr id="4" name="Slide Number Placeholder 3"/>
          <p:cNvSpPr>
            <a:spLocks noGrp="1"/>
          </p:cNvSpPr>
          <p:nvPr>
            <p:ph type="sldNum" sz="quarter" idx="12"/>
          </p:nvPr>
        </p:nvSpPr>
        <p:spPr/>
        <p:txBody>
          <a:bodyPr/>
          <a:lstStyle/>
          <a:p>
            <a:fld id="{53989CFC-89DE-4F17-B3B6-DFC80C736B18}" type="slidenum">
              <a:rPr lang="it-IT" smtClean="0"/>
              <a:t>‹N›</a:t>
            </a:fld>
            <a:endParaRPr lang="it-IT"/>
          </a:p>
        </p:txBody>
      </p:sp>
    </p:spTree>
    <p:extLst>
      <p:ext uri="{BB962C8B-B14F-4D97-AF65-F5344CB8AC3E}">
        <p14:creationId xmlns:p14="http://schemas.microsoft.com/office/powerpoint/2010/main" val="259545007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uto con didascalia">
    <p:spTree>
      <p:nvGrpSpPr>
        <p:cNvPr id="1" name=""/>
        <p:cNvGrpSpPr/>
        <p:nvPr/>
      </p:nvGrpSpPr>
      <p:grpSpPr>
        <a:xfrm>
          <a:off x="0" y="0"/>
          <a:ext cx="0" cy="0"/>
          <a:chOff x="0" y="0"/>
          <a:chExt cx="0" cy="0"/>
        </a:xfrm>
      </p:grpSpPr>
      <p:sp>
        <p:nvSpPr>
          <p:cNvPr id="2" name="Title 1"/>
          <p:cNvSpPr>
            <a:spLocks noGrp="1"/>
          </p:cNvSpPr>
          <p:nvPr>
            <p:ph type="title"/>
          </p:nvPr>
        </p:nvSpPr>
        <p:spPr>
          <a:xfrm>
            <a:off x="1146705" y="609601"/>
            <a:ext cx="3856037" cy="1639884"/>
          </a:xfrm>
        </p:spPr>
        <p:txBody>
          <a:bodyPr anchor="b"/>
          <a:lstStyle>
            <a:lvl1pPr>
              <a:defRPr sz="3200"/>
            </a:lvl1pPr>
          </a:lstStyle>
          <a:p>
            <a:r>
              <a:rPr lang="it-IT"/>
              <a:t>Fare clic per modificare lo stile del titolo dello schema</a:t>
            </a:r>
            <a:endParaRPr lang="en-US" dirty="0"/>
          </a:p>
        </p:txBody>
      </p:sp>
      <p:sp>
        <p:nvSpPr>
          <p:cNvPr id="3" name="Content Placeholder 2"/>
          <p:cNvSpPr>
            <a:spLocks noGrp="1"/>
          </p:cNvSpPr>
          <p:nvPr>
            <p:ph idx="1"/>
          </p:nvPr>
        </p:nvSpPr>
        <p:spPr>
          <a:xfrm>
            <a:off x="5156200" y="592666"/>
            <a:ext cx="5891209" cy="5198534"/>
          </a:xfrm>
        </p:spPr>
        <p:txBody>
          <a:bodyPr anchor="ctr"/>
          <a:lstStyle/>
          <a:p>
            <a:pPr lvl="0"/>
            <a:r>
              <a:rPr lang="it-IT"/>
              <a:t>Fare clic per modificare gli stili del testo dello schema</a:t>
            </a:r>
          </a:p>
          <a:p>
            <a:pPr lvl="1"/>
            <a:r>
              <a:rPr lang="it-IT"/>
              <a:t>Secondo livello</a:t>
            </a:r>
          </a:p>
          <a:p>
            <a:pPr lvl="2"/>
            <a:r>
              <a:rPr lang="it-IT"/>
              <a:t>Terzo livello</a:t>
            </a:r>
          </a:p>
          <a:p>
            <a:pPr lvl="3"/>
            <a:r>
              <a:rPr lang="it-IT"/>
              <a:t>Quarto livello</a:t>
            </a:r>
          </a:p>
          <a:p>
            <a:pPr lvl="4"/>
            <a:r>
              <a:rPr lang="it-IT"/>
              <a:t>Quinto livello</a:t>
            </a:r>
            <a:endParaRPr lang="en-US" dirty="0"/>
          </a:p>
        </p:txBody>
      </p:sp>
      <p:sp>
        <p:nvSpPr>
          <p:cNvPr id="4" name="Text Placeholder 3"/>
          <p:cNvSpPr>
            <a:spLocks noGrp="1"/>
          </p:cNvSpPr>
          <p:nvPr>
            <p:ph type="body" sz="half" idx="2"/>
          </p:nvPr>
        </p:nvSpPr>
        <p:spPr>
          <a:xfrm>
            <a:off x="1146705" y="2249486"/>
            <a:ext cx="3856037" cy="3541714"/>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it-IT"/>
              <a:t>Fare clic per modificare gli stili del testo dello schema</a:t>
            </a:r>
          </a:p>
        </p:txBody>
      </p:sp>
      <p:sp>
        <p:nvSpPr>
          <p:cNvPr id="5" name="Date Placeholder 4"/>
          <p:cNvSpPr>
            <a:spLocks noGrp="1"/>
          </p:cNvSpPr>
          <p:nvPr>
            <p:ph type="dt" sz="half" idx="10"/>
          </p:nvPr>
        </p:nvSpPr>
        <p:spPr/>
        <p:txBody>
          <a:bodyPr/>
          <a:lstStyle/>
          <a:p>
            <a:fld id="{C7CC04FB-86A9-4518-B68C-513A8C480987}" type="datetimeFigureOut">
              <a:rPr lang="it-IT" smtClean="0"/>
              <a:t>19/02/2026</a:t>
            </a:fld>
            <a:endParaRPr lang="it-IT"/>
          </a:p>
        </p:txBody>
      </p:sp>
      <p:sp>
        <p:nvSpPr>
          <p:cNvPr id="6" name="Footer Placeholder 5"/>
          <p:cNvSpPr>
            <a:spLocks noGrp="1"/>
          </p:cNvSpPr>
          <p:nvPr>
            <p:ph type="ftr" sz="quarter" idx="11"/>
          </p:nvPr>
        </p:nvSpPr>
        <p:spPr/>
        <p:txBody>
          <a:bodyPr/>
          <a:lstStyle/>
          <a:p>
            <a:endParaRPr lang="it-IT"/>
          </a:p>
        </p:txBody>
      </p:sp>
      <p:sp>
        <p:nvSpPr>
          <p:cNvPr id="7" name="Slide Number Placeholder 6"/>
          <p:cNvSpPr>
            <a:spLocks noGrp="1"/>
          </p:cNvSpPr>
          <p:nvPr>
            <p:ph type="sldNum" sz="quarter" idx="12"/>
          </p:nvPr>
        </p:nvSpPr>
        <p:spPr/>
        <p:txBody>
          <a:bodyPr/>
          <a:lstStyle/>
          <a:p>
            <a:fld id="{53989CFC-89DE-4F17-B3B6-DFC80C736B18}" type="slidenum">
              <a:rPr lang="it-IT" smtClean="0"/>
              <a:t>‹N›</a:t>
            </a:fld>
            <a:endParaRPr lang="it-IT"/>
          </a:p>
        </p:txBody>
      </p:sp>
    </p:spTree>
    <p:extLst>
      <p:ext uri="{BB962C8B-B14F-4D97-AF65-F5344CB8AC3E}">
        <p14:creationId xmlns:p14="http://schemas.microsoft.com/office/powerpoint/2010/main" val="277391746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magine con didascalia">
    <p:spTree>
      <p:nvGrpSpPr>
        <p:cNvPr id="1" name=""/>
        <p:cNvGrpSpPr/>
        <p:nvPr/>
      </p:nvGrpSpPr>
      <p:grpSpPr>
        <a:xfrm>
          <a:off x="0" y="0"/>
          <a:ext cx="0" cy="0"/>
          <a:chOff x="0" y="0"/>
          <a:chExt cx="0" cy="0"/>
        </a:xfrm>
      </p:grpSpPr>
      <p:sp>
        <p:nvSpPr>
          <p:cNvPr id="2" name="Title 1"/>
          <p:cNvSpPr>
            <a:spLocks noGrp="1"/>
          </p:cNvSpPr>
          <p:nvPr>
            <p:ph type="title"/>
          </p:nvPr>
        </p:nvSpPr>
        <p:spPr>
          <a:xfrm>
            <a:off x="1141413" y="609600"/>
            <a:ext cx="5934508" cy="1639886"/>
          </a:xfrm>
        </p:spPr>
        <p:txBody>
          <a:bodyPr anchor="b"/>
          <a:lstStyle>
            <a:lvl1pPr>
              <a:defRPr sz="3200"/>
            </a:lvl1pPr>
          </a:lstStyle>
          <a:p>
            <a:r>
              <a:rPr lang="it-IT"/>
              <a:t>Fare clic per modificare lo stile del titolo dello schema</a:t>
            </a:r>
            <a:endParaRPr lang="en-US" dirty="0"/>
          </a:p>
        </p:txBody>
      </p:sp>
      <p:sp>
        <p:nvSpPr>
          <p:cNvPr id="3" name="Picture Placeholder 2"/>
          <p:cNvSpPr>
            <a:spLocks noGrp="1" noChangeAspect="1"/>
          </p:cNvSpPr>
          <p:nvPr>
            <p:ph type="pic" idx="1"/>
          </p:nvPr>
        </p:nvSpPr>
        <p:spPr>
          <a:xfrm>
            <a:off x="7380721" y="609601"/>
            <a:ext cx="3666690" cy="5181599"/>
          </a:xfrm>
          <a:prstGeom prst="round2DiagRect">
            <a:avLst>
              <a:gd name="adj1" fmla="val 5608"/>
              <a:gd name="adj2" fmla="val 0"/>
            </a:avLst>
          </a:prstGeom>
          <a:ln w="19050" cap="sq">
            <a:solidFill>
              <a:schemeClr val="tx2">
                <a:lumMod val="60000"/>
                <a:lumOff val="40000"/>
                <a:alpha val="60000"/>
              </a:schemeClr>
            </a:solidFill>
            <a:miter lim="800000"/>
          </a:ln>
          <a:effectLst>
            <a:outerShdw blurRad="88900" dist="38100" dir="5400000" algn="t" rotWithShape="0">
              <a:prstClr val="black">
                <a:alpha val="40000"/>
              </a:prstClr>
            </a:outerShdw>
          </a:effectLst>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it-IT"/>
              <a:t>Fare clic sull'icona per inserire un'immagine</a:t>
            </a:r>
            <a:endParaRPr lang="en-US" dirty="0"/>
          </a:p>
        </p:txBody>
      </p:sp>
      <p:sp>
        <p:nvSpPr>
          <p:cNvPr id="4" name="Text Placeholder 3"/>
          <p:cNvSpPr>
            <a:spLocks noGrp="1"/>
          </p:cNvSpPr>
          <p:nvPr>
            <p:ph type="body" sz="half" idx="2"/>
          </p:nvPr>
        </p:nvSpPr>
        <p:spPr>
          <a:xfrm>
            <a:off x="1141410" y="2249486"/>
            <a:ext cx="5934511" cy="3541714"/>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it-IT"/>
              <a:t>Fare clic per modificare gli stili del testo dello schema</a:t>
            </a:r>
          </a:p>
        </p:txBody>
      </p:sp>
      <p:sp>
        <p:nvSpPr>
          <p:cNvPr id="5" name="Date Placeholder 4"/>
          <p:cNvSpPr>
            <a:spLocks noGrp="1"/>
          </p:cNvSpPr>
          <p:nvPr>
            <p:ph type="dt" sz="half" idx="10"/>
          </p:nvPr>
        </p:nvSpPr>
        <p:spPr/>
        <p:txBody>
          <a:bodyPr/>
          <a:lstStyle/>
          <a:p>
            <a:fld id="{C7CC04FB-86A9-4518-B68C-513A8C480987}" type="datetimeFigureOut">
              <a:rPr lang="it-IT" smtClean="0"/>
              <a:t>19/02/2026</a:t>
            </a:fld>
            <a:endParaRPr lang="it-IT"/>
          </a:p>
        </p:txBody>
      </p:sp>
      <p:sp>
        <p:nvSpPr>
          <p:cNvPr id="6" name="Footer Placeholder 5"/>
          <p:cNvSpPr>
            <a:spLocks noGrp="1"/>
          </p:cNvSpPr>
          <p:nvPr>
            <p:ph type="ftr" sz="quarter" idx="11"/>
          </p:nvPr>
        </p:nvSpPr>
        <p:spPr/>
        <p:txBody>
          <a:bodyPr/>
          <a:lstStyle/>
          <a:p>
            <a:endParaRPr lang="it-IT"/>
          </a:p>
        </p:txBody>
      </p:sp>
      <p:sp>
        <p:nvSpPr>
          <p:cNvPr id="7" name="Slide Number Placeholder 6"/>
          <p:cNvSpPr>
            <a:spLocks noGrp="1"/>
          </p:cNvSpPr>
          <p:nvPr>
            <p:ph type="sldNum" sz="quarter" idx="12"/>
          </p:nvPr>
        </p:nvSpPr>
        <p:spPr/>
        <p:txBody>
          <a:bodyPr/>
          <a:lstStyle/>
          <a:p>
            <a:fld id="{53989CFC-89DE-4F17-B3B6-DFC80C736B18}" type="slidenum">
              <a:rPr lang="it-IT" smtClean="0"/>
              <a:t>‹N›</a:t>
            </a:fld>
            <a:endParaRPr lang="it-IT"/>
          </a:p>
        </p:txBody>
      </p:sp>
    </p:spTree>
    <p:extLst>
      <p:ext uri="{BB962C8B-B14F-4D97-AF65-F5344CB8AC3E}">
        <p14:creationId xmlns:p14="http://schemas.microsoft.com/office/powerpoint/2010/main" val="201249676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Immagine panoramica con didascalia">
    <p:spTree>
      <p:nvGrpSpPr>
        <p:cNvPr id="1" name=""/>
        <p:cNvGrpSpPr/>
        <p:nvPr/>
      </p:nvGrpSpPr>
      <p:grpSpPr>
        <a:xfrm>
          <a:off x="0" y="0"/>
          <a:ext cx="0" cy="0"/>
          <a:chOff x="0" y="0"/>
          <a:chExt cx="0" cy="0"/>
        </a:xfrm>
      </p:grpSpPr>
      <p:sp>
        <p:nvSpPr>
          <p:cNvPr id="2" name="Title 1"/>
          <p:cNvSpPr>
            <a:spLocks noGrp="1"/>
          </p:cNvSpPr>
          <p:nvPr>
            <p:ph type="title"/>
          </p:nvPr>
        </p:nvSpPr>
        <p:spPr>
          <a:xfrm>
            <a:off x="1141410" y="4304664"/>
            <a:ext cx="9912355" cy="819355"/>
          </a:xfrm>
        </p:spPr>
        <p:txBody>
          <a:bodyPr anchor="b">
            <a:normAutofit/>
          </a:bodyPr>
          <a:lstStyle>
            <a:lvl1pPr>
              <a:defRPr sz="3200"/>
            </a:lvl1pPr>
          </a:lstStyle>
          <a:p>
            <a:r>
              <a:rPr lang="it-IT"/>
              <a:t>Fare clic per modificare lo stile del titolo dello schema</a:t>
            </a:r>
            <a:endParaRPr lang="en-US" dirty="0"/>
          </a:p>
        </p:txBody>
      </p:sp>
      <p:sp>
        <p:nvSpPr>
          <p:cNvPr id="3" name="Picture Placeholder 2"/>
          <p:cNvSpPr>
            <a:spLocks noGrp="1" noChangeAspect="1"/>
          </p:cNvSpPr>
          <p:nvPr>
            <p:ph type="pic" idx="1"/>
          </p:nvPr>
        </p:nvSpPr>
        <p:spPr>
          <a:xfrm>
            <a:off x="1141411" y="606426"/>
            <a:ext cx="9912354" cy="3299778"/>
          </a:xfrm>
          <a:prstGeom prst="round2DiagRect">
            <a:avLst>
              <a:gd name="adj1" fmla="val 4860"/>
              <a:gd name="adj2" fmla="val 0"/>
            </a:avLst>
          </a:prstGeom>
          <a:ln w="19050" cap="sq">
            <a:solidFill>
              <a:schemeClr val="tx2">
                <a:lumMod val="60000"/>
                <a:lumOff val="40000"/>
                <a:alpha val="60000"/>
              </a:schemeClr>
            </a:solidFill>
            <a:miter lim="800000"/>
          </a:ln>
          <a:effectLst>
            <a:outerShdw blurRad="88900" dist="38100" dir="5400000" algn="t" rotWithShape="0">
              <a:prstClr val="black">
                <a:alpha val="40000"/>
              </a:prstClr>
            </a:outerShdw>
          </a:effectLst>
        </p:spPr>
        <p:txBody>
          <a:bodyPr vert="horz" lIns="91440" tIns="45720" rIns="91440" bIns="45720" rtlCol="0" anchor="t">
            <a:normAutofit/>
          </a:bodyPr>
          <a:lstStyle>
            <a:lvl1pPr>
              <a:buNone/>
              <a:defRPr lang="en-US" sz="3200"/>
            </a:lvl1pPr>
          </a:lstStyle>
          <a:p>
            <a:pPr marL="0" lvl="0" indent="0">
              <a:buNone/>
            </a:pPr>
            <a:r>
              <a:rPr lang="it-IT"/>
              <a:t>Fare clic sull'icona per inserire un'immagine</a:t>
            </a:r>
            <a:endParaRPr lang="en-US" dirty="0"/>
          </a:p>
        </p:txBody>
      </p:sp>
      <p:sp>
        <p:nvSpPr>
          <p:cNvPr id="4" name="Text Placeholder 3"/>
          <p:cNvSpPr>
            <a:spLocks noGrp="1"/>
          </p:cNvSpPr>
          <p:nvPr>
            <p:ph type="body" sz="half" idx="2"/>
          </p:nvPr>
        </p:nvSpPr>
        <p:spPr>
          <a:xfrm>
            <a:off x="1141364" y="5124020"/>
            <a:ext cx="9910859" cy="682472"/>
          </a:xfrm>
        </p:spPr>
        <p:txBody>
          <a:bodyPr>
            <a:normAutofit/>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it-IT"/>
              <a:t>Fare clic per modificare gli stili del testo dello schema</a:t>
            </a:r>
          </a:p>
        </p:txBody>
      </p:sp>
      <p:sp>
        <p:nvSpPr>
          <p:cNvPr id="5" name="Date Placeholder 4"/>
          <p:cNvSpPr>
            <a:spLocks noGrp="1"/>
          </p:cNvSpPr>
          <p:nvPr>
            <p:ph type="dt" sz="half" idx="10"/>
          </p:nvPr>
        </p:nvSpPr>
        <p:spPr/>
        <p:txBody>
          <a:bodyPr/>
          <a:lstStyle/>
          <a:p>
            <a:fld id="{C7CC04FB-86A9-4518-B68C-513A8C480987}" type="datetimeFigureOut">
              <a:rPr lang="it-IT" smtClean="0"/>
              <a:t>19/02/2026</a:t>
            </a:fld>
            <a:endParaRPr lang="it-IT"/>
          </a:p>
        </p:txBody>
      </p:sp>
      <p:sp>
        <p:nvSpPr>
          <p:cNvPr id="6" name="Footer Placeholder 5"/>
          <p:cNvSpPr>
            <a:spLocks noGrp="1"/>
          </p:cNvSpPr>
          <p:nvPr>
            <p:ph type="ftr" sz="quarter" idx="11"/>
          </p:nvPr>
        </p:nvSpPr>
        <p:spPr/>
        <p:txBody>
          <a:bodyPr/>
          <a:lstStyle/>
          <a:p>
            <a:endParaRPr lang="it-IT"/>
          </a:p>
        </p:txBody>
      </p:sp>
      <p:sp>
        <p:nvSpPr>
          <p:cNvPr id="7" name="Slide Number Placeholder 6"/>
          <p:cNvSpPr>
            <a:spLocks noGrp="1"/>
          </p:cNvSpPr>
          <p:nvPr>
            <p:ph type="sldNum" sz="quarter" idx="12"/>
          </p:nvPr>
        </p:nvSpPr>
        <p:spPr/>
        <p:txBody>
          <a:bodyPr/>
          <a:lstStyle/>
          <a:p>
            <a:fld id="{53989CFC-89DE-4F17-B3B6-DFC80C736B18}" type="slidenum">
              <a:rPr lang="it-IT" smtClean="0"/>
              <a:t>‹N›</a:t>
            </a:fld>
            <a:endParaRPr lang="it-IT"/>
          </a:p>
        </p:txBody>
      </p:sp>
    </p:spTree>
    <p:extLst>
      <p:ext uri="{BB962C8B-B14F-4D97-AF65-F5344CB8AC3E}">
        <p14:creationId xmlns:p14="http://schemas.microsoft.com/office/powerpoint/2010/main" val="57519502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Titolo e sottotitolo">
    <p:spTree>
      <p:nvGrpSpPr>
        <p:cNvPr id="1" name=""/>
        <p:cNvGrpSpPr/>
        <p:nvPr/>
      </p:nvGrpSpPr>
      <p:grpSpPr>
        <a:xfrm>
          <a:off x="0" y="0"/>
          <a:ext cx="0" cy="0"/>
          <a:chOff x="0" y="0"/>
          <a:chExt cx="0" cy="0"/>
        </a:xfrm>
      </p:grpSpPr>
      <p:sp>
        <p:nvSpPr>
          <p:cNvPr id="2" name="Title 1"/>
          <p:cNvSpPr>
            <a:spLocks noGrp="1"/>
          </p:cNvSpPr>
          <p:nvPr>
            <p:ph type="title"/>
          </p:nvPr>
        </p:nvSpPr>
        <p:spPr>
          <a:xfrm>
            <a:off x="1141456" y="609600"/>
            <a:ext cx="9905955" cy="3429000"/>
          </a:xfrm>
        </p:spPr>
        <p:txBody>
          <a:bodyPr anchor="ctr">
            <a:normAutofit/>
          </a:bodyPr>
          <a:lstStyle>
            <a:lvl1pPr>
              <a:defRPr sz="3600"/>
            </a:lvl1pPr>
          </a:lstStyle>
          <a:p>
            <a:r>
              <a:rPr lang="it-IT"/>
              <a:t>Fare clic per modificare lo stile del titolo dello schema</a:t>
            </a:r>
            <a:endParaRPr lang="en-US" dirty="0"/>
          </a:p>
        </p:txBody>
      </p:sp>
      <p:sp>
        <p:nvSpPr>
          <p:cNvPr id="4" name="Text Placeholder 3"/>
          <p:cNvSpPr>
            <a:spLocks noGrp="1"/>
          </p:cNvSpPr>
          <p:nvPr>
            <p:ph type="body" sz="half" idx="2"/>
          </p:nvPr>
        </p:nvSpPr>
        <p:spPr>
          <a:xfrm>
            <a:off x="1141410" y="4419599"/>
            <a:ext cx="9904459" cy="1371599"/>
          </a:xfrm>
        </p:spPr>
        <p:txBody>
          <a:bodyPr anchor="ctr">
            <a:normAutofit/>
          </a:bodyPr>
          <a:lstStyle>
            <a:lvl1pPr marL="0" indent="0">
              <a:buNone/>
              <a:defRPr sz="18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it-IT"/>
              <a:t>Fare clic per modificare gli stili del testo dello schema</a:t>
            </a:r>
          </a:p>
        </p:txBody>
      </p:sp>
      <p:sp>
        <p:nvSpPr>
          <p:cNvPr id="5" name="Date Placeholder 4"/>
          <p:cNvSpPr>
            <a:spLocks noGrp="1"/>
          </p:cNvSpPr>
          <p:nvPr>
            <p:ph type="dt" sz="half" idx="10"/>
          </p:nvPr>
        </p:nvSpPr>
        <p:spPr/>
        <p:txBody>
          <a:bodyPr/>
          <a:lstStyle/>
          <a:p>
            <a:fld id="{C7CC04FB-86A9-4518-B68C-513A8C480987}" type="datetimeFigureOut">
              <a:rPr lang="it-IT" smtClean="0"/>
              <a:t>19/02/2026</a:t>
            </a:fld>
            <a:endParaRPr lang="it-IT"/>
          </a:p>
        </p:txBody>
      </p:sp>
      <p:sp>
        <p:nvSpPr>
          <p:cNvPr id="6" name="Footer Placeholder 5"/>
          <p:cNvSpPr>
            <a:spLocks noGrp="1"/>
          </p:cNvSpPr>
          <p:nvPr>
            <p:ph type="ftr" sz="quarter" idx="11"/>
          </p:nvPr>
        </p:nvSpPr>
        <p:spPr/>
        <p:txBody>
          <a:bodyPr/>
          <a:lstStyle/>
          <a:p>
            <a:endParaRPr lang="it-IT"/>
          </a:p>
        </p:txBody>
      </p:sp>
      <p:sp>
        <p:nvSpPr>
          <p:cNvPr id="7" name="Slide Number Placeholder 6"/>
          <p:cNvSpPr>
            <a:spLocks noGrp="1"/>
          </p:cNvSpPr>
          <p:nvPr>
            <p:ph type="sldNum" sz="quarter" idx="12"/>
          </p:nvPr>
        </p:nvSpPr>
        <p:spPr/>
        <p:txBody>
          <a:bodyPr/>
          <a:lstStyle/>
          <a:p>
            <a:fld id="{53989CFC-89DE-4F17-B3B6-DFC80C736B18}" type="slidenum">
              <a:rPr lang="it-IT" smtClean="0"/>
              <a:t>‹N›</a:t>
            </a:fld>
            <a:endParaRPr lang="it-IT"/>
          </a:p>
        </p:txBody>
      </p:sp>
    </p:spTree>
    <p:extLst>
      <p:ext uri="{BB962C8B-B14F-4D97-AF65-F5344CB8AC3E}">
        <p14:creationId xmlns:p14="http://schemas.microsoft.com/office/powerpoint/2010/main" val="3261396880"/>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Citazione con didascalia">
    <p:spTree>
      <p:nvGrpSpPr>
        <p:cNvPr id="1" name=""/>
        <p:cNvGrpSpPr/>
        <p:nvPr/>
      </p:nvGrpSpPr>
      <p:grpSpPr>
        <a:xfrm>
          <a:off x="0" y="0"/>
          <a:ext cx="0" cy="0"/>
          <a:chOff x="0" y="0"/>
          <a:chExt cx="0" cy="0"/>
        </a:xfrm>
      </p:grpSpPr>
      <p:sp>
        <p:nvSpPr>
          <p:cNvPr id="2" name="Title 1"/>
          <p:cNvSpPr>
            <a:spLocks noGrp="1"/>
          </p:cNvSpPr>
          <p:nvPr>
            <p:ph type="title"/>
          </p:nvPr>
        </p:nvSpPr>
        <p:spPr>
          <a:xfrm>
            <a:off x="1446212" y="609599"/>
            <a:ext cx="9302752" cy="2748429"/>
          </a:xfrm>
        </p:spPr>
        <p:txBody>
          <a:bodyPr anchor="ctr">
            <a:normAutofit/>
          </a:bodyPr>
          <a:lstStyle>
            <a:lvl1pPr>
              <a:defRPr sz="3600"/>
            </a:lvl1pPr>
          </a:lstStyle>
          <a:p>
            <a:r>
              <a:rPr lang="it-IT"/>
              <a:t>Fare clic per modificare lo stile del titolo dello schema</a:t>
            </a:r>
            <a:endParaRPr lang="en-US" dirty="0"/>
          </a:p>
        </p:txBody>
      </p:sp>
      <p:sp>
        <p:nvSpPr>
          <p:cNvPr id="12" name="Text Placeholder 3"/>
          <p:cNvSpPr>
            <a:spLocks noGrp="1"/>
          </p:cNvSpPr>
          <p:nvPr>
            <p:ph type="body" sz="half" idx="13"/>
          </p:nvPr>
        </p:nvSpPr>
        <p:spPr>
          <a:xfrm>
            <a:off x="1720644" y="3365557"/>
            <a:ext cx="8752299" cy="548968"/>
          </a:xfrm>
        </p:spPr>
        <p:txBody>
          <a:bodyPr anchor="t">
            <a:normAutofit/>
          </a:bodyPr>
          <a:lstStyle>
            <a:lvl1pPr marL="0" indent="0">
              <a:buNone/>
              <a:defRPr sz="14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it-IT"/>
              <a:t>Fare clic per modificare gli stili del testo dello schema</a:t>
            </a:r>
          </a:p>
        </p:txBody>
      </p:sp>
      <p:sp>
        <p:nvSpPr>
          <p:cNvPr id="4" name="Text Placeholder 3"/>
          <p:cNvSpPr>
            <a:spLocks noGrp="1"/>
          </p:cNvSpPr>
          <p:nvPr>
            <p:ph type="body" sz="half" idx="2"/>
          </p:nvPr>
        </p:nvSpPr>
        <p:spPr>
          <a:xfrm>
            <a:off x="1141411" y="4309919"/>
            <a:ext cx="9906002" cy="1489496"/>
          </a:xfrm>
        </p:spPr>
        <p:txBody>
          <a:bodyPr anchor="ctr">
            <a:normAutofit/>
          </a:bodyPr>
          <a:lstStyle>
            <a:lvl1pPr marL="0" indent="0">
              <a:buNone/>
              <a:defRPr sz="18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it-IT"/>
              <a:t>Fare clic per modificare gli stili del testo dello schema</a:t>
            </a:r>
          </a:p>
        </p:txBody>
      </p:sp>
      <p:sp>
        <p:nvSpPr>
          <p:cNvPr id="5" name="Date Placeholder 4"/>
          <p:cNvSpPr>
            <a:spLocks noGrp="1"/>
          </p:cNvSpPr>
          <p:nvPr>
            <p:ph type="dt" sz="half" idx="10"/>
          </p:nvPr>
        </p:nvSpPr>
        <p:spPr/>
        <p:txBody>
          <a:bodyPr/>
          <a:lstStyle/>
          <a:p>
            <a:fld id="{C7CC04FB-86A9-4518-B68C-513A8C480987}" type="datetimeFigureOut">
              <a:rPr lang="it-IT" smtClean="0"/>
              <a:t>19/02/2026</a:t>
            </a:fld>
            <a:endParaRPr lang="it-IT"/>
          </a:p>
        </p:txBody>
      </p:sp>
      <p:sp>
        <p:nvSpPr>
          <p:cNvPr id="6" name="Footer Placeholder 5"/>
          <p:cNvSpPr>
            <a:spLocks noGrp="1"/>
          </p:cNvSpPr>
          <p:nvPr>
            <p:ph type="ftr" sz="quarter" idx="11"/>
          </p:nvPr>
        </p:nvSpPr>
        <p:spPr/>
        <p:txBody>
          <a:bodyPr/>
          <a:lstStyle/>
          <a:p>
            <a:endParaRPr lang="it-IT"/>
          </a:p>
        </p:txBody>
      </p:sp>
      <p:sp>
        <p:nvSpPr>
          <p:cNvPr id="7" name="Slide Number Placeholder 6"/>
          <p:cNvSpPr>
            <a:spLocks noGrp="1"/>
          </p:cNvSpPr>
          <p:nvPr>
            <p:ph type="sldNum" sz="quarter" idx="12"/>
          </p:nvPr>
        </p:nvSpPr>
        <p:spPr/>
        <p:txBody>
          <a:bodyPr/>
          <a:lstStyle/>
          <a:p>
            <a:fld id="{53989CFC-89DE-4F17-B3B6-DFC80C736B18}" type="slidenum">
              <a:rPr lang="it-IT" smtClean="0"/>
              <a:t>‹N›</a:t>
            </a:fld>
            <a:endParaRPr lang="it-IT"/>
          </a:p>
        </p:txBody>
      </p:sp>
      <p:sp>
        <p:nvSpPr>
          <p:cNvPr id="60" name="TextBox 59"/>
          <p:cNvSpPr txBox="1"/>
          <p:nvPr/>
        </p:nvSpPr>
        <p:spPr>
          <a:xfrm>
            <a:off x="903512" y="732394"/>
            <a:ext cx="6096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latin typeface="+mj-lt"/>
                <a:ea typeface="+mj-ea"/>
                <a:cs typeface="Trebuchet MS"/>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8000" dirty="0">
                <a:solidFill>
                  <a:schemeClr val="tx1"/>
                </a:solidFill>
                <a:effectLst/>
              </a:rPr>
              <a:t>“</a:t>
            </a:r>
          </a:p>
        </p:txBody>
      </p:sp>
      <p:sp>
        <p:nvSpPr>
          <p:cNvPr id="61" name="TextBox 60"/>
          <p:cNvSpPr txBox="1"/>
          <p:nvPr/>
        </p:nvSpPr>
        <p:spPr>
          <a:xfrm>
            <a:off x="10537370" y="2764972"/>
            <a:ext cx="6096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latin typeface="+mj-lt"/>
                <a:ea typeface="+mj-ea"/>
                <a:cs typeface="Trebuchet MS"/>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8000" dirty="0">
                <a:solidFill>
                  <a:schemeClr val="tx1"/>
                </a:solidFill>
                <a:effectLst/>
              </a:rPr>
              <a:t>”</a:t>
            </a:r>
          </a:p>
        </p:txBody>
      </p:sp>
    </p:spTree>
    <p:extLst>
      <p:ext uri="{BB962C8B-B14F-4D97-AF65-F5344CB8AC3E}">
        <p14:creationId xmlns:p14="http://schemas.microsoft.com/office/powerpoint/2010/main" val="3909605573"/>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Scheda nome">
    <p:spTree>
      <p:nvGrpSpPr>
        <p:cNvPr id="1" name=""/>
        <p:cNvGrpSpPr/>
        <p:nvPr/>
      </p:nvGrpSpPr>
      <p:grpSpPr>
        <a:xfrm>
          <a:off x="0" y="0"/>
          <a:ext cx="0" cy="0"/>
          <a:chOff x="0" y="0"/>
          <a:chExt cx="0" cy="0"/>
        </a:xfrm>
      </p:grpSpPr>
      <p:sp>
        <p:nvSpPr>
          <p:cNvPr id="2" name="Title 1"/>
          <p:cNvSpPr>
            <a:spLocks noGrp="1"/>
          </p:cNvSpPr>
          <p:nvPr>
            <p:ph type="title"/>
          </p:nvPr>
        </p:nvSpPr>
        <p:spPr>
          <a:xfrm>
            <a:off x="1141410" y="2134041"/>
            <a:ext cx="9906001" cy="2511835"/>
          </a:xfrm>
        </p:spPr>
        <p:txBody>
          <a:bodyPr anchor="b">
            <a:normAutofit/>
          </a:bodyPr>
          <a:lstStyle>
            <a:lvl1pPr>
              <a:defRPr sz="3600"/>
            </a:lvl1pPr>
          </a:lstStyle>
          <a:p>
            <a:r>
              <a:rPr lang="it-IT"/>
              <a:t>Fare clic per modificare lo stile del titolo dello schema</a:t>
            </a:r>
            <a:endParaRPr lang="en-US" dirty="0"/>
          </a:p>
        </p:txBody>
      </p:sp>
      <p:sp>
        <p:nvSpPr>
          <p:cNvPr id="4" name="Text Placeholder 3"/>
          <p:cNvSpPr>
            <a:spLocks noGrp="1"/>
          </p:cNvSpPr>
          <p:nvPr>
            <p:ph type="body" sz="half" idx="2"/>
          </p:nvPr>
        </p:nvSpPr>
        <p:spPr>
          <a:xfrm>
            <a:off x="1141364" y="4657655"/>
            <a:ext cx="9904505" cy="1140644"/>
          </a:xfrm>
        </p:spPr>
        <p:txBody>
          <a:bodyPr anchor="t">
            <a:normAutofit/>
          </a:bodyPr>
          <a:lstStyle>
            <a:lvl1pPr marL="0" indent="0">
              <a:buNone/>
              <a:defRPr sz="18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it-IT"/>
              <a:t>Fare clic per modificare gli stili del testo dello schema</a:t>
            </a:r>
          </a:p>
        </p:txBody>
      </p:sp>
      <p:sp>
        <p:nvSpPr>
          <p:cNvPr id="5" name="Date Placeholder 4"/>
          <p:cNvSpPr>
            <a:spLocks noGrp="1"/>
          </p:cNvSpPr>
          <p:nvPr>
            <p:ph type="dt" sz="half" idx="10"/>
          </p:nvPr>
        </p:nvSpPr>
        <p:spPr/>
        <p:txBody>
          <a:bodyPr/>
          <a:lstStyle/>
          <a:p>
            <a:fld id="{C7CC04FB-86A9-4518-B68C-513A8C480987}" type="datetimeFigureOut">
              <a:rPr lang="it-IT" smtClean="0"/>
              <a:t>19/02/2026</a:t>
            </a:fld>
            <a:endParaRPr lang="it-IT"/>
          </a:p>
        </p:txBody>
      </p:sp>
      <p:sp>
        <p:nvSpPr>
          <p:cNvPr id="6" name="Footer Placeholder 5"/>
          <p:cNvSpPr>
            <a:spLocks noGrp="1"/>
          </p:cNvSpPr>
          <p:nvPr>
            <p:ph type="ftr" sz="quarter" idx="11"/>
          </p:nvPr>
        </p:nvSpPr>
        <p:spPr/>
        <p:txBody>
          <a:bodyPr/>
          <a:lstStyle/>
          <a:p>
            <a:endParaRPr lang="it-IT"/>
          </a:p>
        </p:txBody>
      </p:sp>
      <p:sp>
        <p:nvSpPr>
          <p:cNvPr id="7" name="Slide Number Placeholder 6"/>
          <p:cNvSpPr>
            <a:spLocks noGrp="1"/>
          </p:cNvSpPr>
          <p:nvPr>
            <p:ph type="sldNum" sz="quarter" idx="12"/>
          </p:nvPr>
        </p:nvSpPr>
        <p:spPr/>
        <p:txBody>
          <a:bodyPr/>
          <a:lstStyle/>
          <a:p>
            <a:fld id="{53989CFC-89DE-4F17-B3B6-DFC80C736B18}" type="slidenum">
              <a:rPr lang="it-IT" smtClean="0"/>
              <a:t>‹N›</a:t>
            </a:fld>
            <a:endParaRPr lang="it-IT"/>
          </a:p>
        </p:txBody>
      </p:sp>
    </p:spTree>
    <p:extLst>
      <p:ext uri="{BB962C8B-B14F-4D97-AF65-F5344CB8AC3E}">
        <p14:creationId xmlns:p14="http://schemas.microsoft.com/office/powerpoint/2010/main" val="3630100104"/>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3 colonne">
    <p:spTree>
      <p:nvGrpSpPr>
        <p:cNvPr id="1" name=""/>
        <p:cNvGrpSpPr/>
        <p:nvPr/>
      </p:nvGrpSpPr>
      <p:grpSpPr>
        <a:xfrm>
          <a:off x="0" y="0"/>
          <a:ext cx="0" cy="0"/>
          <a:chOff x="0" y="0"/>
          <a:chExt cx="0" cy="0"/>
        </a:xfrm>
      </p:grpSpPr>
      <p:sp>
        <p:nvSpPr>
          <p:cNvPr id="15" name="Title 1"/>
          <p:cNvSpPr>
            <a:spLocks noGrp="1"/>
          </p:cNvSpPr>
          <p:nvPr>
            <p:ph type="title"/>
          </p:nvPr>
        </p:nvSpPr>
        <p:spPr>
          <a:xfrm>
            <a:off x="1141413" y="609600"/>
            <a:ext cx="9905998" cy="1905000"/>
          </a:xfrm>
        </p:spPr>
        <p:txBody>
          <a:bodyPr/>
          <a:lstStyle/>
          <a:p>
            <a:r>
              <a:rPr lang="it-IT"/>
              <a:t>Fare clic per modificare lo stile del titolo dello schema</a:t>
            </a:r>
            <a:endParaRPr lang="en-US" dirty="0"/>
          </a:p>
        </p:txBody>
      </p:sp>
      <p:sp>
        <p:nvSpPr>
          <p:cNvPr id="7" name="Text Placeholder 2"/>
          <p:cNvSpPr>
            <a:spLocks noGrp="1"/>
          </p:cNvSpPr>
          <p:nvPr>
            <p:ph type="body" idx="1"/>
          </p:nvPr>
        </p:nvSpPr>
        <p:spPr>
          <a:xfrm>
            <a:off x="1141410" y="2674463"/>
            <a:ext cx="3196899" cy="685800"/>
          </a:xfrm>
        </p:spPr>
        <p:txBody>
          <a:bodyPr anchor="b">
            <a:noAutofit/>
          </a:bodyPr>
          <a:lstStyle>
            <a:lvl1pPr marL="0" indent="0">
              <a:lnSpc>
                <a:spcPct val="90000"/>
              </a:lnSpc>
              <a:buNone/>
              <a:defRPr sz="24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it-IT"/>
              <a:t>Fare clic per modificare gli stili del testo dello schema</a:t>
            </a:r>
          </a:p>
        </p:txBody>
      </p:sp>
      <p:sp>
        <p:nvSpPr>
          <p:cNvPr id="8" name="Text Placeholder 3"/>
          <p:cNvSpPr>
            <a:spLocks noGrp="1"/>
          </p:cNvSpPr>
          <p:nvPr>
            <p:ph type="body" sz="half" idx="15"/>
          </p:nvPr>
        </p:nvSpPr>
        <p:spPr>
          <a:xfrm>
            <a:off x="1127918" y="3360263"/>
            <a:ext cx="3208735" cy="2430936"/>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it-IT"/>
              <a:t>Fare clic per modificare gli stili del testo dello schema</a:t>
            </a:r>
          </a:p>
        </p:txBody>
      </p:sp>
      <p:sp>
        <p:nvSpPr>
          <p:cNvPr id="9" name="Text Placeholder 4"/>
          <p:cNvSpPr>
            <a:spLocks noGrp="1"/>
          </p:cNvSpPr>
          <p:nvPr>
            <p:ph type="body" sz="quarter" idx="3"/>
          </p:nvPr>
        </p:nvSpPr>
        <p:spPr>
          <a:xfrm>
            <a:off x="4514766" y="2677635"/>
            <a:ext cx="3184385" cy="685800"/>
          </a:xfrm>
        </p:spPr>
        <p:txBody>
          <a:bodyPr anchor="b">
            <a:noAutofit/>
          </a:bodyPr>
          <a:lstStyle>
            <a:lvl1pPr marL="0" indent="0">
              <a:lnSpc>
                <a:spcPct val="90000"/>
              </a:lnSpc>
              <a:buNone/>
              <a:defRPr sz="24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it-IT"/>
              <a:t>Fare clic per modificare gli stili del testo dello schema</a:t>
            </a:r>
          </a:p>
        </p:txBody>
      </p:sp>
      <p:sp>
        <p:nvSpPr>
          <p:cNvPr id="10" name="Text Placeholder 3"/>
          <p:cNvSpPr>
            <a:spLocks noGrp="1"/>
          </p:cNvSpPr>
          <p:nvPr>
            <p:ph type="body" sz="half" idx="16"/>
          </p:nvPr>
        </p:nvSpPr>
        <p:spPr>
          <a:xfrm>
            <a:off x="4504213" y="3363435"/>
            <a:ext cx="3195830" cy="2430936"/>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it-IT"/>
              <a:t>Fare clic per modificare gli stili del testo dello schema</a:t>
            </a:r>
          </a:p>
        </p:txBody>
      </p:sp>
      <p:sp>
        <p:nvSpPr>
          <p:cNvPr id="11" name="Text Placeholder 4"/>
          <p:cNvSpPr>
            <a:spLocks noGrp="1"/>
          </p:cNvSpPr>
          <p:nvPr>
            <p:ph type="body" sz="quarter" idx="13"/>
          </p:nvPr>
        </p:nvSpPr>
        <p:spPr>
          <a:xfrm>
            <a:off x="7852442" y="2674463"/>
            <a:ext cx="3194968" cy="685800"/>
          </a:xfrm>
        </p:spPr>
        <p:txBody>
          <a:bodyPr anchor="b">
            <a:noAutofit/>
          </a:bodyPr>
          <a:lstStyle>
            <a:lvl1pPr marL="0" indent="0">
              <a:lnSpc>
                <a:spcPct val="90000"/>
              </a:lnSpc>
              <a:buNone/>
              <a:defRPr sz="24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it-IT"/>
              <a:t>Fare clic per modificare gli stili del testo dello schema</a:t>
            </a:r>
          </a:p>
        </p:txBody>
      </p:sp>
      <p:sp>
        <p:nvSpPr>
          <p:cNvPr id="12" name="Text Placeholder 3"/>
          <p:cNvSpPr>
            <a:spLocks noGrp="1"/>
          </p:cNvSpPr>
          <p:nvPr>
            <p:ph type="body" sz="half" idx="17"/>
          </p:nvPr>
        </p:nvSpPr>
        <p:spPr>
          <a:xfrm>
            <a:off x="7852442" y="3360263"/>
            <a:ext cx="3194968" cy="2430936"/>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it-IT"/>
              <a:t>Fare clic per modificare gli stili del testo dello schema</a:t>
            </a:r>
          </a:p>
        </p:txBody>
      </p:sp>
      <p:sp>
        <p:nvSpPr>
          <p:cNvPr id="3" name="Date Placeholder 2"/>
          <p:cNvSpPr>
            <a:spLocks noGrp="1"/>
          </p:cNvSpPr>
          <p:nvPr>
            <p:ph type="dt" sz="half" idx="10"/>
          </p:nvPr>
        </p:nvSpPr>
        <p:spPr/>
        <p:txBody>
          <a:bodyPr/>
          <a:lstStyle/>
          <a:p>
            <a:fld id="{C7CC04FB-86A9-4518-B68C-513A8C480987}" type="datetimeFigureOut">
              <a:rPr lang="it-IT" smtClean="0"/>
              <a:t>19/02/2026</a:t>
            </a:fld>
            <a:endParaRPr lang="it-IT"/>
          </a:p>
        </p:txBody>
      </p:sp>
      <p:sp>
        <p:nvSpPr>
          <p:cNvPr id="4" name="Footer Placeholder 3"/>
          <p:cNvSpPr>
            <a:spLocks noGrp="1"/>
          </p:cNvSpPr>
          <p:nvPr>
            <p:ph type="ftr" sz="quarter" idx="11"/>
          </p:nvPr>
        </p:nvSpPr>
        <p:spPr/>
        <p:txBody>
          <a:bodyPr/>
          <a:lstStyle/>
          <a:p>
            <a:endParaRPr lang="it-IT"/>
          </a:p>
        </p:txBody>
      </p:sp>
      <p:sp>
        <p:nvSpPr>
          <p:cNvPr id="5" name="Slide Number Placeholder 4"/>
          <p:cNvSpPr>
            <a:spLocks noGrp="1"/>
          </p:cNvSpPr>
          <p:nvPr>
            <p:ph type="sldNum" sz="quarter" idx="12"/>
          </p:nvPr>
        </p:nvSpPr>
        <p:spPr/>
        <p:txBody>
          <a:bodyPr/>
          <a:lstStyle/>
          <a:p>
            <a:fld id="{53989CFC-89DE-4F17-B3B6-DFC80C736B18}" type="slidenum">
              <a:rPr lang="it-IT" smtClean="0"/>
              <a:t>‹N›</a:t>
            </a:fld>
            <a:endParaRPr lang="it-IT"/>
          </a:p>
        </p:txBody>
      </p:sp>
    </p:spTree>
    <p:extLst>
      <p:ext uri="{BB962C8B-B14F-4D97-AF65-F5344CB8AC3E}">
        <p14:creationId xmlns:p14="http://schemas.microsoft.com/office/powerpoint/2010/main" val="2308747074"/>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3 colonne immagine">
    <p:spTree>
      <p:nvGrpSpPr>
        <p:cNvPr id="1" name=""/>
        <p:cNvGrpSpPr/>
        <p:nvPr/>
      </p:nvGrpSpPr>
      <p:grpSpPr>
        <a:xfrm>
          <a:off x="0" y="0"/>
          <a:ext cx="0" cy="0"/>
          <a:chOff x="0" y="0"/>
          <a:chExt cx="0" cy="0"/>
        </a:xfrm>
      </p:grpSpPr>
      <p:sp>
        <p:nvSpPr>
          <p:cNvPr id="30" name="Title 1"/>
          <p:cNvSpPr>
            <a:spLocks noGrp="1"/>
          </p:cNvSpPr>
          <p:nvPr>
            <p:ph type="title"/>
          </p:nvPr>
        </p:nvSpPr>
        <p:spPr>
          <a:xfrm>
            <a:off x="1141411" y="609600"/>
            <a:ext cx="9905999" cy="1905000"/>
          </a:xfrm>
        </p:spPr>
        <p:txBody>
          <a:bodyPr/>
          <a:lstStyle/>
          <a:p>
            <a:r>
              <a:rPr lang="it-IT"/>
              <a:t>Fare clic per modificare lo stile del titolo dello schema</a:t>
            </a:r>
            <a:endParaRPr lang="en-US" dirty="0"/>
          </a:p>
        </p:txBody>
      </p:sp>
      <p:sp>
        <p:nvSpPr>
          <p:cNvPr id="19" name="Text Placeholder 2"/>
          <p:cNvSpPr>
            <a:spLocks noGrp="1"/>
          </p:cNvSpPr>
          <p:nvPr>
            <p:ph type="body" idx="1"/>
          </p:nvPr>
        </p:nvSpPr>
        <p:spPr>
          <a:xfrm>
            <a:off x="1141413" y="4404596"/>
            <a:ext cx="3195240" cy="576262"/>
          </a:xfrm>
        </p:spPr>
        <p:txBody>
          <a:bodyPr anchor="b">
            <a:noAutofit/>
          </a:bodyPr>
          <a:lstStyle>
            <a:lvl1pPr marL="0" indent="0">
              <a:lnSpc>
                <a:spcPct val="90000"/>
              </a:lnSpc>
              <a:buNone/>
              <a:defRPr sz="20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it-IT"/>
              <a:t>Fare clic per modificare gli stili del testo dello schema</a:t>
            </a:r>
          </a:p>
        </p:txBody>
      </p:sp>
      <p:sp>
        <p:nvSpPr>
          <p:cNvPr id="20" name="Picture Placeholder 2"/>
          <p:cNvSpPr>
            <a:spLocks noGrp="1" noChangeAspect="1"/>
          </p:cNvSpPr>
          <p:nvPr>
            <p:ph type="pic" idx="15"/>
          </p:nvPr>
        </p:nvSpPr>
        <p:spPr>
          <a:xfrm>
            <a:off x="1141413" y="2666998"/>
            <a:ext cx="3195240" cy="1524000"/>
          </a:xfrm>
          <a:prstGeom prst="round2DiagRect">
            <a:avLst/>
          </a:prstGeom>
          <a:ln w="19050" cap="sq">
            <a:solidFill>
              <a:schemeClr val="tx2">
                <a:lumMod val="60000"/>
                <a:lumOff val="40000"/>
                <a:alpha val="60000"/>
              </a:schemeClr>
            </a:solidFill>
            <a:miter lim="800000"/>
          </a:ln>
          <a:effectLst>
            <a:outerShdw blurRad="88900" dist="38100" dir="5400000" algn="t" rotWithShape="0">
              <a:prstClr val="black">
                <a:alpha val="40000"/>
              </a:prstClr>
            </a:outerShdw>
          </a:effectLst>
        </p:spPr>
        <p:txBody>
          <a:bodyPr vert="horz" lIns="91440" tIns="45720" rIns="91440" bIns="45720" rtlCol="0" anchor="t">
            <a:normAutofit/>
          </a:bodyPr>
          <a:lstStyle>
            <a:lvl1pPr>
              <a:buNone/>
              <a:defRPr lang="en-US" sz="2000" dirty="0"/>
            </a:lvl1pPr>
          </a:lstStyle>
          <a:p>
            <a:pPr marL="0" lvl="0" indent="0">
              <a:buNone/>
            </a:pPr>
            <a:r>
              <a:rPr lang="it-IT"/>
              <a:t>Fare clic sull'icona per inserire un'immagine</a:t>
            </a:r>
            <a:endParaRPr lang="en-US" dirty="0"/>
          </a:p>
        </p:txBody>
      </p:sp>
      <p:sp>
        <p:nvSpPr>
          <p:cNvPr id="21" name="Text Placeholder 3"/>
          <p:cNvSpPr>
            <a:spLocks noGrp="1"/>
          </p:cNvSpPr>
          <p:nvPr>
            <p:ph type="body" sz="half" idx="18"/>
          </p:nvPr>
        </p:nvSpPr>
        <p:spPr>
          <a:xfrm>
            <a:off x="1141413" y="4980858"/>
            <a:ext cx="3195240" cy="817843"/>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it-IT"/>
              <a:t>Fare clic per modificare gli stili del testo dello schema</a:t>
            </a:r>
          </a:p>
        </p:txBody>
      </p:sp>
      <p:sp>
        <p:nvSpPr>
          <p:cNvPr id="22" name="Text Placeholder 4"/>
          <p:cNvSpPr>
            <a:spLocks noGrp="1"/>
          </p:cNvSpPr>
          <p:nvPr>
            <p:ph type="body" sz="quarter" idx="3"/>
          </p:nvPr>
        </p:nvSpPr>
        <p:spPr>
          <a:xfrm>
            <a:off x="4489053" y="4404596"/>
            <a:ext cx="3200400" cy="576262"/>
          </a:xfrm>
        </p:spPr>
        <p:txBody>
          <a:bodyPr anchor="b">
            <a:noAutofit/>
          </a:bodyPr>
          <a:lstStyle>
            <a:lvl1pPr marL="0" indent="0">
              <a:lnSpc>
                <a:spcPct val="90000"/>
              </a:lnSpc>
              <a:buNone/>
              <a:defRPr sz="20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it-IT"/>
              <a:t>Fare clic per modificare gli stili del testo dello schema</a:t>
            </a:r>
          </a:p>
        </p:txBody>
      </p:sp>
      <p:sp>
        <p:nvSpPr>
          <p:cNvPr id="23" name="Picture Placeholder 2"/>
          <p:cNvSpPr>
            <a:spLocks noGrp="1" noChangeAspect="1"/>
          </p:cNvSpPr>
          <p:nvPr>
            <p:ph type="pic" idx="21"/>
          </p:nvPr>
        </p:nvSpPr>
        <p:spPr>
          <a:xfrm>
            <a:off x="4489053" y="2666998"/>
            <a:ext cx="3198940" cy="1524000"/>
          </a:xfrm>
          <a:prstGeom prst="round2DiagRect">
            <a:avLst/>
          </a:prstGeom>
          <a:ln w="19050" cap="sq">
            <a:solidFill>
              <a:schemeClr val="tx2">
                <a:lumMod val="60000"/>
                <a:lumOff val="40000"/>
                <a:alpha val="60000"/>
              </a:schemeClr>
            </a:solidFill>
            <a:miter lim="800000"/>
          </a:ln>
          <a:effectLst>
            <a:outerShdw blurRad="88900" dist="38100" dir="5400000" algn="t" rotWithShape="0">
              <a:prstClr val="black">
                <a:alpha val="40000"/>
              </a:prstClr>
            </a:outerShdw>
          </a:effectLst>
        </p:spPr>
        <p:txBody>
          <a:bodyPr vert="horz" lIns="91440" tIns="45720" rIns="91440" bIns="45720" rtlCol="0" anchor="t">
            <a:normAutofit/>
          </a:bodyPr>
          <a:lstStyle>
            <a:lvl1pPr>
              <a:buNone/>
              <a:defRPr lang="en-US" sz="2000" dirty="0"/>
            </a:lvl1pPr>
          </a:lstStyle>
          <a:p>
            <a:pPr marL="0" lvl="0" indent="0">
              <a:buNone/>
            </a:pPr>
            <a:r>
              <a:rPr lang="it-IT"/>
              <a:t>Fare clic sull'icona per inserire un'immagine</a:t>
            </a:r>
            <a:endParaRPr lang="en-US" dirty="0"/>
          </a:p>
        </p:txBody>
      </p:sp>
      <p:sp>
        <p:nvSpPr>
          <p:cNvPr id="24" name="Text Placeholder 3"/>
          <p:cNvSpPr>
            <a:spLocks noGrp="1"/>
          </p:cNvSpPr>
          <p:nvPr>
            <p:ph type="body" sz="half" idx="19"/>
          </p:nvPr>
        </p:nvSpPr>
        <p:spPr>
          <a:xfrm>
            <a:off x="4487593" y="4980857"/>
            <a:ext cx="3200400" cy="810342"/>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it-IT"/>
              <a:t>Fare clic per modificare gli stili del testo dello schema</a:t>
            </a:r>
          </a:p>
        </p:txBody>
      </p:sp>
      <p:sp>
        <p:nvSpPr>
          <p:cNvPr id="25" name="Text Placeholder 4"/>
          <p:cNvSpPr>
            <a:spLocks noGrp="1"/>
          </p:cNvSpPr>
          <p:nvPr>
            <p:ph type="body" sz="quarter" idx="13"/>
          </p:nvPr>
        </p:nvSpPr>
        <p:spPr>
          <a:xfrm>
            <a:off x="7852567" y="4404595"/>
            <a:ext cx="3190741" cy="576262"/>
          </a:xfrm>
        </p:spPr>
        <p:txBody>
          <a:bodyPr anchor="b">
            <a:noAutofit/>
          </a:bodyPr>
          <a:lstStyle>
            <a:lvl1pPr marL="0" indent="0">
              <a:lnSpc>
                <a:spcPct val="90000"/>
              </a:lnSpc>
              <a:buNone/>
              <a:defRPr sz="20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it-IT"/>
              <a:t>Fare clic per modificare gli stili del testo dello schema</a:t>
            </a:r>
          </a:p>
        </p:txBody>
      </p:sp>
      <p:sp>
        <p:nvSpPr>
          <p:cNvPr id="26" name="Picture Placeholder 2"/>
          <p:cNvSpPr>
            <a:spLocks noGrp="1" noChangeAspect="1"/>
          </p:cNvSpPr>
          <p:nvPr>
            <p:ph type="pic" idx="22"/>
          </p:nvPr>
        </p:nvSpPr>
        <p:spPr>
          <a:xfrm>
            <a:off x="7852442" y="2666998"/>
            <a:ext cx="3194969" cy="1524000"/>
          </a:xfrm>
          <a:prstGeom prst="round2DiagRect">
            <a:avLst/>
          </a:prstGeom>
          <a:ln w="19050" cap="sq">
            <a:solidFill>
              <a:schemeClr val="tx2">
                <a:lumMod val="60000"/>
                <a:lumOff val="40000"/>
                <a:alpha val="60000"/>
              </a:schemeClr>
            </a:solidFill>
            <a:miter lim="800000"/>
          </a:ln>
          <a:effectLst>
            <a:outerShdw blurRad="88900" dist="38100" dir="5400000" algn="t" rotWithShape="0">
              <a:prstClr val="black">
                <a:alpha val="40000"/>
              </a:prstClr>
            </a:outerShdw>
          </a:effectLst>
        </p:spPr>
        <p:txBody>
          <a:bodyPr vert="horz" lIns="91440" tIns="45720" rIns="91440" bIns="45720" rtlCol="0" anchor="t">
            <a:normAutofit/>
          </a:bodyPr>
          <a:lstStyle>
            <a:lvl1pPr>
              <a:buNone/>
              <a:defRPr lang="en-US" sz="2000" dirty="0"/>
            </a:lvl1pPr>
          </a:lstStyle>
          <a:p>
            <a:pPr marL="0" lvl="0" indent="0">
              <a:buNone/>
            </a:pPr>
            <a:r>
              <a:rPr lang="it-IT"/>
              <a:t>Fare clic sull'icona per inserire un'immagine</a:t>
            </a:r>
            <a:endParaRPr lang="en-US" dirty="0"/>
          </a:p>
        </p:txBody>
      </p:sp>
      <p:sp>
        <p:nvSpPr>
          <p:cNvPr id="27" name="Text Placeholder 3"/>
          <p:cNvSpPr>
            <a:spLocks noGrp="1"/>
          </p:cNvSpPr>
          <p:nvPr>
            <p:ph type="body" sz="half" idx="20"/>
          </p:nvPr>
        </p:nvSpPr>
        <p:spPr>
          <a:xfrm>
            <a:off x="7852442" y="4980854"/>
            <a:ext cx="3194968" cy="810345"/>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it-IT"/>
              <a:t>Fare clic per modificare gli stili del testo dello schema</a:t>
            </a:r>
          </a:p>
        </p:txBody>
      </p:sp>
      <p:sp>
        <p:nvSpPr>
          <p:cNvPr id="3" name="Date Placeholder 2"/>
          <p:cNvSpPr>
            <a:spLocks noGrp="1"/>
          </p:cNvSpPr>
          <p:nvPr>
            <p:ph type="dt" sz="half" idx="10"/>
          </p:nvPr>
        </p:nvSpPr>
        <p:spPr/>
        <p:txBody>
          <a:bodyPr/>
          <a:lstStyle/>
          <a:p>
            <a:fld id="{C7CC04FB-86A9-4518-B68C-513A8C480987}" type="datetimeFigureOut">
              <a:rPr lang="it-IT" smtClean="0"/>
              <a:t>19/02/2026</a:t>
            </a:fld>
            <a:endParaRPr lang="it-IT"/>
          </a:p>
        </p:txBody>
      </p:sp>
      <p:sp>
        <p:nvSpPr>
          <p:cNvPr id="4" name="Footer Placeholder 3"/>
          <p:cNvSpPr>
            <a:spLocks noGrp="1"/>
          </p:cNvSpPr>
          <p:nvPr>
            <p:ph type="ftr" sz="quarter" idx="11"/>
          </p:nvPr>
        </p:nvSpPr>
        <p:spPr/>
        <p:txBody>
          <a:bodyPr/>
          <a:lstStyle/>
          <a:p>
            <a:endParaRPr lang="it-IT"/>
          </a:p>
        </p:txBody>
      </p:sp>
      <p:sp>
        <p:nvSpPr>
          <p:cNvPr id="5" name="Slide Number Placeholder 4"/>
          <p:cNvSpPr>
            <a:spLocks noGrp="1"/>
          </p:cNvSpPr>
          <p:nvPr>
            <p:ph type="sldNum" sz="quarter" idx="12"/>
          </p:nvPr>
        </p:nvSpPr>
        <p:spPr/>
        <p:txBody>
          <a:bodyPr/>
          <a:lstStyle/>
          <a:p>
            <a:fld id="{53989CFC-89DE-4F17-B3B6-DFC80C736B18}" type="slidenum">
              <a:rPr lang="it-IT" smtClean="0"/>
              <a:t>‹N›</a:t>
            </a:fld>
            <a:endParaRPr lang="it-IT"/>
          </a:p>
        </p:txBody>
      </p:sp>
    </p:spTree>
    <p:extLst>
      <p:ext uri="{BB962C8B-B14F-4D97-AF65-F5344CB8AC3E}">
        <p14:creationId xmlns:p14="http://schemas.microsoft.com/office/powerpoint/2010/main" val="1983281358"/>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x" preserve="1">
  <p:cSld name="Titolo e testo verticale">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it-IT"/>
              <a:t>Fare clic per modificare lo stile del titolo dello schema</a:t>
            </a:r>
            <a:endParaRPr lang="en-US" dirty="0"/>
          </a:p>
        </p:txBody>
      </p:sp>
      <p:sp>
        <p:nvSpPr>
          <p:cNvPr id="3" name="Vertical Text Placeholder 2"/>
          <p:cNvSpPr>
            <a:spLocks noGrp="1"/>
          </p:cNvSpPr>
          <p:nvPr>
            <p:ph type="body" orient="vert" idx="1"/>
          </p:nvPr>
        </p:nvSpPr>
        <p:spPr/>
        <p:txBody>
          <a:bodyPr vert="eaVert" anchor="t"/>
          <a:lstStyle/>
          <a:p>
            <a:pPr lvl="0"/>
            <a:r>
              <a:rPr lang="it-IT"/>
              <a:t>Fare clic per modificare gli stili del testo dello schema</a:t>
            </a:r>
          </a:p>
          <a:p>
            <a:pPr lvl="1"/>
            <a:r>
              <a:rPr lang="it-IT"/>
              <a:t>Secondo livello</a:t>
            </a:r>
          </a:p>
          <a:p>
            <a:pPr lvl="2"/>
            <a:r>
              <a:rPr lang="it-IT"/>
              <a:t>Terzo livello</a:t>
            </a:r>
          </a:p>
          <a:p>
            <a:pPr lvl="3"/>
            <a:r>
              <a:rPr lang="it-IT"/>
              <a:t>Quarto livello</a:t>
            </a:r>
          </a:p>
          <a:p>
            <a:pPr lvl="4"/>
            <a:r>
              <a:rPr lang="it-IT"/>
              <a:t>Quinto livello</a:t>
            </a:r>
            <a:endParaRPr lang="en-US" dirty="0"/>
          </a:p>
        </p:txBody>
      </p:sp>
      <p:sp>
        <p:nvSpPr>
          <p:cNvPr id="4" name="Date Placeholder 3"/>
          <p:cNvSpPr>
            <a:spLocks noGrp="1"/>
          </p:cNvSpPr>
          <p:nvPr>
            <p:ph type="dt" sz="half" idx="10"/>
          </p:nvPr>
        </p:nvSpPr>
        <p:spPr/>
        <p:txBody>
          <a:bodyPr/>
          <a:lstStyle/>
          <a:p>
            <a:fld id="{C7CC04FB-86A9-4518-B68C-513A8C480987}" type="datetimeFigureOut">
              <a:rPr lang="it-IT" smtClean="0"/>
              <a:t>19/02/2026</a:t>
            </a:fld>
            <a:endParaRPr lang="it-IT"/>
          </a:p>
        </p:txBody>
      </p:sp>
      <p:sp>
        <p:nvSpPr>
          <p:cNvPr id="5" name="Footer Placeholder 4"/>
          <p:cNvSpPr>
            <a:spLocks noGrp="1"/>
          </p:cNvSpPr>
          <p:nvPr>
            <p:ph type="ftr" sz="quarter" idx="11"/>
          </p:nvPr>
        </p:nvSpPr>
        <p:spPr/>
        <p:txBody>
          <a:bodyPr/>
          <a:lstStyle/>
          <a:p>
            <a:endParaRPr lang="it-IT"/>
          </a:p>
        </p:txBody>
      </p:sp>
      <p:sp>
        <p:nvSpPr>
          <p:cNvPr id="6" name="Slide Number Placeholder 5"/>
          <p:cNvSpPr>
            <a:spLocks noGrp="1"/>
          </p:cNvSpPr>
          <p:nvPr>
            <p:ph type="sldNum" sz="quarter" idx="12"/>
          </p:nvPr>
        </p:nvSpPr>
        <p:spPr/>
        <p:txBody>
          <a:bodyPr/>
          <a:lstStyle/>
          <a:p>
            <a:fld id="{53989CFC-89DE-4F17-B3B6-DFC80C736B18}" type="slidenum">
              <a:rPr lang="it-IT" smtClean="0"/>
              <a:t>‹N›</a:t>
            </a:fld>
            <a:endParaRPr lang="it-IT"/>
          </a:p>
        </p:txBody>
      </p:sp>
    </p:spTree>
    <p:extLst>
      <p:ext uri="{BB962C8B-B14F-4D97-AF65-F5344CB8AC3E}">
        <p14:creationId xmlns:p14="http://schemas.microsoft.com/office/powerpoint/2010/main" val="2641789676"/>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vertTitleAndTx" preserve="1">
  <p:cSld name="1_Titolo e testo verticale">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9042400" y="609599"/>
            <a:ext cx="2005011" cy="5181601"/>
          </a:xfrm>
        </p:spPr>
        <p:txBody>
          <a:bodyPr vert="eaVert"/>
          <a:lstStyle/>
          <a:p>
            <a:r>
              <a:rPr lang="it-IT"/>
              <a:t>Fare clic per modificare lo stile del titolo dello schema</a:t>
            </a:r>
            <a:endParaRPr lang="en-US" dirty="0"/>
          </a:p>
        </p:txBody>
      </p:sp>
      <p:sp>
        <p:nvSpPr>
          <p:cNvPr id="3" name="Vertical Text Placeholder 2"/>
          <p:cNvSpPr>
            <a:spLocks noGrp="1"/>
          </p:cNvSpPr>
          <p:nvPr>
            <p:ph type="body" orient="vert" idx="1"/>
          </p:nvPr>
        </p:nvSpPr>
        <p:spPr>
          <a:xfrm>
            <a:off x="1141410" y="609599"/>
            <a:ext cx="7748590" cy="5181601"/>
          </a:xfrm>
        </p:spPr>
        <p:txBody>
          <a:bodyPr vert="eaVert"/>
          <a:lstStyle/>
          <a:p>
            <a:pPr lvl="0"/>
            <a:r>
              <a:rPr lang="it-IT"/>
              <a:t>Fare clic per modificare gli stili del testo dello schema</a:t>
            </a:r>
          </a:p>
          <a:p>
            <a:pPr lvl="1"/>
            <a:r>
              <a:rPr lang="it-IT"/>
              <a:t>Secondo livello</a:t>
            </a:r>
          </a:p>
          <a:p>
            <a:pPr lvl="2"/>
            <a:r>
              <a:rPr lang="it-IT"/>
              <a:t>Terzo livello</a:t>
            </a:r>
          </a:p>
          <a:p>
            <a:pPr lvl="3"/>
            <a:r>
              <a:rPr lang="it-IT"/>
              <a:t>Quarto livello</a:t>
            </a:r>
          </a:p>
          <a:p>
            <a:pPr lvl="4"/>
            <a:r>
              <a:rPr lang="it-IT"/>
              <a:t>Quinto livello</a:t>
            </a:r>
            <a:endParaRPr lang="en-US" dirty="0"/>
          </a:p>
        </p:txBody>
      </p:sp>
      <p:sp>
        <p:nvSpPr>
          <p:cNvPr id="4" name="Date Placeholder 3"/>
          <p:cNvSpPr>
            <a:spLocks noGrp="1"/>
          </p:cNvSpPr>
          <p:nvPr>
            <p:ph type="dt" sz="half" idx="10"/>
          </p:nvPr>
        </p:nvSpPr>
        <p:spPr/>
        <p:txBody>
          <a:bodyPr/>
          <a:lstStyle/>
          <a:p>
            <a:fld id="{C7CC04FB-86A9-4518-B68C-513A8C480987}" type="datetimeFigureOut">
              <a:rPr lang="it-IT" smtClean="0"/>
              <a:t>19/02/2026</a:t>
            </a:fld>
            <a:endParaRPr lang="it-IT"/>
          </a:p>
        </p:txBody>
      </p:sp>
      <p:sp>
        <p:nvSpPr>
          <p:cNvPr id="5" name="Footer Placeholder 4"/>
          <p:cNvSpPr>
            <a:spLocks noGrp="1"/>
          </p:cNvSpPr>
          <p:nvPr>
            <p:ph type="ftr" sz="quarter" idx="11"/>
          </p:nvPr>
        </p:nvSpPr>
        <p:spPr/>
        <p:txBody>
          <a:bodyPr/>
          <a:lstStyle/>
          <a:p>
            <a:endParaRPr lang="it-IT"/>
          </a:p>
        </p:txBody>
      </p:sp>
      <p:sp>
        <p:nvSpPr>
          <p:cNvPr id="6" name="Slide Number Placeholder 5"/>
          <p:cNvSpPr>
            <a:spLocks noGrp="1"/>
          </p:cNvSpPr>
          <p:nvPr>
            <p:ph type="sldNum" sz="quarter" idx="12"/>
          </p:nvPr>
        </p:nvSpPr>
        <p:spPr/>
        <p:txBody>
          <a:bodyPr/>
          <a:lstStyle/>
          <a:p>
            <a:fld id="{53989CFC-89DE-4F17-B3B6-DFC80C736B18}" type="slidenum">
              <a:rPr lang="it-IT" smtClean="0"/>
              <a:t>‹N›</a:t>
            </a:fld>
            <a:endParaRPr lang="it-IT"/>
          </a:p>
        </p:txBody>
      </p:sp>
    </p:spTree>
    <p:extLst>
      <p:ext uri="{BB962C8B-B14F-4D97-AF65-F5344CB8AC3E}">
        <p14:creationId xmlns:p14="http://schemas.microsoft.com/office/powerpoint/2010/main" val="302148564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19" Type="http://schemas.openxmlformats.org/officeDocument/2006/relationships/image" Target="../media/image2.png"/><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2"/>
      </p:bgRef>
    </p:bg>
    <p:spTree>
      <p:nvGrpSpPr>
        <p:cNvPr id="1" name=""/>
        <p:cNvGrpSpPr/>
        <p:nvPr/>
      </p:nvGrpSpPr>
      <p:grpSpPr>
        <a:xfrm>
          <a:off x="0" y="0"/>
          <a:ext cx="0" cy="0"/>
          <a:chOff x="0" y="0"/>
          <a:chExt cx="0" cy="0"/>
        </a:xfrm>
      </p:grpSpPr>
      <p:pic>
        <p:nvPicPr>
          <p:cNvPr id="7" name="Picture 2" descr="\\DROBO-FS\QuickDrops\JB\PPTX NG\Droplets\LightingOverlay.png"/>
          <p:cNvPicPr>
            <a:picLocks noChangeAspect="1" noChangeArrowheads="1"/>
          </p:cNvPicPr>
          <p:nvPr/>
        </p:nvPicPr>
        <p:blipFill>
          <a:blip r:embed="rId19">
            <a:alphaModFix amt="30000"/>
            <a:extLst>
              <a:ext uri="{28A0092B-C50C-407E-A947-70E740481C1C}">
                <a14:useLocalDpi xmlns:a14="http://schemas.microsoft.com/office/drawing/2010/main" val="0"/>
              </a:ext>
            </a:extLst>
          </a:blip>
          <a:srcRect/>
          <a:stretch>
            <a:fillRect/>
          </a:stretch>
        </p:blipFill>
        <p:spPr bwMode="auto">
          <a:xfrm>
            <a:off x="0" y="-1"/>
            <a:ext cx="12192003" cy="6858001"/>
          </a:xfrm>
          <a:prstGeom prst="rect">
            <a:avLst/>
          </a:prstGeom>
          <a:noFill/>
          <a:extLst>
            <a:ext uri="{909E8E84-426E-40dd-AFC4-6F175D3DCCD1}">
              <a14:hiddenFill xmlns:a14="http://schemas.microsoft.com/office/drawing/2010/main" xmlns="">
                <a:solidFill>
                  <a:srgbClr val="FFFFFF"/>
                </a:solidFill>
              </a14:hiddenFill>
            </a:ext>
          </a:extLst>
        </p:spPr>
      </p:pic>
      <p:grpSp>
        <p:nvGrpSpPr>
          <p:cNvPr id="8" name="Group 7"/>
          <p:cNvGrpSpPr/>
          <p:nvPr/>
        </p:nvGrpSpPr>
        <p:grpSpPr>
          <a:xfrm>
            <a:off x="-14288" y="0"/>
            <a:ext cx="12053888" cy="6858001"/>
            <a:chOff x="-14288" y="0"/>
            <a:chExt cx="12053888" cy="6858001"/>
          </a:xfrm>
        </p:grpSpPr>
        <p:grpSp>
          <p:nvGrpSpPr>
            <p:cNvPr id="9" name="Group 8"/>
            <p:cNvGrpSpPr/>
            <p:nvPr/>
          </p:nvGrpSpPr>
          <p:grpSpPr>
            <a:xfrm>
              <a:off x="-14288" y="0"/>
              <a:ext cx="1220788" cy="6858001"/>
              <a:chOff x="-14288" y="0"/>
              <a:chExt cx="1220788" cy="6858001"/>
            </a:xfrm>
            <a:gradFill flip="none" rotWithShape="1">
              <a:gsLst>
                <a:gs pos="0">
                  <a:schemeClr val="tx2"/>
                </a:gs>
                <a:gs pos="100000">
                  <a:schemeClr val="bg2">
                    <a:lumMod val="60000"/>
                    <a:lumOff val="40000"/>
                  </a:schemeClr>
                </a:gs>
              </a:gsLst>
              <a:lin ang="5400000" scaled="0"/>
              <a:tileRect/>
            </a:gradFill>
          </p:grpSpPr>
          <p:sp>
            <p:nvSpPr>
              <p:cNvPr id="21" name="Rectangle 5"/>
              <p:cNvSpPr>
                <a:spLocks noChangeArrowheads="1"/>
              </p:cNvSpPr>
              <p:nvPr/>
            </p:nvSpPr>
            <p:spPr bwMode="auto">
              <a:xfrm>
                <a:off x="114300" y="4763"/>
                <a:ext cx="23813" cy="2181225"/>
              </a:xfrm>
              <a:prstGeom prst="rect">
                <a:avLst/>
              </a:prstGeom>
              <a:grpFill/>
              <a:ln>
                <a:noFill/>
              </a:ln>
              <a:extLst>
                <a:ext uri="{91240B29-F687-4f45-9708-019B960494DF}">
                  <a14:hiddenLine xmlns:a14="http://schemas.microsoft.com/office/drawing/2010/main" xmlns="" w="9525">
                    <a:solidFill>
                      <a:srgbClr val="000000"/>
                    </a:solidFill>
                    <a:miter lim="800000"/>
                    <a:headEnd/>
                    <a:tailEnd/>
                  </a14:hiddenLine>
                </a:ext>
              </a:extLst>
            </p:spPr>
            <p:txBody>
              <a:bodyPr/>
              <a:lstStyle/>
              <a:p>
                <a:endParaRPr lang="it-IT"/>
              </a:p>
            </p:txBody>
          </p:sp>
          <p:sp>
            <p:nvSpPr>
              <p:cNvPr id="22" name="Freeform 6"/>
              <p:cNvSpPr>
                <a:spLocks noEditPoints="1"/>
              </p:cNvSpPr>
              <p:nvPr/>
            </p:nvSpPr>
            <p:spPr bwMode="auto">
              <a:xfrm>
                <a:off x="33337" y="217646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it-IT"/>
              </a:p>
            </p:txBody>
          </p:sp>
          <p:sp>
            <p:nvSpPr>
              <p:cNvPr id="23" name="Freeform 7"/>
              <p:cNvSpPr>
                <a:spLocks noEditPoints="1"/>
              </p:cNvSpPr>
              <p:nvPr/>
            </p:nvSpPr>
            <p:spPr bwMode="auto">
              <a:xfrm>
                <a:off x="28575" y="4021138"/>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it-IT"/>
              </a:p>
            </p:txBody>
          </p:sp>
          <p:sp>
            <p:nvSpPr>
              <p:cNvPr id="24" name="Freeform 8"/>
              <p:cNvSpPr/>
              <p:nvPr/>
            </p:nvSpPr>
            <p:spPr bwMode="auto">
              <a:xfrm>
                <a:off x="200025" y="4763"/>
                <a:ext cx="369888" cy="1811338"/>
              </a:xfrm>
              <a:custGeom>
                <a:avLst/>
                <a:gdLst/>
                <a:ahLst/>
                <a:cxnLst/>
                <a:rect l="0" t="0" r="r" b="b"/>
                <a:pathLst>
                  <a:path w="233" h="1141">
                    <a:moveTo>
                      <a:pt x="218" y="1141"/>
                    </a:moveTo>
                    <a:lnTo>
                      <a:pt x="0" y="626"/>
                    </a:lnTo>
                    <a:lnTo>
                      <a:pt x="0" y="0"/>
                    </a:lnTo>
                    <a:lnTo>
                      <a:pt x="15" y="0"/>
                    </a:lnTo>
                    <a:lnTo>
                      <a:pt x="15" y="623"/>
                    </a:lnTo>
                    <a:lnTo>
                      <a:pt x="233" y="1135"/>
                    </a:lnTo>
                    <a:lnTo>
                      <a:pt x="218" y="1141"/>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it-IT"/>
              </a:p>
            </p:txBody>
          </p:sp>
          <p:sp>
            <p:nvSpPr>
              <p:cNvPr id="25" name="Freeform 9"/>
              <p:cNvSpPr>
                <a:spLocks noEditPoints="1"/>
              </p:cNvSpPr>
              <p:nvPr/>
            </p:nvSpPr>
            <p:spPr bwMode="auto">
              <a:xfrm>
                <a:off x="503237" y="1801813"/>
                <a:ext cx="190500" cy="188913"/>
              </a:xfrm>
              <a:custGeom>
                <a:avLst/>
                <a:gdLst/>
                <a:ahLst/>
                <a:cxnLst/>
                <a:rect l="0" t="0" r="r" b="b"/>
                <a:pathLst>
                  <a:path w="40" h="40">
                    <a:moveTo>
                      <a:pt x="20" y="40"/>
                    </a:moveTo>
                    <a:cubicBezTo>
                      <a:pt x="9" y="40"/>
                      <a:pt x="0" y="31"/>
                      <a:pt x="0" y="20"/>
                    </a:cubicBezTo>
                    <a:cubicBezTo>
                      <a:pt x="0" y="9"/>
                      <a:pt x="9" y="0"/>
                      <a:pt x="20" y="0"/>
                    </a:cubicBezTo>
                    <a:cubicBezTo>
                      <a:pt x="33" y="0"/>
                      <a:pt x="40" y="6"/>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9"/>
                      <a:pt x="31"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it-IT"/>
              </a:p>
            </p:txBody>
          </p:sp>
          <p:sp>
            <p:nvSpPr>
              <p:cNvPr id="26" name="Freeform 10"/>
              <p:cNvSpPr/>
              <p:nvPr/>
            </p:nvSpPr>
            <p:spPr bwMode="auto">
              <a:xfrm>
                <a:off x="285750" y="4763"/>
                <a:ext cx="369888" cy="1430338"/>
              </a:xfrm>
              <a:custGeom>
                <a:avLst/>
                <a:gdLst/>
                <a:ahLst/>
                <a:cxnLst/>
                <a:rect l="0" t="0" r="r" b="b"/>
                <a:pathLst>
                  <a:path w="233" h="901">
                    <a:moveTo>
                      <a:pt x="221" y="901"/>
                    </a:moveTo>
                    <a:lnTo>
                      <a:pt x="0" y="383"/>
                    </a:lnTo>
                    <a:lnTo>
                      <a:pt x="0" y="0"/>
                    </a:lnTo>
                    <a:lnTo>
                      <a:pt x="18" y="0"/>
                    </a:lnTo>
                    <a:lnTo>
                      <a:pt x="18" y="380"/>
                    </a:lnTo>
                    <a:lnTo>
                      <a:pt x="233" y="895"/>
                    </a:lnTo>
                    <a:lnTo>
                      <a:pt x="221" y="901"/>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it-IT"/>
              </a:p>
            </p:txBody>
          </p:sp>
          <p:sp>
            <p:nvSpPr>
              <p:cNvPr id="27" name="Freeform 11"/>
              <p:cNvSpPr/>
              <p:nvPr/>
            </p:nvSpPr>
            <p:spPr bwMode="auto">
              <a:xfrm>
                <a:off x="546100" y="0"/>
                <a:ext cx="152400" cy="912813"/>
              </a:xfrm>
              <a:custGeom>
                <a:avLst/>
                <a:gdLst/>
                <a:ahLst/>
                <a:cxnLst/>
                <a:rect l="0" t="0" r="r" b="b"/>
                <a:pathLst>
                  <a:path w="96" h="575">
                    <a:moveTo>
                      <a:pt x="96" y="575"/>
                    </a:moveTo>
                    <a:lnTo>
                      <a:pt x="78" y="575"/>
                    </a:lnTo>
                    <a:lnTo>
                      <a:pt x="78" y="192"/>
                    </a:lnTo>
                    <a:lnTo>
                      <a:pt x="0" y="6"/>
                    </a:lnTo>
                    <a:lnTo>
                      <a:pt x="15" y="0"/>
                    </a:lnTo>
                    <a:lnTo>
                      <a:pt x="96" y="189"/>
                    </a:lnTo>
                    <a:lnTo>
                      <a:pt x="96" y="575"/>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it-IT"/>
              </a:p>
            </p:txBody>
          </p:sp>
          <p:sp>
            <p:nvSpPr>
              <p:cNvPr id="28" name="Freeform 12"/>
              <p:cNvSpPr>
                <a:spLocks noEditPoints="1"/>
              </p:cNvSpPr>
              <p:nvPr/>
            </p:nvSpPr>
            <p:spPr bwMode="auto">
              <a:xfrm>
                <a:off x="588962" y="1420813"/>
                <a:ext cx="190500" cy="190500"/>
              </a:xfrm>
              <a:custGeom>
                <a:avLst/>
                <a:gdLst/>
                <a:ahLst/>
                <a:cxnLst/>
                <a:rect l="0" t="0" r="r" b="b"/>
                <a:pathLst>
                  <a:path w="40" h="40">
                    <a:moveTo>
                      <a:pt x="20" y="40"/>
                    </a:moveTo>
                    <a:cubicBezTo>
                      <a:pt x="9" y="40"/>
                      <a:pt x="0" y="31"/>
                      <a:pt x="0" y="20"/>
                    </a:cubicBezTo>
                    <a:cubicBezTo>
                      <a:pt x="0" y="9"/>
                      <a:pt x="9" y="0"/>
                      <a:pt x="20" y="0"/>
                    </a:cubicBezTo>
                    <a:cubicBezTo>
                      <a:pt x="33" y="0"/>
                      <a:pt x="40" y="7"/>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9"/>
                      <a:pt x="31"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it-IT"/>
              </a:p>
            </p:txBody>
          </p:sp>
          <p:sp>
            <p:nvSpPr>
              <p:cNvPr id="29" name="Freeform 13"/>
              <p:cNvSpPr>
                <a:spLocks noEditPoints="1"/>
              </p:cNvSpPr>
              <p:nvPr/>
            </p:nvSpPr>
            <p:spPr bwMode="auto">
              <a:xfrm>
                <a:off x="588962" y="9032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it-IT"/>
              </a:p>
            </p:txBody>
          </p:sp>
          <p:sp>
            <p:nvSpPr>
              <p:cNvPr id="30" name="Freeform 14"/>
              <p:cNvSpPr/>
              <p:nvPr/>
            </p:nvSpPr>
            <p:spPr bwMode="auto">
              <a:xfrm>
                <a:off x="641350" y="0"/>
                <a:ext cx="422275" cy="527050"/>
              </a:xfrm>
              <a:custGeom>
                <a:avLst/>
                <a:gdLst/>
                <a:ahLst/>
                <a:cxnLst/>
                <a:rect l="0" t="0" r="r" b="b"/>
                <a:pathLst>
                  <a:path w="266" h="332">
                    <a:moveTo>
                      <a:pt x="257" y="332"/>
                    </a:moveTo>
                    <a:lnTo>
                      <a:pt x="48" y="123"/>
                    </a:lnTo>
                    <a:lnTo>
                      <a:pt x="0" y="6"/>
                    </a:lnTo>
                    <a:lnTo>
                      <a:pt x="15" y="0"/>
                    </a:lnTo>
                    <a:lnTo>
                      <a:pt x="63" y="114"/>
                    </a:lnTo>
                    <a:lnTo>
                      <a:pt x="266" y="320"/>
                    </a:lnTo>
                    <a:lnTo>
                      <a:pt x="257" y="332"/>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it-IT"/>
              </a:p>
            </p:txBody>
          </p:sp>
          <p:sp>
            <p:nvSpPr>
              <p:cNvPr id="31" name="Freeform 15"/>
              <p:cNvSpPr>
                <a:spLocks noEditPoints="1"/>
              </p:cNvSpPr>
              <p:nvPr/>
            </p:nvSpPr>
            <p:spPr bwMode="auto">
              <a:xfrm>
                <a:off x="1020762" y="488950"/>
                <a:ext cx="161925" cy="147638"/>
              </a:xfrm>
              <a:custGeom>
                <a:avLst/>
                <a:gdLst/>
                <a:ahLst/>
                <a:cxnLst/>
                <a:rect l="0" t="0" r="r" b="b"/>
                <a:pathLst>
                  <a:path w="34" h="31">
                    <a:moveTo>
                      <a:pt x="17" y="31"/>
                    </a:moveTo>
                    <a:cubicBezTo>
                      <a:pt x="13" y="31"/>
                      <a:pt x="9" y="30"/>
                      <a:pt x="6" y="27"/>
                    </a:cubicBezTo>
                    <a:cubicBezTo>
                      <a:pt x="0" y="20"/>
                      <a:pt x="0" y="10"/>
                      <a:pt x="6" y="4"/>
                    </a:cubicBezTo>
                    <a:cubicBezTo>
                      <a:pt x="9" y="1"/>
                      <a:pt x="13" y="0"/>
                      <a:pt x="17" y="0"/>
                    </a:cubicBezTo>
                    <a:cubicBezTo>
                      <a:pt x="21" y="0"/>
                      <a:pt x="25" y="1"/>
                      <a:pt x="28" y="4"/>
                    </a:cubicBezTo>
                    <a:cubicBezTo>
                      <a:pt x="34" y="10"/>
                      <a:pt x="34" y="20"/>
                      <a:pt x="28" y="27"/>
                    </a:cubicBezTo>
                    <a:cubicBezTo>
                      <a:pt x="25" y="30"/>
                      <a:pt x="21" y="31"/>
                      <a:pt x="17" y="31"/>
                    </a:cubicBezTo>
                    <a:close/>
                    <a:moveTo>
                      <a:pt x="17" y="4"/>
                    </a:moveTo>
                    <a:cubicBezTo>
                      <a:pt x="14" y="4"/>
                      <a:pt x="11" y="5"/>
                      <a:pt x="9" y="7"/>
                    </a:cubicBezTo>
                    <a:cubicBezTo>
                      <a:pt x="4" y="12"/>
                      <a:pt x="4" y="19"/>
                      <a:pt x="9" y="24"/>
                    </a:cubicBezTo>
                    <a:cubicBezTo>
                      <a:pt x="11" y="26"/>
                      <a:pt x="14" y="27"/>
                      <a:pt x="17" y="27"/>
                    </a:cubicBezTo>
                    <a:cubicBezTo>
                      <a:pt x="20" y="27"/>
                      <a:pt x="23" y="26"/>
                      <a:pt x="25" y="24"/>
                    </a:cubicBezTo>
                    <a:cubicBezTo>
                      <a:pt x="30" y="19"/>
                      <a:pt x="30" y="12"/>
                      <a:pt x="25" y="7"/>
                    </a:cubicBezTo>
                    <a:cubicBezTo>
                      <a:pt x="23" y="5"/>
                      <a:pt x="20" y="4"/>
                      <a:pt x="17"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it-IT"/>
              </a:p>
            </p:txBody>
          </p:sp>
          <p:sp>
            <p:nvSpPr>
              <p:cNvPr id="32" name="Line 16"/>
              <p:cNvSpPr>
                <a:spLocks noChangeShapeType="1"/>
              </p:cNvSpPr>
              <p:nvPr/>
            </p:nvSpPr>
            <p:spPr bwMode="auto">
              <a:xfrm>
                <a:off x="-4763" y="9525"/>
                <a:ext cx="0" cy="0"/>
              </a:xfrm>
              <a:prstGeom prst="line">
                <a:avLst/>
              </a:prstGeom>
              <a:grpFill/>
              <a:ln w="15" cap="flat">
                <a:solidFill>
                  <a:srgbClr val="FFFFFF"/>
                </a:solidFill>
                <a:prstDash val="solid"/>
                <a:miter lim="800000"/>
                <a:headEnd/>
                <a:tailEnd/>
              </a:ln>
            </p:spPr>
            <p:txBody>
              <a:bodyPr/>
              <a:lstStyle/>
              <a:p>
                <a:endParaRPr lang="it-IT"/>
              </a:p>
            </p:txBody>
          </p:sp>
          <p:sp>
            <p:nvSpPr>
              <p:cNvPr id="33" name="Freeform 17"/>
              <p:cNvSpPr/>
              <p:nvPr/>
            </p:nvSpPr>
            <p:spPr bwMode="auto">
              <a:xfrm>
                <a:off x="9525" y="1801813"/>
                <a:ext cx="123825" cy="127000"/>
              </a:xfrm>
              <a:custGeom>
                <a:avLst/>
                <a:gdLst/>
                <a:ahLst/>
                <a:cxnLst/>
                <a:rect l="0" t="0" r="r" b="b"/>
                <a:pathLst>
                  <a:path w="78" h="80">
                    <a:moveTo>
                      <a:pt x="6" y="80"/>
                    </a:moveTo>
                    <a:lnTo>
                      <a:pt x="0" y="71"/>
                    </a:lnTo>
                    <a:lnTo>
                      <a:pt x="69" y="0"/>
                    </a:lnTo>
                    <a:lnTo>
                      <a:pt x="78" y="9"/>
                    </a:lnTo>
                    <a:lnTo>
                      <a:pt x="6" y="80"/>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it-IT"/>
              </a:p>
            </p:txBody>
          </p:sp>
          <p:sp>
            <p:nvSpPr>
              <p:cNvPr id="34" name="Freeform 18"/>
              <p:cNvSpPr/>
              <p:nvPr/>
            </p:nvSpPr>
            <p:spPr bwMode="auto">
              <a:xfrm>
                <a:off x="-9525" y="3549650"/>
                <a:ext cx="147638" cy="481013"/>
              </a:xfrm>
              <a:custGeom>
                <a:avLst/>
                <a:gdLst/>
                <a:ahLst/>
                <a:cxnLst/>
                <a:rect l="0" t="0" r="r" b="b"/>
                <a:pathLst>
                  <a:path w="93" h="303">
                    <a:moveTo>
                      <a:pt x="93" y="303"/>
                    </a:moveTo>
                    <a:lnTo>
                      <a:pt x="78" y="303"/>
                    </a:lnTo>
                    <a:lnTo>
                      <a:pt x="78" y="78"/>
                    </a:lnTo>
                    <a:lnTo>
                      <a:pt x="0" y="12"/>
                    </a:lnTo>
                    <a:lnTo>
                      <a:pt x="12" y="0"/>
                    </a:lnTo>
                    <a:lnTo>
                      <a:pt x="93" y="69"/>
                    </a:lnTo>
                    <a:lnTo>
                      <a:pt x="93" y="303"/>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it-IT"/>
              </a:p>
            </p:txBody>
          </p:sp>
          <p:sp>
            <p:nvSpPr>
              <p:cNvPr id="35" name="Freeform 19"/>
              <p:cNvSpPr/>
              <p:nvPr/>
            </p:nvSpPr>
            <p:spPr bwMode="auto">
              <a:xfrm>
                <a:off x="128587" y="1382713"/>
                <a:ext cx="142875" cy="476250"/>
              </a:xfrm>
              <a:custGeom>
                <a:avLst/>
                <a:gdLst/>
                <a:ahLst/>
                <a:cxnLst/>
                <a:rect l="0" t="0" r="r" b="b"/>
                <a:pathLst>
                  <a:path w="90" h="300">
                    <a:moveTo>
                      <a:pt x="90" y="300"/>
                    </a:moveTo>
                    <a:lnTo>
                      <a:pt x="78" y="300"/>
                    </a:lnTo>
                    <a:lnTo>
                      <a:pt x="78" y="84"/>
                    </a:lnTo>
                    <a:lnTo>
                      <a:pt x="0" y="9"/>
                    </a:lnTo>
                    <a:lnTo>
                      <a:pt x="9" y="0"/>
                    </a:lnTo>
                    <a:lnTo>
                      <a:pt x="90" y="81"/>
                    </a:lnTo>
                    <a:lnTo>
                      <a:pt x="90" y="300"/>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it-IT"/>
              </a:p>
            </p:txBody>
          </p:sp>
          <p:sp>
            <p:nvSpPr>
              <p:cNvPr id="36" name="Freeform 20"/>
              <p:cNvSpPr>
                <a:spLocks noEditPoints="1"/>
              </p:cNvSpPr>
              <p:nvPr/>
            </p:nvSpPr>
            <p:spPr bwMode="auto">
              <a:xfrm>
                <a:off x="204787" y="1849438"/>
                <a:ext cx="114300" cy="107950"/>
              </a:xfrm>
              <a:custGeom>
                <a:avLst/>
                <a:gdLst/>
                <a:ahLst/>
                <a:cxnLst/>
                <a:rect l="0" t="0" r="r" b="b"/>
                <a:pathLst>
                  <a:path w="24" h="23">
                    <a:moveTo>
                      <a:pt x="12" y="23"/>
                    </a:moveTo>
                    <a:cubicBezTo>
                      <a:pt x="6" y="23"/>
                      <a:pt x="0" y="18"/>
                      <a:pt x="0" y="12"/>
                    </a:cubicBezTo>
                    <a:cubicBezTo>
                      <a:pt x="0" y="5"/>
                      <a:pt x="6" y="0"/>
                      <a:pt x="12" y="0"/>
                    </a:cubicBezTo>
                    <a:cubicBezTo>
                      <a:pt x="18" y="0"/>
                      <a:pt x="24" y="5"/>
                      <a:pt x="24" y="12"/>
                    </a:cubicBezTo>
                    <a:cubicBezTo>
                      <a:pt x="24" y="18"/>
                      <a:pt x="18" y="23"/>
                      <a:pt x="12" y="23"/>
                    </a:cubicBezTo>
                    <a:close/>
                    <a:moveTo>
                      <a:pt x="12" y="4"/>
                    </a:moveTo>
                    <a:cubicBezTo>
                      <a:pt x="8" y="4"/>
                      <a:pt x="4" y="8"/>
                      <a:pt x="4" y="12"/>
                    </a:cubicBezTo>
                    <a:cubicBezTo>
                      <a:pt x="4" y="16"/>
                      <a:pt x="8" y="19"/>
                      <a:pt x="12" y="19"/>
                    </a:cubicBezTo>
                    <a:cubicBezTo>
                      <a:pt x="16" y="19"/>
                      <a:pt x="20" y="16"/>
                      <a:pt x="20" y="12"/>
                    </a:cubicBezTo>
                    <a:cubicBezTo>
                      <a:pt x="20" y="8"/>
                      <a:pt x="16" y="4"/>
                      <a:pt x="12"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it-IT"/>
              </a:p>
            </p:txBody>
          </p:sp>
          <p:sp>
            <p:nvSpPr>
              <p:cNvPr id="37" name="Rectangle 21"/>
              <p:cNvSpPr>
                <a:spLocks noChangeArrowheads="1"/>
              </p:cNvSpPr>
              <p:nvPr/>
            </p:nvSpPr>
            <p:spPr bwMode="auto">
              <a:xfrm>
                <a:off x="133350" y="4662488"/>
                <a:ext cx="23813" cy="2181225"/>
              </a:xfrm>
              <a:prstGeom prst="rect">
                <a:avLst/>
              </a:prstGeom>
              <a:grpFill/>
              <a:ln>
                <a:noFill/>
              </a:ln>
              <a:extLst>
                <a:ext uri="{91240B29-F687-4f45-9708-019B960494DF}">
                  <a14:hiddenLine xmlns:a14="http://schemas.microsoft.com/office/drawing/2010/main" xmlns="" w="9525">
                    <a:solidFill>
                      <a:srgbClr val="000000"/>
                    </a:solidFill>
                    <a:miter lim="800000"/>
                    <a:headEnd/>
                    <a:tailEnd/>
                  </a14:hiddenLine>
                </a:ext>
              </a:extLst>
            </p:spPr>
            <p:txBody>
              <a:bodyPr/>
              <a:lstStyle/>
              <a:p>
                <a:endParaRPr lang="it-IT"/>
              </a:p>
            </p:txBody>
          </p:sp>
          <p:sp>
            <p:nvSpPr>
              <p:cNvPr id="38" name="Freeform 22"/>
              <p:cNvSpPr/>
              <p:nvPr/>
            </p:nvSpPr>
            <p:spPr bwMode="auto">
              <a:xfrm>
                <a:off x="223837" y="5041900"/>
                <a:ext cx="369888" cy="1801813"/>
              </a:xfrm>
              <a:custGeom>
                <a:avLst/>
                <a:gdLst/>
                <a:ahLst/>
                <a:cxnLst/>
                <a:rect l="0" t="0" r="r" b="b"/>
                <a:pathLst>
                  <a:path w="233" h="1135">
                    <a:moveTo>
                      <a:pt x="15" y="1135"/>
                    </a:moveTo>
                    <a:lnTo>
                      <a:pt x="0" y="1135"/>
                    </a:lnTo>
                    <a:lnTo>
                      <a:pt x="0" y="515"/>
                    </a:lnTo>
                    <a:lnTo>
                      <a:pt x="0" y="512"/>
                    </a:lnTo>
                    <a:lnTo>
                      <a:pt x="218" y="0"/>
                    </a:lnTo>
                    <a:lnTo>
                      <a:pt x="233" y="6"/>
                    </a:lnTo>
                    <a:lnTo>
                      <a:pt x="15" y="518"/>
                    </a:lnTo>
                    <a:lnTo>
                      <a:pt x="15" y="1135"/>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it-IT"/>
              </a:p>
            </p:txBody>
          </p:sp>
          <p:sp>
            <p:nvSpPr>
              <p:cNvPr id="39" name="Freeform 23"/>
              <p:cNvSpPr>
                <a:spLocks noEditPoints="1"/>
              </p:cNvSpPr>
              <p:nvPr/>
            </p:nvSpPr>
            <p:spPr bwMode="auto">
              <a:xfrm>
                <a:off x="52387" y="44815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it-IT"/>
              </a:p>
            </p:txBody>
          </p:sp>
          <p:sp>
            <p:nvSpPr>
              <p:cNvPr id="40" name="Freeform 24"/>
              <p:cNvSpPr/>
              <p:nvPr/>
            </p:nvSpPr>
            <p:spPr bwMode="auto">
              <a:xfrm>
                <a:off x="-14288" y="5627688"/>
                <a:ext cx="85725" cy="1216025"/>
              </a:xfrm>
              <a:custGeom>
                <a:avLst/>
                <a:gdLst/>
                <a:ahLst/>
                <a:cxnLst/>
                <a:rect l="0" t="0" r="r" b="b"/>
                <a:pathLst>
                  <a:path w="54" h="766">
                    <a:moveTo>
                      <a:pt x="54" y="766"/>
                    </a:moveTo>
                    <a:lnTo>
                      <a:pt x="36" y="766"/>
                    </a:lnTo>
                    <a:lnTo>
                      <a:pt x="36" y="149"/>
                    </a:lnTo>
                    <a:lnTo>
                      <a:pt x="0" y="3"/>
                    </a:lnTo>
                    <a:lnTo>
                      <a:pt x="18" y="0"/>
                    </a:lnTo>
                    <a:lnTo>
                      <a:pt x="54" y="146"/>
                    </a:lnTo>
                    <a:lnTo>
                      <a:pt x="54" y="766"/>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it-IT"/>
              </a:p>
            </p:txBody>
          </p:sp>
          <p:sp>
            <p:nvSpPr>
              <p:cNvPr id="41" name="Freeform 25"/>
              <p:cNvSpPr>
                <a:spLocks noEditPoints="1"/>
              </p:cNvSpPr>
              <p:nvPr/>
            </p:nvSpPr>
            <p:spPr bwMode="auto">
              <a:xfrm>
                <a:off x="527050" y="4867275"/>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it-IT"/>
              </a:p>
            </p:txBody>
          </p:sp>
          <p:sp>
            <p:nvSpPr>
              <p:cNvPr id="42" name="Freeform 26"/>
              <p:cNvSpPr/>
              <p:nvPr/>
            </p:nvSpPr>
            <p:spPr bwMode="auto">
              <a:xfrm>
                <a:off x="309562" y="5422900"/>
                <a:ext cx="374650" cy="1425575"/>
              </a:xfrm>
              <a:custGeom>
                <a:avLst/>
                <a:gdLst/>
                <a:ahLst/>
                <a:cxnLst/>
                <a:rect l="0" t="0" r="r" b="b"/>
                <a:pathLst>
                  <a:path w="236" h="898">
                    <a:moveTo>
                      <a:pt x="18" y="898"/>
                    </a:moveTo>
                    <a:lnTo>
                      <a:pt x="0" y="898"/>
                    </a:lnTo>
                    <a:lnTo>
                      <a:pt x="0" y="515"/>
                    </a:lnTo>
                    <a:lnTo>
                      <a:pt x="3" y="512"/>
                    </a:lnTo>
                    <a:lnTo>
                      <a:pt x="221" y="0"/>
                    </a:lnTo>
                    <a:lnTo>
                      <a:pt x="236" y="6"/>
                    </a:lnTo>
                    <a:lnTo>
                      <a:pt x="18" y="518"/>
                    </a:lnTo>
                    <a:lnTo>
                      <a:pt x="18" y="898"/>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it-IT"/>
              </a:p>
            </p:txBody>
          </p:sp>
          <p:sp>
            <p:nvSpPr>
              <p:cNvPr id="43" name="Freeform 27"/>
              <p:cNvSpPr/>
              <p:nvPr/>
            </p:nvSpPr>
            <p:spPr bwMode="auto">
              <a:xfrm>
                <a:off x="569912" y="5945188"/>
                <a:ext cx="152400" cy="912813"/>
              </a:xfrm>
              <a:custGeom>
                <a:avLst/>
                <a:gdLst/>
                <a:ahLst/>
                <a:cxnLst/>
                <a:rect l="0" t="0" r="r" b="b"/>
                <a:pathLst>
                  <a:path w="96" h="575">
                    <a:moveTo>
                      <a:pt x="15" y="575"/>
                    </a:moveTo>
                    <a:lnTo>
                      <a:pt x="0" y="569"/>
                    </a:lnTo>
                    <a:lnTo>
                      <a:pt x="81" y="383"/>
                    </a:lnTo>
                    <a:lnTo>
                      <a:pt x="81" y="0"/>
                    </a:lnTo>
                    <a:lnTo>
                      <a:pt x="96" y="0"/>
                    </a:lnTo>
                    <a:lnTo>
                      <a:pt x="96" y="386"/>
                    </a:lnTo>
                    <a:lnTo>
                      <a:pt x="15" y="575"/>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it-IT"/>
              </a:p>
            </p:txBody>
          </p:sp>
          <p:sp>
            <p:nvSpPr>
              <p:cNvPr id="44" name="Freeform 28"/>
              <p:cNvSpPr>
                <a:spLocks noEditPoints="1"/>
              </p:cNvSpPr>
              <p:nvPr/>
            </p:nvSpPr>
            <p:spPr bwMode="auto">
              <a:xfrm>
                <a:off x="612775" y="52466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it-IT"/>
              </a:p>
            </p:txBody>
          </p:sp>
          <p:sp>
            <p:nvSpPr>
              <p:cNvPr id="45" name="Freeform 29"/>
              <p:cNvSpPr>
                <a:spLocks noEditPoints="1"/>
              </p:cNvSpPr>
              <p:nvPr/>
            </p:nvSpPr>
            <p:spPr bwMode="auto">
              <a:xfrm>
                <a:off x="612775" y="57642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it-IT"/>
              </a:p>
            </p:txBody>
          </p:sp>
          <p:sp>
            <p:nvSpPr>
              <p:cNvPr id="46" name="Freeform 30"/>
              <p:cNvSpPr/>
              <p:nvPr/>
            </p:nvSpPr>
            <p:spPr bwMode="auto">
              <a:xfrm>
                <a:off x="669925" y="6330950"/>
                <a:ext cx="417513" cy="517525"/>
              </a:xfrm>
              <a:custGeom>
                <a:avLst/>
                <a:gdLst/>
                <a:ahLst/>
                <a:cxnLst/>
                <a:rect l="0" t="0" r="r" b="b"/>
                <a:pathLst>
                  <a:path w="263" h="326">
                    <a:moveTo>
                      <a:pt x="15" y="326"/>
                    </a:moveTo>
                    <a:lnTo>
                      <a:pt x="0" y="320"/>
                    </a:lnTo>
                    <a:lnTo>
                      <a:pt x="45" y="206"/>
                    </a:lnTo>
                    <a:lnTo>
                      <a:pt x="48" y="206"/>
                    </a:lnTo>
                    <a:lnTo>
                      <a:pt x="254" y="0"/>
                    </a:lnTo>
                    <a:lnTo>
                      <a:pt x="263" y="12"/>
                    </a:lnTo>
                    <a:lnTo>
                      <a:pt x="60" y="215"/>
                    </a:lnTo>
                    <a:lnTo>
                      <a:pt x="15" y="326"/>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it-IT"/>
              </a:p>
            </p:txBody>
          </p:sp>
          <p:sp>
            <p:nvSpPr>
              <p:cNvPr id="47" name="Freeform 31"/>
              <p:cNvSpPr>
                <a:spLocks noEditPoints="1"/>
              </p:cNvSpPr>
              <p:nvPr/>
            </p:nvSpPr>
            <p:spPr bwMode="auto">
              <a:xfrm>
                <a:off x="1049337" y="6221413"/>
                <a:ext cx="157163" cy="147638"/>
              </a:xfrm>
              <a:custGeom>
                <a:avLst/>
                <a:gdLst/>
                <a:ahLst/>
                <a:cxnLst/>
                <a:rect l="0" t="0" r="r" b="b"/>
                <a:pathLst>
                  <a:path w="33" h="31">
                    <a:moveTo>
                      <a:pt x="16" y="31"/>
                    </a:moveTo>
                    <a:cubicBezTo>
                      <a:pt x="12" y="31"/>
                      <a:pt x="8" y="29"/>
                      <a:pt x="5" y="26"/>
                    </a:cubicBezTo>
                    <a:cubicBezTo>
                      <a:pt x="2" y="24"/>
                      <a:pt x="0" y="20"/>
                      <a:pt x="0" y="15"/>
                    </a:cubicBezTo>
                    <a:cubicBezTo>
                      <a:pt x="0" y="11"/>
                      <a:pt x="2" y="7"/>
                      <a:pt x="5" y="4"/>
                    </a:cubicBezTo>
                    <a:cubicBezTo>
                      <a:pt x="8" y="1"/>
                      <a:pt x="12" y="0"/>
                      <a:pt x="16" y="0"/>
                    </a:cubicBezTo>
                    <a:cubicBezTo>
                      <a:pt x="20" y="0"/>
                      <a:pt x="24" y="1"/>
                      <a:pt x="27" y="4"/>
                    </a:cubicBezTo>
                    <a:cubicBezTo>
                      <a:pt x="33" y="10"/>
                      <a:pt x="33" y="20"/>
                      <a:pt x="27" y="26"/>
                    </a:cubicBezTo>
                    <a:cubicBezTo>
                      <a:pt x="24" y="29"/>
                      <a:pt x="20" y="31"/>
                      <a:pt x="16" y="31"/>
                    </a:cubicBezTo>
                    <a:close/>
                    <a:moveTo>
                      <a:pt x="16" y="4"/>
                    </a:moveTo>
                    <a:cubicBezTo>
                      <a:pt x="13" y="4"/>
                      <a:pt x="10" y="5"/>
                      <a:pt x="8" y="7"/>
                    </a:cubicBezTo>
                    <a:cubicBezTo>
                      <a:pt x="6" y="9"/>
                      <a:pt x="4" y="12"/>
                      <a:pt x="4" y="15"/>
                    </a:cubicBezTo>
                    <a:cubicBezTo>
                      <a:pt x="4" y="19"/>
                      <a:pt x="6" y="21"/>
                      <a:pt x="8" y="24"/>
                    </a:cubicBezTo>
                    <a:cubicBezTo>
                      <a:pt x="10" y="26"/>
                      <a:pt x="13" y="27"/>
                      <a:pt x="16" y="27"/>
                    </a:cubicBezTo>
                    <a:cubicBezTo>
                      <a:pt x="19" y="27"/>
                      <a:pt x="22" y="26"/>
                      <a:pt x="24" y="24"/>
                    </a:cubicBezTo>
                    <a:cubicBezTo>
                      <a:pt x="29" y="19"/>
                      <a:pt x="29" y="12"/>
                      <a:pt x="24" y="7"/>
                    </a:cubicBezTo>
                    <a:cubicBezTo>
                      <a:pt x="22" y="5"/>
                      <a:pt x="19" y="4"/>
                      <a:pt x="16"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it-IT"/>
              </a:p>
            </p:txBody>
          </p:sp>
        </p:grpSp>
        <p:grpSp>
          <p:nvGrpSpPr>
            <p:cNvPr id="10" name="Group 9"/>
            <p:cNvGrpSpPr/>
            <p:nvPr/>
          </p:nvGrpSpPr>
          <p:grpSpPr>
            <a:xfrm>
              <a:off x="11364912" y="0"/>
              <a:ext cx="674688" cy="6848476"/>
              <a:chOff x="11364912" y="0"/>
              <a:chExt cx="674688" cy="6848476"/>
            </a:xfrm>
            <a:gradFill flip="none" rotWithShape="1">
              <a:gsLst>
                <a:gs pos="0">
                  <a:schemeClr val="tx2">
                    <a:alpha val="80000"/>
                  </a:schemeClr>
                </a:gs>
                <a:gs pos="100000">
                  <a:schemeClr val="bg2">
                    <a:lumMod val="60000"/>
                    <a:lumOff val="40000"/>
                    <a:alpha val="60000"/>
                  </a:schemeClr>
                </a:gs>
              </a:gsLst>
              <a:lin ang="5400000" scaled="0"/>
              <a:tileRect/>
            </a:gradFill>
          </p:grpSpPr>
          <p:sp>
            <p:nvSpPr>
              <p:cNvPr id="11" name="Freeform 32"/>
              <p:cNvSpPr/>
              <p:nvPr/>
            </p:nvSpPr>
            <p:spPr bwMode="auto">
              <a:xfrm>
                <a:off x="11483975" y="0"/>
                <a:ext cx="417513" cy="512763"/>
              </a:xfrm>
              <a:custGeom>
                <a:avLst/>
                <a:gdLst/>
                <a:ahLst/>
                <a:cxnLst/>
                <a:rect l="0" t="0" r="r" b="b"/>
                <a:pathLst>
                  <a:path w="263" h="323">
                    <a:moveTo>
                      <a:pt x="12" y="323"/>
                    </a:moveTo>
                    <a:lnTo>
                      <a:pt x="0" y="314"/>
                    </a:lnTo>
                    <a:lnTo>
                      <a:pt x="203" y="108"/>
                    </a:lnTo>
                    <a:lnTo>
                      <a:pt x="248" y="0"/>
                    </a:lnTo>
                    <a:lnTo>
                      <a:pt x="263" y="6"/>
                    </a:lnTo>
                    <a:lnTo>
                      <a:pt x="218" y="117"/>
                    </a:lnTo>
                    <a:lnTo>
                      <a:pt x="218" y="117"/>
                    </a:lnTo>
                    <a:lnTo>
                      <a:pt x="12" y="323"/>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it-IT"/>
              </a:p>
            </p:txBody>
          </p:sp>
          <p:sp>
            <p:nvSpPr>
              <p:cNvPr id="12" name="Freeform 33"/>
              <p:cNvSpPr>
                <a:spLocks noEditPoints="1"/>
              </p:cNvSpPr>
              <p:nvPr/>
            </p:nvSpPr>
            <p:spPr bwMode="auto">
              <a:xfrm>
                <a:off x="11364912" y="474663"/>
                <a:ext cx="157163" cy="152400"/>
              </a:xfrm>
              <a:custGeom>
                <a:avLst/>
                <a:gdLst/>
                <a:ahLst/>
                <a:cxnLst/>
                <a:rect l="0" t="0" r="r" b="b"/>
                <a:pathLst>
                  <a:path w="33" h="32">
                    <a:moveTo>
                      <a:pt x="17" y="32"/>
                    </a:moveTo>
                    <a:cubicBezTo>
                      <a:pt x="13" y="32"/>
                      <a:pt x="9" y="30"/>
                      <a:pt x="6" y="27"/>
                    </a:cubicBezTo>
                    <a:cubicBezTo>
                      <a:pt x="0" y="21"/>
                      <a:pt x="0" y="11"/>
                      <a:pt x="6" y="5"/>
                    </a:cubicBezTo>
                    <a:cubicBezTo>
                      <a:pt x="9" y="2"/>
                      <a:pt x="13" y="0"/>
                      <a:pt x="17" y="0"/>
                    </a:cubicBezTo>
                    <a:cubicBezTo>
                      <a:pt x="21" y="0"/>
                      <a:pt x="25" y="2"/>
                      <a:pt x="28" y="5"/>
                    </a:cubicBezTo>
                    <a:cubicBezTo>
                      <a:pt x="31" y="8"/>
                      <a:pt x="33" y="12"/>
                      <a:pt x="33" y="16"/>
                    </a:cubicBezTo>
                    <a:cubicBezTo>
                      <a:pt x="33" y="20"/>
                      <a:pt x="31" y="24"/>
                      <a:pt x="28" y="27"/>
                    </a:cubicBezTo>
                    <a:cubicBezTo>
                      <a:pt x="25" y="30"/>
                      <a:pt x="21" y="32"/>
                      <a:pt x="17" y="32"/>
                    </a:cubicBezTo>
                    <a:close/>
                    <a:moveTo>
                      <a:pt x="17" y="4"/>
                    </a:moveTo>
                    <a:cubicBezTo>
                      <a:pt x="14" y="4"/>
                      <a:pt x="11" y="6"/>
                      <a:pt x="9" y="8"/>
                    </a:cubicBezTo>
                    <a:cubicBezTo>
                      <a:pt x="4" y="12"/>
                      <a:pt x="4" y="20"/>
                      <a:pt x="9" y="24"/>
                    </a:cubicBezTo>
                    <a:cubicBezTo>
                      <a:pt x="11" y="27"/>
                      <a:pt x="14" y="28"/>
                      <a:pt x="17" y="28"/>
                    </a:cubicBezTo>
                    <a:cubicBezTo>
                      <a:pt x="20" y="28"/>
                      <a:pt x="23" y="27"/>
                      <a:pt x="26" y="24"/>
                    </a:cubicBezTo>
                    <a:cubicBezTo>
                      <a:pt x="30" y="20"/>
                      <a:pt x="30" y="12"/>
                      <a:pt x="26" y="8"/>
                    </a:cubicBezTo>
                    <a:cubicBezTo>
                      <a:pt x="23" y="6"/>
                      <a:pt x="20" y="4"/>
                      <a:pt x="17"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it-IT"/>
              </a:p>
            </p:txBody>
          </p:sp>
          <p:sp>
            <p:nvSpPr>
              <p:cNvPr id="13" name="Freeform 34"/>
              <p:cNvSpPr>
                <a:spLocks noEditPoints="1"/>
              </p:cNvSpPr>
              <p:nvPr/>
            </p:nvSpPr>
            <p:spPr bwMode="auto">
              <a:xfrm>
                <a:off x="11631612" y="1539875"/>
                <a:ext cx="188913"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it-IT"/>
              </a:p>
            </p:txBody>
          </p:sp>
          <p:sp>
            <p:nvSpPr>
              <p:cNvPr id="14" name="Freeform 35"/>
              <p:cNvSpPr/>
              <p:nvPr/>
            </p:nvSpPr>
            <p:spPr bwMode="auto">
              <a:xfrm>
                <a:off x="11531600" y="5694363"/>
                <a:ext cx="298450" cy="1154113"/>
              </a:xfrm>
              <a:custGeom>
                <a:avLst/>
                <a:gdLst/>
                <a:ahLst/>
                <a:cxnLst/>
                <a:rect l="0" t="0" r="r" b="b"/>
                <a:pathLst>
                  <a:path w="188" h="727">
                    <a:moveTo>
                      <a:pt x="15" y="727"/>
                    </a:moveTo>
                    <a:lnTo>
                      <a:pt x="0" y="727"/>
                    </a:lnTo>
                    <a:lnTo>
                      <a:pt x="0" y="407"/>
                    </a:lnTo>
                    <a:lnTo>
                      <a:pt x="0" y="407"/>
                    </a:lnTo>
                    <a:lnTo>
                      <a:pt x="176" y="0"/>
                    </a:lnTo>
                    <a:lnTo>
                      <a:pt x="188" y="6"/>
                    </a:lnTo>
                    <a:lnTo>
                      <a:pt x="15" y="410"/>
                    </a:lnTo>
                    <a:lnTo>
                      <a:pt x="15" y="727"/>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it-IT"/>
              </a:p>
            </p:txBody>
          </p:sp>
          <p:sp>
            <p:nvSpPr>
              <p:cNvPr id="15" name="Freeform 36"/>
              <p:cNvSpPr>
                <a:spLocks noEditPoints="1"/>
              </p:cNvSpPr>
              <p:nvPr/>
            </p:nvSpPr>
            <p:spPr bwMode="auto">
              <a:xfrm>
                <a:off x="11772900" y="5551488"/>
                <a:ext cx="157163" cy="155575"/>
              </a:xfrm>
              <a:custGeom>
                <a:avLst/>
                <a:gdLst/>
                <a:ahLst/>
                <a:cxnLst/>
                <a:rect l="0" t="0" r="r" b="b"/>
                <a:pathLst>
                  <a:path w="33" h="33">
                    <a:moveTo>
                      <a:pt x="17" y="33"/>
                    </a:moveTo>
                    <a:cubicBezTo>
                      <a:pt x="8" y="33"/>
                      <a:pt x="0" y="25"/>
                      <a:pt x="0" y="16"/>
                    </a:cubicBezTo>
                    <a:cubicBezTo>
                      <a:pt x="0" y="7"/>
                      <a:pt x="8" y="0"/>
                      <a:pt x="17" y="0"/>
                    </a:cubicBezTo>
                    <a:cubicBezTo>
                      <a:pt x="26" y="0"/>
                      <a:pt x="33" y="7"/>
                      <a:pt x="33" y="16"/>
                    </a:cubicBezTo>
                    <a:cubicBezTo>
                      <a:pt x="33" y="25"/>
                      <a:pt x="26" y="33"/>
                      <a:pt x="17" y="33"/>
                    </a:cubicBezTo>
                    <a:close/>
                    <a:moveTo>
                      <a:pt x="17" y="4"/>
                    </a:moveTo>
                    <a:cubicBezTo>
                      <a:pt x="10" y="4"/>
                      <a:pt x="4" y="9"/>
                      <a:pt x="4" y="16"/>
                    </a:cubicBezTo>
                    <a:cubicBezTo>
                      <a:pt x="4" y="23"/>
                      <a:pt x="10" y="29"/>
                      <a:pt x="17" y="29"/>
                    </a:cubicBezTo>
                    <a:cubicBezTo>
                      <a:pt x="23" y="29"/>
                      <a:pt x="29" y="23"/>
                      <a:pt x="29" y="16"/>
                    </a:cubicBezTo>
                    <a:cubicBezTo>
                      <a:pt x="29" y="9"/>
                      <a:pt x="23" y="4"/>
                      <a:pt x="17"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it-IT"/>
              </a:p>
            </p:txBody>
          </p:sp>
          <p:sp>
            <p:nvSpPr>
              <p:cNvPr id="16" name="Freeform 37"/>
              <p:cNvSpPr/>
              <p:nvPr/>
            </p:nvSpPr>
            <p:spPr bwMode="auto">
              <a:xfrm>
                <a:off x="11710987" y="4763"/>
                <a:ext cx="304800" cy="1544638"/>
              </a:xfrm>
              <a:custGeom>
                <a:avLst/>
                <a:gdLst/>
                <a:ahLst/>
                <a:cxnLst/>
                <a:rect l="0" t="0" r="r" b="b"/>
                <a:pathLst>
                  <a:path w="192" h="973">
                    <a:moveTo>
                      <a:pt x="15" y="973"/>
                    </a:moveTo>
                    <a:lnTo>
                      <a:pt x="0" y="973"/>
                    </a:lnTo>
                    <a:lnTo>
                      <a:pt x="0" y="790"/>
                    </a:lnTo>
                    <a:lnTo>
                      <a:pt x="174" y="614"/>
                    </a:lnTo>
                    <a:lnTo>
                      <a:pt x="174" y="0"/>
                    </a:lnTo>
                    <a:lnTo>
                      <a:pt x="192" y="0"/>
                    </a:lnTo>
                    <a:lnTo>
                      <a:pt x="192" y="620"/>
                    </a:lnTo>
                    <a:lnTo>
                      <a:pt x="15" y="796"/>
                    </a:lnTo>
                    <a:lnTo>
                      <a:pt x="15" y="973"/>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it-IT"/>
              </a:p>
            </p:txBody>
          </p:sp>
          <p:sp>
            <p:nvSpPr>
              <p:cNvPr id="17" name="Freeform 38"/>
              <p:cNvSpPr>
                <a:spLocks noEditPoints="1"/>
              </p:cNvSpPr>
              <p:nvPr/>
            </p:nvSpPr>
            <p:spPr bwMode="auto">
              <a:xfrm>
                <a:off x="11636375" y="4867275"/>
                <a:ext cx="188913"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it-IT"/>
              </a:p>
            </p:txBody>
          </p:sp>
          <p:sp>
            <p:nvSpPr>
              <p:cNvPr id="18" name="Freeform 39"/>
              <p:cNvSpPr/>
              <p:nvPr/>
            </p:nvSpPr>
            <p:spPr bwMode="auto">
              <a:xfrm>
                <a:off x="11441112" y="5046663"/>
                <a:ext cx="307975" cy="1801813"/>
              </a:xfrm>
              <a:custGeom>
                <a:avLst/>
                <a:gdLst/>
                <a:ahLst/>
                <a:cxnLst/>
                <a:rect l="0" t="0" r="r" b="b"/>
                <a:pathLst>
                  <a:path w="194" h="1135">
                    <a:moveTo>
                      <a:pt x="18" y="1135"/>
                    </a:moveTo>
                    <a:lnTo>
                      <a:pt x="0" y="1135"/>
                    </a:lnTo>
                    <a:lnTo>
                      <a:pt x="0" y="354"/>
                    </a:lnTo>
                    <a:lnTo>
                      <a:pt x="176" y="177"/>
                    </a:lnTo>
                    <a:lnTo>
                      <a:pt x="176" y="0"/>
                    </a:lnTo>
                    <a:lnTo>
                      <a:pt x="194" y="0"/>
                    </a:lnTo>
                    <a:lnTo>
                      <a:pt x="194" y="183"/>
                    </a:lnTo>
                    <a:lnTo>
                      <a:pt x="18" y="360"/>
                    </a:lnTo>
                    <a:lnTo>
                      <a:pt x="18" y="1135"/>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it-IT"/>
              </a:p>
            </p:txBody>
          </p:sp>
          <p:sp>
            <p:nvSpPr>
              <p:cNvPr id="19" name="Freeform 40"/>
              <p:cNvSpPr>
                <a:spLocks noEditPoints="1"/>
              </p:cNvSpPr>
              <p:nvPr/>
            </p:nvSpPr>
            <p:spPr bwMode="auto">
              <a:xfrm>
                <a:off x="11849100" y="6416675"/>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it-IT"/>
              </a:p>
            </p:txBody>
          </p:sp>
          <p:sp>
            <p:nvSpPr>
              <p:cNvPr id="20" name="Rectangle 41"/>
              <p:cNvSpPr>
                <a:spLocks noChangeArrowheads="1"/>
              </p:cNvSpPr>
              <p:nvPr/>
            </p:nvSpPr>
            <p:spPr bwMode="auto">
              <a:xfrm>
                <a:off x="11939587" y="6596063"/>
                <a:ext cx="23813" cy="252413"/>
              </a:xfrm>
              <a:prstGeom prst="rect">
                <a:avLst/>
              </a:prstGeom>
              <a:grpFill/>
              <a:ln>
                <a:noFill/>
              </a:ln>
              <a:extLst>
                <a:ext uri="{91240B29-F687-4f45-9708-019B960494DF}">
                  <a14:hiddenLine xmlns:a14="http://schemas.microsoft.com/office/drawing/2010/main" xmlns="" w="9525">
                    <a:solidFill>
                      <a:srgbClr val="000000"/>
                    </a:solidFill>
                    <a:miter lim="800000"/>
                    <a:headEnd/>
                    <a:tailEnd/>
                  </a14:hiddenLine>
                </a:ext>
              </a:extLst>
            </p:spPr>
            <p:txBody>
              <a:bodyPr/>
              <a:lstStyle/>
              <a:p>
                <a:endParaRPr lang="it-IT"/>
              </a:p>
            </p:txBody>
          </p:sp>
        </p:grpSp>
      </p:grpSp>
      <p:sp>
        <p:nvSpPr>
          <p:cNvPr id="2" name="Title Placeholder 1"/>
          <p:cNvSpPr>
            <a:spLocks noGrp="1"/>
          </p:cNvSpPr>
          <p:nvPr>
            <p:ph type="title"/>
          </p:nvPr>
        </p:nvSpPr>
        <p:spPr>
          <a:xfrm>
            <a:off x="1141413" y="618518"/>
            <a:ext cx="9905998" cy="1478570"/>
          </a:xfrm>
          <a:prstGeom prst="rect">
            <a:avLst/>
          </a:prstGeom>
        </p:spPr>
        <p:txBody>
          <a:bodyPr vert="horz" lIns="91440" tIns="45720" rIns="91440" bIns="45720" rtlCol="0" anchor="ctr">
            <a:normAutofit/>
          </a:bodyPr>
          <a:lstStyle/>
          <a:p>
            <a:endParaRPr lang="en-US" dirty="0"/>
          </a:p>
        </p:txBody>
      </p:sp>
      <p:sp>
        <p:nvSpPr>
          <p:cNvPr id="3" name="Text Placeholder 2"/>
          <p:cNvSpPr>
            <a:spLocks noGrp="1"/>
          </p:cNvSpPr>
          <p:nvPr>
            <p:ph type="body" idx="1"/>
          </p:nvPr>
        </p:nvSpPr>
        <p:spPr>
          <a:xfrm>
            <a:off x="1141412" y="2249487"/>
            <a:ext cx="9905999" cy="3541714"/>
          </a:xfrm>
          <a:prstGeom prst="rect">
            <a:avLst/>
          </a:prstGeom>
        </p:spPr>
        <p:txBody>
          <a:bodyPr vert="horz" lIns="91440" tIns="45720" rIns="91440" bIns="45720" rtlCol="0">
            <a:normAutofit/>
          </a:bodyPr>
          <a:lstStyle/>
          <a:p>
            <a:pPr lvl="0"/>
            <a:r>
              <a:rPr lang="it-IT"/>
              <a:t>Fare clic per modificare gli stili del testo dello schema</a:t>
            </a:r>
          </a:p>
          <a:p>
            <a:pPr lvl="1"/>
            <a:r>
              <a:rPr lang="it-IT"/>
              <a:t>Secondo livello</a:t>
            </a:r>
          </a:p>
          <a:p>
            <a:pPr lvl="2"/>
            <a:r>
              <a:rPr lang="it-IT"/>
              <a:t>Terzo livello</a:t>
            </a:r>
          </a:p>
          <a:p>
            <a:pPr lvl="3"/>
            <a:r>
              <a:rPr lang="it-IT"/>
              <a:t>Quarto livello</a:t>
            </a:r>
          </a:p>
          <a:p>
            <a:pPr lvl="4"/>
            <a:r>
              <a:rPr lang="it-IT"/>
              <a:t>Quinto livello</a:t>
            </a:r>
            <a:endParaRPr lang="en-US" dirty="0"/>
          </a:p>
        </p:txBody>
      </p:sp>
      <p:sp>
        <p:nvSpPr>
          <p:cNvPr id="4" name="Date Placeholder 3"/>
          <p:cNvSpPr>
            <a:spLocks noGrp="1"/>
          </p:cNvSpPr>
          <p:nvPr>
            <p:ph type="dt" sz="half" idx="2"/>
          </p:nvPr>
        </p:nvSpPr>
        <p:spPr>
          <a:xfrm>
            <a:off x="7456921" y="5883276"/>
            <a:ext cx="2743200" cy="365125"/>
          </a:xfrm>
          <a:prstGeom prst="rect">
            <a:avLst/>
          </a:prstGeom>
        </p:spPr>
        <p:txBody>
          <a:bodyPr vert="horz" lIns="91440" tIns="45720" rIns="91440" bIns="45720" rtlCol="0" anchor="ctr"/>
          <a:lstStyle>
            <a:lvl1pPr algn="r">
              <a:defRPr sz="1050">
                <a:solidFill>
                  <a:schemeClr val="tx1">
                    <a:tint val="75000"/>
                  </a:schemeClr>
                </a:solidFill>
              </a:defRPr>
            </a:lvl1pPr>
          </a:lstStyle>
          <a:p>
            <a:fld id="{C7CC04FB-86A9-4518-B68C-513A8C480987}" type="datetimeFigureOut">
              <a:rPr lang="it-IT" smtClean="0"/>
              <a:t>19/02/2026</a:t>
            </a:fld>
            <a:endParaRPr lang="it-IT"/>
          </a:p>
        </p:txBody>
      </p:sp>
      <p:sp>
        <p:nvSpPr>
          <p:cNvPr id="5" name="Footer Placeholder 4"/>
          <p:cNvSpPr>
            <a:spLocks noGrp="1"/>
          </p:cNvSpPr>
          <p:nvPr>
            <p:ph type="ftr" sz="quarter" idx="3"/>
          </p:nvPr>
        </p:nvSpPr>
        <p:spPr>
          <a:xfrm>
            <a:off x="1141411" y="5883275"/>
            <a:ext cx="6239309" cy="365125"/>
          </a:xfrm>
          <a:prstGeom prst="rect">
            <a:avLst/>
          </a:prstGeom>
        </p:spPr>
        <p:txBody>
          <a:bodyPr vert="horz" lIns="91440" tIns="45720" rIns="91440" bIns="45720" rtlCol="0" anchor="ctr"/>
          <a:lstStyle>
            <a:lvl1pPr algn="l">
              <a:defRPr sz="1050" cap="all" baseline="0">
                <a:solidFill>
                  <a:schemeClr val="tx1">
                    <a:tint val="75000"/>
                  </a:schemeClr>
                </a:solidFill>
              </a:defRPr>
            </a:lvl1pPr>
          </a:lstStyle>
          <a:p>
            <a:endParaRPr lang="it-IT"/>
          </a:p>
        </p:txBody>
      </p:sp>
      <p:sp>
        <p:nvSpPr>
          <p:cNvPr id="6" name="Slide Number Placeholder 5"/>
          <p:cNvSpPr>
            <a:spLocks noGrp="1"/>
          </p:cNvSpPr>
          <p:nvPr>
            <p:ph type="sldNum" sz="quarter" idx="4"/>
          </p:nvPr>
        </p:nvSpPr>
        <p:spPr>
          <a:xfrm>
            <a:off x="10276321" y="5883274"/>
            <a:ext cx="771089" cy="365125"/>
          </a:xfrm>
          <a:prstGeom prst="rect">
            <a:avLst/>
          </a:prstGeom>
        </p:spPr>
        <p:txBody>
          <a:bodyPr vert="horz" lIns="91440" tIns="45720" rIns="91440" bIns="45720" rtlCol="0" anchor="ctr"/>
          <a:lstStyle>
            <a:lvl1pPr algn="r">
              <a:defRPr sz="1050">
                <a:solidFill>
                  <a:schemeClr val="tx1">
                    <a:tint val="75000"/>
                  </a:schemeClr>
                </a:solidFill>
              </a:defRPr>
            </a:lvl1pPr>
          </a:lstStyle>
          <a:p>
            <a:fld id="{53989CFC-89DE-4F17-B3B6-DFC80C736B18}" type="slidenum">
              <a:rPr lang="it-IT" smtClean="0"/>
              <a:t>‹N›</a:t>
            </a:fld>
            <a:endParaRPr lang="it-IT"/>
          </a:p>
        </p:txBody>
      </p:sp>
    </p:spTree>
    <p:extLst>
      <p:ext uri="{BB962C8B-B14F-4D97-AF65-F5344CB8AC3E}">
        <p14:creationId xmlns:p14="http://schemas.microsoft.com/office/powerpoint/2010/main" val="2416280125"/>
      </p:ext>
    </p:extLst>
  </p:cSld>
  <p:clrMap bg1="dk1" tx1="lt1" bg2="dk2" tx2="lt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 id="2147483673" r:id="rId13"/>
    <p:sldLayoutId id="2147483674" r:id="rId14"/>
    <p:sldLayoutId id="2147483675" r:id="rId15"/>
    <p:sldLayoutId id="2147483676" r:id="rId16"/>
    <p:sldLayoutId id="2147483677" r:id="rId17"/>
  </p:sldLayoutIdLst>
  <p:txStyles>
    <p:titleStyle>
      <a:lvl1pPr algn="l" defTabSz="914400" rtl="0" eaLnBrk="1" latinLnBrk="0" hangingPunct="1">
        <a:lnSpc>
          <a:spcPct val="90000"/>
        </a:lnSpc>
        <a:spcBef>
          <a:spcPct val="0"/>
        </a:spcBef>
        <a:buNone/>
        <a:defRPr sz="3600" kern="1200" cap="all" baseline="0">
          <a:solidFill>
            <a:schemeClr val="tx1"/>
          </a:solidFill>
          <a:latin typeface="+mj-lt"/>
          <a:ea typeface="+mj-ea"/>
          <a:cs typeface="+mj-cs"/>
        </a:defRPr>
      </a:lvl1pPr>
    </p:titleStyle>
    <p:body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4.jpeg"/><Relationship Id="rId2" Type="http://schemas.openxmlformats.org/officeDocument/2006/relationships/image" Target="../media/image3.jpe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5.jpe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jpeg"/><Relationship Id="rId1" Type="http://schemas.openxmlformats.org/officeDocument/2006/relationships/slideLayout" Target="../slideLayouts/slideLayout2.xml"/><Relationship Id="rId6" Type="http://schemas.openxmlformats.org/officeDocument/2006/relationships/image" Target="../media/image9.png"/><Relationship Id="rId5" Type="http://schemas.openxmlformats.org/officeDocument/2006/relationships/image" Target="../media/image8.png"/><Relationship Id="rId4" Type="http://schemas.openxmlformats.org/officeDocument/2006/relationships/image" Target="../media/image7.png"/></Relationships>
</file>

<file path=ppt/slides/_rels/slide1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jpeg"/><Relationship Id="rId1" Type="http://schemas.openxmlformats.org/officeDocument/2006/relationships/slideLayout" Target="../slideLayouts/slideLayout2.xml"/><Relationship Id="rId6" Type="http://schemas.openxmlformats.org/officeDocument/2006/relationships/image" Target="../media/image12.png"/><Relationship Id="rId5" Type="http://schemas.openxmlformats.org/officeDocument/2006/relationships/image" Target="../media/image11.png"/><Relationship Id="rId4" Type="http://schemas.openxmlformats.org/officeDocument/2006/relationships/image" Target="../media/image10.png"/></Relationships>
</file>

<file path=ppt/slides/_rels/slide1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jpeg"/><Relationship Id="rId1" Type="http://schemas.openxmlformats.org/officeDocument/2006/relationships/slideLayout" Target="../slideLayouts/slideLayout2.xml"/><Relationship Id="rId6" Type="http://schemas.openxmlformats.org/officeDocument/2006/relationships/image" Target="../media/image15.png"/><Relationship Id="rId5" Type="http://schemas.openxmlformats.org/officeDocument/2006/relationships/image" Target="../media/image14.png"/><Relationship Id="rId4" Type="http://schemas.openxmlformats.org/officeDocument/2006/relationships/image" Target="../media/image13.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jpeg"/><Relationship Id="rId1" Type="http://schemas.openxmlformats.org/officeDocument/2006/relationships/slideLayout" Target="../slideLayouts/slideLayout2.xml"/><Relationship Id="rId6" Type="http://schemas.openxmlformats.org/officeDocument/2006/relationships/image" Target="../media/image18.png"/><Relationship Id="rId5" Type="http://schemas.openxmlformats.org/officeDocument/2006/relationships/image" Target="../media/image17.png"/><Relationship Id="rId4" Type="http://schemas.openxmlformats.org/officeDocument/2006/relationships/image" Target="../media/image16.png"/></Relationships>
</file>

<file path=ppt/slides/_rels/slide2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jpeg"/><Relationship Id="rId1" Type="http://schemas.openxmlformats.org/officeDocument/2006/relationships/slideLayout" Target="../slideLayouts/slideLayout2.xml"/><Relationship Id="rId6" Type="http://schemas.openxmlformats.org/officeDocument/2006/relationships/image" Target="../media/image21.png"/><Relationship Id="rId5" Type="http://schemas.openxmlformats.org/officeDocument/2006/relationships/image" Target="../media/image20.png"/><Relationship Id="rId4" Type="http://schemas.openxmlformats.org/officeDocument/2006/relationships/image" Target="../media/image19.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61C6D790-69F0-40CA-813A-84D724D1C6D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48476"/>
          </a:xfrm>
          <a:prstGeom prst="rect">
            <a:avLst/>
          </a:prstGeom>
          <a:solidFill>
            <a:schemeClr val="bg2">
              <a:lumMod val="50000"/>
              <a:alpha val="7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0" name="Round Diagonal Corner Rectangle 7">
            <a:extLst>
              <a:ext uri="{FF2B5EF4-FFF2-40B4-BE49-F238E27FC236}">
                <a16:creationId xmlns:a16="http://schemas.microsoft.com/office/drawing/2014/main" id="{F5A78137-DBB7-4A93-98AC-5606814E2DC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040673" y="806450"/>
            <a:ext cx="9319476" cy="4502149"/>
          </a:xfrm>
          <a:prstGeom prst="round2DiagRect">
            <a:avLst>
              <a:gd name="adj1" fmla="val 7929"/>
              <a:gd name="adj2" fmla="val 0"/>
            </a:avLst>
          </a:prstGeom>
          <a:solidFill>
            <a:schemeClr val="bg2">
              <a:lumMod val="50000"/>
              <a:alpha val="80000"/>
            </a:schemeClr>
          </a:solidFill>
          <a:ln w="19050" cap="sq">
            <a:solidFill>
              <a:srgbClr val="FFFFFF">
                <a:alpha val="60000"/>
              </a:srgbClr>
            </a:solidFill>
            <a:miter lim="800000"/>
          </a:ln>
          <a:effectLst>
            <a:outerShdw blurRad="88900" dist="38100" dir="5400000" algn="t" rotWithShape="0">
              <a:srgbClr val="092338">
                <a:alpha val="4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 name="Titolo 1">
            <a:extLst>
              <a:ext uri="{FF2B5EF4-FFF2-40B4-BE49-F238E27FC236}">
                <a16:creationId xmlns:a16="http://schemas.microsoft.com/office/drawing/2014/main" id="{7BBB9D27-EADC-CFED-EFF4-13620AF79305}"/>
              </a:ext>
            </a:extLst>
          </p:cNvPr>
          <p:cNvSpPr>
            <a:spLocks noGrp="1"/>
          </p:cNvSpPr>
          <p:nvPr>
            <p:ph type="ctrTitle"/>
          </p:nvPr>
        </p:nvSpPr>
        <p:spPr>
          <a:xfrm>
            <a:off x="2685145" y="1125511"/>
            <a:ext cx="7135566" cy="2656971"/>
          </a:xfrm>
        </p:spPr>
        <p:txBody>
          <a:bodyPr>
            <a:normAutofit/>
          </a:bodyPr>
          <a:lstStyle/>
          <a:p>
            <a:r>
              <a:rPr lang="it-IT" sz="5400" dirty="0">
                <a:solidFill>
                  <a:srgbClr val="FFFFFF"/>
                </a:solidFill>
              </a:rPr>
              <a:t>project proposal</a:t>
            </a:r>
            <a:br>
              <a:rPr lang="it-IT" sz="5400" dirty="0">
                <a:solidFill>
                  <a:srgbClr val="FFFFFF"/>
                </a:solidFill>
              </a:rPr>
            </a:br>
            <a:r>
              <a:rPr lang="it-IT" sz="5400" dirty="0">
                <a:solidFill>
                  <a:srgbClr val="FFFFFF"/>
                </a:solidFill>
              </a:rPr>
              <a:t>Group K</a:t>
            </a:r>
          </a:p>
        </p:txBody>
      </p:sp>
      <p:sp>
        <p:nvSpPr>
          <p:cNvPr id="3" name="Sottotitolo 2">
            <a:extLst>
              <a:ext uri="{FF2B5EF4-FFF2-40B4-BE49-F238E27FC236}">
                <a16:creationId xmlns:a16="http://schemas.microsoft.com/office/drawing/2014/main" id="{6FEC3CB3-2302-7D30-3AA8-FD7B12691B25}"/>
              </a:ext>
            </a:extLst>
          </p:cNvPr>
          <p:cNvSpPr>
            <a:spLocks noGrp="1"/>
          </p:cNvSpPr>
          <p:nvPr>
            <p:ph type="subTitle" idx="1"/>
          </p:nvPr>
        </p:nvSpPr>
        <p:spPr>
          <a:xfrm>
            <a:off x="2684139" y="3782482"/>
            <a:ext cx="7136760" cy="1204383"/>
          </a:xfrm>
        </p:spPr>
        <p:txBody>
          <a:bodyPr>
            <a:normAutofit/>
          </a:bodyPr>
          <a:lstStyle/>
          <a:p>
            <a:r>
              <a:rPr lang="it-IT" sz="1800" dirty="0">
                <a:solidFill>
                  <a:srgbClr val="FFFFFF"/>
                </a:solidFill>
              </a:rPr>
              <a:t>Pilutti filippo, Simonitti Samuele, Fioritto Alessandro</a:t>
            </a:r>
          </a:p>
        </p:txBody>
      </p:sp>
    </p:spTree>
    <p:extLst>
      <p:ext uri="{BB962C8B-B14F-4D97-AF65-F5344CB8AC3E}">
        <p14:creationId xmlns:p14="http://schemas.microsoft.com/office/powerpoint/2010/main" val="283789838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6BFC9644-673A-459F-B3C5-9310A4E50E3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bg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0" name="Group 9">
            <a:extLst>
              <a:ext uri="{FF2B5EF4-FFF2-40B4-BE49-F238E27FC236}">
                <a16:creationId xmlns:a16="http://schemas.microsoft.com/office/drawing/2014/main" id="{4ADB9295-9645-4BF2-ADFD-75800B7FAD06}"/>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4288" y="0"/>
            <a:ext cx="1220788" cy="6858001"/>
            <a:chOff x="-14288" y="0"/>
            <a:chExt cx="1220788" cy="6858001"/>
          </a:xfrm>
          <a:solidFill>
            <a:schemeClr val="bg2">
              <a:lumMod val="60000"/>
              <a:lumOff val="40000"/>
              <a:alpha val="60000"/>
            </a:schemeClr>
          </a:solidFill>
        </p:grpSpPr>
        <p:sp>
          <p:nvSpPr>
            <p:cNvPr id="11" name="Rectangle 5">
              <a:extLst>
                <a:ext uri="{FF2B5EF4-FFF2-40B4-BE49-F238E27FC236}">
                  <a16:creationId xmlns:a16="http://schemas.microsoft.com/office/drawing/2014/main" id="{95B061E9-E435-4E1B-B160-96584A116691}"/>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4300" y="4763"/>
              <a:ext cx="23813" cy="2181225"/>
            </a:xfrm>
            <a:prstGeom prst="rect">
              <a:avLst/>
            </a:pr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miter lim="800000"/>
                  <a:headEnd/>
                  <a:tailEnd/>
                </a14:hiddenLine>
              </a:ext>
            </a:extLst>
          </p:spPr>
          <p:txBody>
            <a:bodyPr/>
            <a:lstStyle/>
            <a:p>
              <a:endParaRPr lang="it-IT"/>
            </a:p>
          </p:txBody>
        </p:sp>
        <p:sp>
          <p:nvSpPr>
            <p:cNvPr id="12" name="Freeform 6">
              <a:extLst>
                <a:ext uri="{FF2B5EF4-FFF2-40B4-BE49-F238E27FC236}">
                  <a16:creationId xmlns:a16="http://schemas.microsoft.com/office/drawing/2014/main" id="{3CD7972E-7D38-40EE-A80B-E2A848811EDD}"/>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33337" y="217646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it-IT"/>
            </a:p>
          </p:txBody>
        </p:sp>
        <p:sp>
          <p:nvSpPr>
            <p:cNvPr id="13" name="Freeform 7">
              <a:extLst>
                <a:ext uri="{FF2B5EF4-FFF2-40B4-BE49-F238E27FC236}">
                  <a16:creationId xmlns:a16="http://schemas.microsoft.com/office/drawing/2014/main" id="{524A3B55-746F-419F-8CFF-5F3A4BE14345}"/>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28575" y="4021138"/>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it-IT"/>
            </a:p>
          </p:txBody>
        </p:sp>
        <p:sp>
          <p:nvSpPr>
            <p:cNvPr id="14" name="Freeform 8">
              <a:extLst>
                <a:ext uri="{FF2B5EF4-FFF2-40B4-BE49-F238E27FC236}">
                  <a16:creationId xmlns:a16="http://schemas.microsoft.com/office/drawing/2014/main" id="{9C63219B-AD72-4494-935E-F5C70DB5497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200025" y="4763"/>
              <a:ext cx="369888" cy="1811338"/>
            </a:xfrm>
            <a:custGeom>
              <a:avLst/>
              <a:gdLst/>
              <a:ahLst/>
              <a:cxnLst/>
              <a:rect l="0" t="0" r="r" b="b"/>
              <a:pathLst>
                <a:path w="233" h="1141">
                  <a:moveTo>
                    <a:pt x="218" y="1141"/>
                  </a:moveTo>
                  <a:lnTo>
                    <a:pt x="0" y="626"/>
                  </a:lnTo>
                  <a:lnTo>
                    <a:pt x="0" y="0"/>
                  </a:lnTo>
                  <a:lnTo>
                    <a:pt x="15" y="0"/>
                  </a:lnTo>
                  <a:lnTo>
                    <a:pt x="15" y="623"/>
                  </a:lnTo>
                  <a:lnTo>
                    <a:pt x="233" y="1135"/>
                  </a:lnTo>
                  <a:lnTo>
                    <a:pt x="218" y="1141"/>
                  </a:ln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it-IT"/>
            </a:p>
          </p:txBody>
        </p:sp>
        <p:sp>
          <p:nvSpPr>
            <p:cNvPr id="15" name="Freeform 9">
              <a:extLst>
                <a:ext uri="{FF2B5EF4-FFF2-40B4-BE49-F238E27FC236}">
                  <a16:creationId xmlns:a16="http://schemas.microsoft.com/office/drawing/2014/main" id="{15B41FD2-05E2-44E7-8760-09E65D1C6034}"/>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503237" y="1801813"/>
              <a:ext cx="190500" cy="188913"/>
            </a:xfrm>
            <a:custGeom>
              <a:avLst/>
              <a:gdLst/>
              <a:ahLst/>
              <a:cxnLst/>
              <a:rect l="0" t="0" r="r" b="b"/>
              <a:pathLst>
                <a:path w="40" h="40">
                  <a:moveTo>
                    <a:pt x="20" y="40"/>
                  </a:moveTo>
                  <a:cubicBezTo>
                    <a:pt x="9" y="40"/>
                    <a:pt x="0" y="31"/>
                    <a:pt x="0" y="20"/>
                  </a:cubicBezTo>
                  <a:cubicBezTo>
                    <a:pt x="0" y="9"/>
                    <a:pt x="9" y="0"/>
                    <a:pt x="20" y="0"/>
                  </a:cubicBezTo>
                  <a:cubicBezTo>
                    <a:pt x="33" y="0"/>
                    <a:pt x="40" y="6"/>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9"/>
                    <a:pt x="31" y="4"/>
                    <a:pt x="20" y="4"/>
                  </a:cubicBez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it-IT"/>
            </a:p>
          </p:txBody>
        </p:sp>
        <p:sp>
          <p:nvSpPr>
            <p:cNvPr id="16" name="Freeform 10">
              <a:extLst>
                <a:ext uri="{FF2B5EF4-FFF2-40B4-BE49-F238E27FC236}">
                  <a16:creationId xmlns:a16="http://schemas.microsoft.com/office/drawing/2014/main" id="{FE6D63D0-3347-4EE2-8F65-F1C32168FA2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285750" y="4763"/>
              <a:ext cx="369888" cy="1430338"/>
            </a:xfrm>
            <a:custGeom>
              <a:avLst/>
              <a:gdLst/>
              <a:ahLst/>
              <a:cxnLst/>
              <a:rect l="0" t="0" r="r" b="b"/>
              <a:pathLst>
                <a:path w="233" h="901">
                  <a:moveTo>
                    <a:pt x="221" y="901"/>
                  </a:moveTo>
                  <a:lnTo>
                    <a:pt x="0" y="383"/>
                  </a:lnTo>
                  <a:lnTo>
                    <a:pt x="0" y="0"/>
                  </a:lnTo>
                  <a:lnTo>
                    <a:pt x="18" y="0"/>
                  </a:lnTo>
                  <a:lnTo>
                    <a:pt x="18" y="380"/>
                  </a:lnTo>
                  <a:lnTo>
                    <a:pt x="233" y="895"/>
                  </a:lnTo>
                  <a:lnTo>
                    <a:pt x="221" y="901"/>
                  </a:ln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it-IT"/>
            </a:p>
          </p:txBody>
        </p:sp>
        <p:sp>
          <p:nvSpPr>
            <p:cNvPr id="17" name="Freeform 11">
              <a:extLst>
                <a:ext uri="{FF2B5EF4-FFF2-40B4-BE49-F238E27FC236}">
                  <a16:creationId xmlns:a16="http://schemas.microsoft.com/office/drawing/2014/main" id="{538A46A3-DB16-45D5-B636-03EFE39FE96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546100" y="0"/>
              <a:ext cx="152400" cy="912813"/>
            </a:xfrm>
            <a:custGeom>
              <a:avLst/>
              <a:gdLst/>
              <a:ahLst/>
              <a:cxnLst/>
              <a:rect l="0" t="0" r="r" b="b"/>
              <a:pathLst>
                <a:path w="96" h="575">
                  <a:moveTo>
                    <a:pt x="96" y="575"/>
                  </a:moveTo>
                  <a:lnTo>
                    <a:pt x="78" y="575"/>
                  </a:lnTo>
                  <a:lnTo>
                    <a:pt x="78" y="192"/>
                  </a:lnTo>
                  <a:lnTo>
                    <a:pt x="0" y="6"/>
                  </a:lnTo>
                  <a:lnTo>
                    <a:pt x="15" y="0"/>
                  </a:lnTo>
                  <a:lnTo>
                    <a:pt x="96" y="189"/>
                  </a:lnTo>
                  <a:lnTo>
                    <a:pt x="96" y="575"/>
                  </a:ln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it-IT"/>
            </a:p>
          </p:txBody>
        </p:sp>
        <p:sp>
          <p:nvSpPr>
            <p:cNvPr id="18" name="Freeform 12">
              <a:extLst>
                <a:ext uri="{FF2B5EF4-FFF2-40B4-BE49-F238E27FC236}">
                  <a16:creationId xmlns:a16="http://schemas.microsoft.com/office/drawing/2014/main" id="{0B8A2B0E-823F-4BE8-9359-45143BB1248E}"/>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588962" y="1420813"/>
              <a:ext cx="190500" cy="190500"/>
            </a:xfrm>
            <a:custGeom>
              <a:avLst/>
              <a:gdLst/>
              <a:ahLst/>
              <a:cxnLst/>
              <a:rect l="0" t="0" r="r" b="b"/>
              <a:pathLst>
                <a:path w="40" h="40">
                  <a:moveTo>
                    <a:pt x="20" y="40"/>
                  </a:moveTo>
                  <a:cubicBezTo>
                    <a:pt x="9" y="40"/>
                    <a:pt x="0" y="31"/>
                    <a:pt x="0" y="20"/>
                  </a:cubicBezTo>
                  <a:cubicBezTo>
                    <a:pt x="0" y="9"/>
                    <a:pt x="9" y="0"/>
                    <a:pt x="20" y="0"/>
                  </a:cubicBezTo>
                  <a:cubicBezTo>
                    <a:pt x="33" y="0"/>
                    <a:pt x="40" y="7"/>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9"/>
                    <a:pt x="31" y="4"/>
                    <a:pt x="20" y="4"/>
                  </a:cubicBez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it-IT"/>
            </a:p>
          </p:txBody>
        </p:sp>
        <p:sp>
          <p:nvSpPr>
            <p:cNvPr id="19" name="Freeform 13">
              <a:extLst>
                <a:ext uri="{FF2B5EF4-FFF2-40B4-BE49-F238E27FC236}">
                  <a16:creationId xmlns:a16="http://schemas.microsoft.com/office/drawing/2014/main" id="{44516B3C-A8BE-46FC-B643-3DFEB7F28386}"/>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588962" y="9032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it-IT"/>
            </a:p>
          </p:txBody>
        </p:sp>
        <p:sp>
          <p:nvSpPr>
            <p:cNvPr id="20" name="Freeform 14">
              <a:extLst>
                <a:ext uri="{FF2B5EF4-FFF2-40B4-BE49-F238E27FC236}">
                  <a16:creationId xmlns:a16="http://schemas.microsoft.com/office/drawing/2014/main" id="{59FD699C-3920-4E57-BE27-165A3F036C2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641350" y="0"/>
              <a:ext cx="422275" cy="527050"/>
            </a:xfrm>
            <a:custGeom>
              <a:avLst/>
              <a:gdLst/>
              <a:ahLst/>
              <a:cxnLst/>
              <a:rect l="0" t="0" r="r" b="b"/>
              <a:pathLst>
                <a:path w="266" h="332">
                  <a:moveTo>
                    <a:pt x="257" y="332"/>
                  </a:moveTo>
                  <a:lnTo>
                    <a:pt x="48" y="123"/>
                  </a:lnTo>
                  <a:lnTo>
                    <a:pt x="0" y="6"/>
                  </a:lnTo>
                  <a:lnTo>
                    <a:pt x="15" y="0"/>
                  </a:lnTo>
                  <a:lnTo>
                    <a:pt x="63" y="114"/>
                  </a:lnTo>
                  <a:lnTo>
                    <a:pt x="266" y="320"/>
                  </a:lnTo>
                  <a:lnTo>
                    <a:pt x="257" y="332"/>
                  </a:ln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it-IT"/>
            </a:p>
          </p:txBody>
        </p:sp>
        <p:sp>
          <p:nvSpPr>
            <p:cNvPr id="21" name="Freeform 15">
              <a:extLst>
                <a:ext uri="{FF2B5EF4-FFF2-40B4-BE49-F238E27FC236}">
                  <a16:creationId xmlns:a16="http://schemas.microsoft.com/office/drawing/2014/main" id="{0FB0C02E-3F53-4889-8ADF-80DBC43F693C}"/>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1020762" y="488950"/>
              <a:ext cx="161925" cy="147638"/>
            </a:xfrm>
            <a:custGeom>
              <a:avLst/>
              <a:gdLst/>
              <a:ahLst/>
              <a:cxnLst/>
              <a:rect l="0" t="0" r="r" b="b"/>
              <a:pathLst>
                <a:path w="34" h="31">
                  <a:moveTo>
                    <a:pt x="17" y="31"/>
                  </a:moveTo>
                  <a:cubicBezTo>
                    <a:pt x="13" y="31"/>
                    <a:pt x="9" y="30"/>
                    <a:pt x="6" y="27"/>
                  </a:cubicBezTo>
                  <a:cubicBezTo>
                    <a:pt x="0" y="20"/>
                    <a:pt x="0" y="10"/>
                    <a:pt x="6" y="4"/>
                  </a:cubicBezTo>
                  <a:cubicBezTo>
                    <a:pt x="9" y="1"/>
                    <a:pt x="13" y="0"/>
                    <a:pt x="17" y="0"/>
                  </a:cubicBezTo>
                  <a:cubicBezTo>
                    <a:pt x="21" y="0"/>
                    <a:pt x="25" y="1"/>
                    <a:pt x="28" y="4"/>
                  </a:cubicBezTo>
                  <a:cubicBezTo>
                    <a:pt x="34" y="10"/>
                    <a:pt x="34" y="20"/>
                    <a:pt x="28" y="27"/>
                  </a:cubicBezTo>
                  <a:cubicBezTo>
                    <a:pt x="25" y="30"/>
                    <a:pt x="21" y="31"/>
                    <a:pt x="17" y="31"/>
                  </a:cubicBezTo>
                  <a:close/>
                  <a:moveTo>
                    <a:pt x="17" y="4"/>
                  </a:moveTo>
                  <a:cubicBezTo>
                    <a:pt x="14" y="4"/>
                    <a:pt x="11" y="5"/>
                    <a:pt x="9" y="7"/>
                  </a:cubicBezTo>
                  <a:cubicBezTo>
                    <a:pt x="4" y="12"/>
                    <a:pt x="4" y="19"/>
                    <a:pt x="9" y="24"/>
                  </a:cubicBezTo>
                  <a:cubicBezTo>
                    <a:pt x="11" y="26"/>
                    <a:pt x="14" y="27"/>
                    <a:pt x="17" y="27"/>
                  </a:cubicBezTo>
                  <a:cubicBezTo>
                    <a:pt x="20" y="27"/>
                    <a:pt x="23" y="26"/>
                    <a:pt x="25" y="24"/>
                  </a:cubicBezTo>
                  <a:cubicBezTo>
                    <a:pt x="30" y="19"/>
                    <a:pt x="30" y="12"/>
                    <a:pt x="25" y="7"/>
                  </a:cubicBezTo>
                  <a:cubicBezTo>
                    <a:pt x="23" y="5"/>
                    <a:pt x="20" y="4"/>
                    <a:pt x="17" y="4"/>
                  </a:cubicBez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it-IT"/>
            </a:p>
          </p:txBody>
        </p:sp>
        <p:sp>
          <p:nvSpPr>
            <p:cNvPr id="22" name="Line 16">
              <a:extLst>
                <a:ext uri="{FF2B5EF4-FFF2-40B4-BE49-F238E27FC236}">
                  <a16:creationId xmlns:a16="http://schemas.microsoft.com/office/drawing/2014/main" id="{F8A0C89C-946F-4BCD-8A27-BB73E37FE525}"/>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a:off x="-4763" y="9525"/>
              <a:ext cx="0" cy="0"/>
            </a:xfrm>
            <a:prstGeom prst="line">
              <a:avLst/>
            </a:prstGeom>
            <a:grpFill/>
            <a:ln w="15" cap="flat">
              <a:solidFill>
                <a:srgbClr val="FFFFFF"/>
              </a:solidFill>
              <a:prstDash val="solid"/>
              <a:miter lim="800000"/>
              <a:headEnd/>
              <a:tailEnd/>
            </a:ln>
          </p:spPr>
          <p:txBody>
            <a:bodyPr/>
            <a:lstStyle/>
            <a:p>
              <a:endParaRPr lang="it-IT"/>
            </a:p>
          </p:txBody>
        </p:sp>
        <p:sp>
          <p:nvSpPr>
            <p:cNvPr id="23" name="Freeform 17">
              <a:extLst>
                <a:ext uri="{FF2B5EF4-FFF2-40B4-BE49-F238E27FC236}">
                  <a16:creationId xmlns:a16="http://schemas.microsoft.com/office/drawing/2014/main" id="{70C83EAF-4E92-4849-A240-B257871DC03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9525" y="1801813"/>
              <a:ext cx="123825" cy="127000"/>
            </a:xfrm>
            <a:custGeom>
              <a:avLst/>
              <a:gdLst/>
              <a:ahLst/>
              <a:cxnLst/>
              <a:rect l="0" t="0" r="r" b="b"/>
              <a:pathLst>
                <a:path w="78" h="80">
                  <a:moveTo>
                    <a:pt x="6" y="80"/>
                  </a:moveTo>
                  <a:lnTo>
                    <a:pt x="0" y="71"/>
                  </a:lnTo>
                  <a:lnTo>
                    <a:pt x="69" y="0"/>
                  </a:lnTo>
                  <a:lnTo>
                    <a:pt x="78" y="9"/>
                  </a:lnTo>
                  <a:lnTo>
                    <a:pt x="6" y="80"/>
                  </a:ln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it-IT"/>
            </a:p>
          </p:txBody>
        </p:sp>
        <p:sp>
          <p:nvSpPr>
            <p:cNvPr id="24" name="Freeform 18">
              <a:extLst>
                <a:ext uri="{FF2B5EF4-FFF2-40B4-BE49-F238E27FC236}">
                  <a16:creationId xmlns:a16="http://schemas.microsoft.com/office/drawing/2014/main" id="{320FD164-4D7A-469C-B3F4-B926BFACF53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9525" y="3549650"/>
              <a:ext cx="147638" cy="481013"/>
            </a:xfrm>
            <a:custGeom>
              <a:avLst/>
              <a:gdLst/>
              <a:ahLst/>
              <a:cxnLst/>
              <a:rect l="0" t="0" r="r" b="b"/>
              <a:pathLst>
                <a:path w="93" h="303">
                  <a:moveTo>
                    <a:pt x="93" y="303"/>
                  </a:moveTo>
                  <a:lnTo>
                    <a:pt x="78" y="303"/>
                  </a:lnTo>
                  <a:lnTo>
                    <a:pt x="78" y="78"/>
                  </a:lnTo>
                  <a:lnTo>
                    <a:pt x="0" y="12"/>
                  </a:lnTo>
                  <a:lnTo>
                    <a:pt x="12" y="0"/>
                  </a:lnTo>
                  <a:lnTo>
                    <a:pt x="93" y="69"/>
                  </a:lnTo>
                  <a:lnTo>
                    <a:pt x="93" y="303"/>
                  </a:ln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it-IT"/>
            </a:p>
          </p:txBody>
        </p:sp>
        <p:sp>
          <p:nvSpPr>
            <p:cNvPr id="25" name="Freeform 19">
              <a:extLst>
                <a:ext uri="{FF2B5EF4-FFF2-40B4-BE49-F238E27FC236}">
                  <a16:creationId xmlns:a16="http://schemas.microsoft.com/office/drawing/2014/main" id="{F6E14D9A-4E63-48FF-95C5-9E8DDFF86C4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28587" y="1382713"/>
              <a:ext cx="142875" cy="476250"/>
            </a:xfrm>
            <a:custGeom>
              <a:avLst/>
              <a:gdLst/>
              <a:ahLst/>
              <a:cxnLst/>
              <a:rect l="0" t="0" r="r" b="b"/>
              <a:pathLst>
                <a:path w="90" h="300">
                  <a:moveTo>
                    <a:pt x="90" y="300"/>
                  </a:moveTo>
                  <a:lnTo>
                    <a:pt x="78" y="300"/>
                  </a:lnTo>
                  <a:lnTo>
                    <a:pt x="78" y="84"/>
                  </a:lnTo>
                  <a:lnTo>
                    <a:pt x="0" y="9"/>
                  </a:lnTo>
                  <a:lnTo>
                    <a:pt x="9" y="0"/>
                  </a:lnTo>
                  <a:lnTo>
                    <a:pt x="90" y="81"/>
                  </a:lnTo>
                  <a:lnTo>
                    <a:pt x="90" y="300"/>
                  </a:ln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it-IT"/>
            </a:p>
          </p:txBody>
        </p:sp>
        <p:sp>
          <p:nvSpPr>
            <p:cNvPr id="26" name="Freeform 20">
              <a:extLst>
                <a:ext uri="{FF2B5EF4-FFF2-40B4-BE49-F238E27FC236}">
                  <a16:creationId xmlns:a16="http://schemas.microsoft.com/office/drawing/2014/main" id="{F3DCD24F-3CA8-4404-B22C-E4C928995F3B}"/>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204787" y="1849438"/>
              <a:ext cx="114300" cy="107950"/>
            </a:xfrm>
            <a:custGeom>
              <a:avLst/>
              <a:gdLst/>
              <a:ahLst/>
              <a:cxnLst/>
              <a:rect l="0" t="0" r="r" b="b"/>
              <a:pathLst>
                <a:path w="24" h="23">
                  <a:moveTo>
                    <a:pt x="12" y="23"/>
                  </a:moveTo>
                  <a:cubicBezTo>
                    <a:pt x="6" y="23"/>
                    <a:pt x="0" y="18"/>
                    <a:pt x="0" y="12"/>
                  </a:cubicBezTo>
                  <a:cubicBezTo>
                    <a:pt x="0" y="5"/>
                    <a:pt x="6" y="0"/>
                    <a:pt x="12" y="0"/>
                  </a:cubicBezTo>
                  <a:cubicBezTo>
                    <a:pt x="18" y="0"/>
                    <a:pt x="24" y="5"/>
                    <a:pt x="24" y="12"/>
                  </a:cubicBezTo>
                  <a:cubicBezTo>
                    <a:pt x="24" y="18"/>
                    <a:pt x="18" y="23"/>
                    <a:pt x="12" y="23"/>
                  </a:cubicBezTo>
                  <a:close/>
                  <a:moveTo>
                    <a:pt x="12" y="4"/>
                  </a:moveTo>
                  <a:cubicBezTo>
                    <a:pt x="8" y="4"/>
                    <a:pt x="4" y="8"/>
                    <a:pt x="4" y="12"/>
                  </a:cubicBezTo>
                  <a:cubicBezTo>
                    <a:pt x="4" y="16"/>
                    <a:pt x="8" y="19"/>
                    <a:pt x="12" y="19"/>
                  </a:cubicBezTo>
                  <a:cubicBezTo>
                    <a:pt x="16" y="19"/>
                    <a:pt x="20" y="16"/>
                    <a:pt x="20" y="12"/>
                  </a:cubicBezTo>
                  <a:cubicBezTo>
                    <a:pt x="20" y="8"/>
                    <a:pt x="16" y="4"/>
                    <a:pt x="12" y="4"/>
                  </a:cubicBez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it-IT"/>
            </a:p>
          </p:txBody>
        </p:sp>
        <p:sp>
          <p:nvSpPr>
            <p:cNvPr id="27" name="Rectangle 21">
              <a:extLst>
                <a:ext uri="{FF2B5EF4-FFF2-40B4-BE49-F238E27FC236}">
                  <a16:creationId xmlns:a16="http://schemas.microsoft.com/office/drawing/2014/main" id="{8AD2E827-32A3-4BE4-9CC6-8315629177AE}"/>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33350" y="4662488"/>
              <a:ext cx="23813" cy="2181225"/>
            </a:xfrm>
            <a:prstGeom prst="rect">
              <a:avLst/>
            </a:pr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miter lim="800000"/>
                  <a:headEnd/>
                  <a:tailEnd/>
                </a14:hiddenLine>
              </a:ext>
            </a:extLst>
          </p:spPr>
          <p:txBody>
            <a:bodyPr/>
            <a:lstStyle/>
            <a:p>
              <a:endParaRPr lang="it-IT"/>
            </a:p>
          </p:txBody>
        </p:sp>
        <p:sp>
          <p:nvSpPr>
            <p:cNvPr id="28" name="Freeform 22">
              <a:extLst>
                <a:ext uri="{FF2B5EF4-FFF2-40B4-BE49-F238E27FC236}">
                  <a16:creationId xmlns:a16="http://schemas.microsoft.com/office/drawing/2014/main" id="{47FB2CCC-1230-494F-B2D1-F05E5B8EDF5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223837" y="5041900"/>
              <a:ext cx="369888" cy="1801813"/>
            </a:xfrm>
            <a:custGeom>
              <a:avLst/>
              <a:gdLst/>
              <a:ahLst/>
              <a:cxnLst/>
              <a:rect l="0" t="0" r="r" b="b"/>
              <a:pathLst>
                <a:path w="233" h="1135">
                  <a:moveTo>
                    <a:pt x="15" y="1135"/>
                  </a:moveTo>
                  <a:lnTo>
                    <a:pt x="0" y="1135"/>
                  </a:lnTo>
                  <a:lnTo>
                    <a:pt x="0" y="515"/>
                  </a:lnTo>
                  <a:lnTo>
                    <a:pt x="0" y="512"/>
                  </a:lnTo>
                  <a:lnTo>
                    <a:pt x="218" y="0"/>
                  </a:lnTo>
                  <a:lnTo>
                    <a:pt x="233" y="6"/>
                  </a:lnTo>
                  <a:lnTo>
                    <a:pt x="15" y="518"/>
                  </a:lnTo>
                  <a:lnTo>
                    <a:pt x="15" y="1135"/>
                  </a:ln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it-IT"/>
            </a:p>
          </p:txBody>
        </p:sp>
        <p:sp>
          <p:nvSpPr>
            <p:cNvPr id="29" name="Freeform 23">
              <a:extLst>
                <a:ext uri="{FF2B5EF4-FFF2-40B4-BE49-F238E27FC236}">
                  <a16:creationId xmlns:a16="http://schemas.microsoft.com/office/drawing/2014/main" id="{A5F44514-9274-47E3-9243-CA9356C166B5}"/>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52387" y="44815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it-IT"/>
            </a:p>
          </p:txBody>
        </p:sp>
        <p:sp>
          <p:nvSpPr>
            <p:cNvPr id="30" name="Freeform 24">
              <a:extLst>
                <a:ext uri="{FF2B5EF4-FFF2-40B4-BE49-F238E27FC236}">
                  <a16:creationId xmlns:a16="http://schemas.microsoft.com/office/drawing/2014/main" id="{D06192CD-AD86-4DCA-8B53-4ACCA46583A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4288" y="5627688"/>
              <a:ext cx="85725" cy="1216025"/>
            </a:xfrm>
            <a:custGeom>
              <a:avLst/>
              <a:gdLst/>
              <a:ahLst/>
              <a:cxnLst/>
              <a:rect l="0" t="0" r="r" b="b"/>
              <a:pathLst>
                <a:path w="54" h="766">
                  <a:moveTo>
                    <a:pt x="54" y="766"/>
                  </a:moveTo>
                  <a:lnTo>
                    <a:pt x="36" y="766"/>
                  </a:lnTo>
                  <a:lnTo>
                    <a:pt x="36" y="149"/>
                  </a:lnTo>
                  <a:lnTo>
                    <a:pt x="0" y="3"/>
                  </a:lnTo>
                  <a:lnTo>
                    <a:pt x="18" y="0"/>
                  </a:lnTo>
                  <a:lnTo>
                    <a:pt x="54" y="146"/>
                  </a:lnTo>
                  <a:lnTo>
                    <a:pt x="54" y="766"/>
                  </a:ln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it-IT"/>
            </a:p>
          </p:txBody>
        </p:sp>
        <p:sp>
          <p:nvSpPr>
            <p:cNvPr id="31" name="Freeform 25">
              <a:extLst>
                <a:ext uri="{FF2B5EF4-FFF2-40B4-BE49-F238E27FC236}">
                  <a16:creationId xmlns:a16="http://schemas.microsoft.com/office/drawing/2014/main" id="{99E9203A-21E4-46D8-981A-4B28CA320A69}"/>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527050" y="4867275"/>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it-IT"/>
            </a:p>
          </p:txBody>
        </p:sp>
        <p:sp>
          <p:nvSpPr>
            <p:cNvPr id="32" name="Freeform 26">
              <a:extLst>
                <a:ext uri="{FF2B5EF4-FFF2-40B4-BE49-F238E27FC236}">
                  <a16:creationId xmlns:a16="http://schemas.microsoft.com/office/drawing/2014/main" id="{32FCE9B6-FB52-4045-8DCC-E5959B9A403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309562" y="5422900"/>
              <a:ext cx="374650" cy="1425575"/>
            </a:xfrm>
            <a:custGeom>
              <a:avLst/>
              <a:gdLst/>
              <a:ahLst/>
              <a:cxnLst/>
              <a:rect l="0" t="0" r="r" b="b"/>
              <a:pathLst>
                <a:path w="236" h="898">
                  <a:moveTo>
                    <a:pt x="18" y="898"/>
                  </a:moveTo>
                  <a:lnTo>
                    <a:pt x="0" y="898"/>
                  </a:lnTo>
                  <a:lnTo>
                    <a:pt x="0" y="515"/>
                  </a:lnTo>
                  <a:lnTo>
                    <a:pt x="3" y="512"/>
                  </a:lnTo>
                  <a:lnTo>
                    <a:pt x="221" y="0"/>
                  </a:lnTo>
                  <a:lnTo>
                    <a:pt x="236" y="6"/>
                  </a:lnTo>
                  <a:lnTo>
                    <a:pt x="18" y="518"/>
                  </a:lnTo>
                  <a:lnTo>
                    <a:pt x="18" y="898"/>
                  </a:ln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it-IT"/>
            </a:p>
          </p:txBody>
        </p:sp>
        <p:sp>
          <p:nvSpPr>
            <p:cNvPr id="33" name="Freeform 27">
              <a:extLst>
                <a:ext uri="{FF2B5EF4-FFF2-40B4-BE49-F238E27FC236}">
                  <a16:creationId xmlns:a16="http://schemas.microsoft.com/office/drawing/2014/main" id="{E4A7025C-CDE8-429A-BBB9-E7380C96238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569912" y="5945188"/>
              <a:ext cx="152400" cy="912813"/>
            </a:xfrm>
            <a:custGeom>
              <a:avLst/>
              <a:gdLst/>
              <a:ahLst/>
              <a:cxnLst/>
              <a:rect l="0" t="0" r="r" b="b"/>
              <a:pathLst>
                <a:path w="96" h="575">
                  <a:moveTo>
                    <a:pt x="15" y="575"/>
                  </a:moveTo>
                  <a:lnTo>
                    <a:pt x="0" y="569"/>
                  </a:lnTo>
                  <a:lnTo>
                    <a:pt x="81" y="383"/>
                  </a:lnTo>
                  <a:lnTo>
                    <a:pt x="81" y="0"/>
                  </a:lnTo>
                  <a:lnTo>
                    <a:pt x="96" y="0"/>
                  </a:lnTo>
                  <a:lnTo>
                    <a:pt x="96" y="386"/>
                  </a:lnTo>
                  <a:lnTo>
                    <a:pt x="15" y="575"/>
                  </a:ln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it-IT"/>
            </a:p>
          </p:txBody>
        </p:sp>
        <p:sp>
          <p:nvSpPr>
            <p:cNvPr id="34" name="Freeform 28">
              <a:extLst>
                <a:ext uri="{FF2B5EF4-FFF2-40B4-BE49-F238E27FC236}">
                  <a16:creationId xmlns:a16="http://schemas.microsoft.com/office/drawing/2014/main" id="{A4EA0256-5DF5-437A-98A7-B79F3E6BB89A}"/>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612775" y="52466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it-IT"/>
            </a:p>
          </p:txBody>
        </p:sp>
        <p:sp>
          <p:nvSpPr>
            <p:cNvPr id="35" name="Freeform 29">
              <a:extLst>
                <a:ext uri="{FF2B5EF4-FFF2-40B4-BE49-F238E27FC236}">
                  <a16:creationId xmlns:a16="http://schemas.microsoft.com/office/drawing/2014/main" id="{90C9433D-9E1C-493B-BEBD-C3081FFA328F}"/>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612775" y="57642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it-IT"/>
            </a:p>
          </p:txBody>
        </p:sp>
        <p:sp>
          <p:nvSpPr>
            <p:cNvPr id="36" name="Freeform 30">
              <a:extLst>
                <a:ext uri="{FF2B5EF4-FFF2-40B4-BE49-F238E27FC236}">
                  <a16:creationId xmlns:a16="http://schemas.microsoft.com/office/drawing/2014/main" id="{352B39BB-F298-4285-A709-1FBA0CB722C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669925" y="6330950"/>
              <a:ext cx="417513" cy="517525"/>
            </a:xfrm>
            <a:custGeom>
              <a:avLst/>
              <a:gdLst/>
              <a:ahLst/>
              <a:cxnLst/>
              <a:rect l="0" t="0" r="r" b="b"/>
              <a:pathLst>
                <a:path w="263" h="326">
                  <a:moveTo>
                    <a:pt x="15" y="326"/>
                  </a:moveTo>
                  <a:lnTo>
                    <a:pt x="0" y="320"/>
                  </a:lnTo>
                  <a:lnTo>
                    <a:pt x="45" y="206"/>
                  </a:lnTo>
                  <a:lnTo>
                    <a:pt x="48" y="206"/>
                  </a:lnTo>
                  <a:lnTo>
                    <a:pt x="254" y="0"/>
                  </a:lnTo>
                  <a:lnTo>
                    <a:pt x="263" y="12"/>
                  </a:lnTo>
                  <a:lnTo>
                    <a:pt x="60" y="215"/>
                  </a:lnTo>
                  <a:lnTo>
                    <a:pt x="15" y="326"/>
                  </a:ln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it-IT"/>
            </a:p>
          </p:txBody>
        </p:sp>
        <p:sp>
          <p:nvSpPr>
            <p:cNvPr id="37" name="Freeform 31">
              <a:extLst>
                <a:ext uri="{FF2B5EF4-FFF2-40B4-BE49-F238E27FC236}">
                  <a16:creationId xmlns:a16="http://schemas.microsoft.com/office/drawing/2014/main" id="{31CAF2A0-CBA0-4E86-AA87-8750EC1AFB2E}"/>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1049337" y="6221413"/>
              <a:ext cx="157163" cy="147638"/>
            </a:xfrm>
            <a:custGeom>
              <a:avLst/>
              <a:gdLst/>
              <a:ahLst/>
              <a:cxnLst/>
              <a:rect l="0" t="0" r="r" b="b"/>
              <a:pathLst>
                <a:path w="33" h="31">
                  <a:moveTo>
                    <a:pt x="16" y="31"/>
                  </a:moveTo>
                  <a:cubicBezTo>
                    <a:pt x="12" y="31"/>
                    <a:pt x="8" y="29"/>
                    <a:pt x="5" y="26"/>
                  </a:cubicBezTo>
                  <a:cubicBezTo>
                    <a:pt x="2" y="24"/>
                    <a:pt x="0" y="20"/>
                    <a:pt x="0" y="15"/>
                  </a:cubicBezTo>
                  <a:cubicBezTo>
                    <a:pt x="0" y="11"/>
                    <a:pt x="2" y="7"/>
                    <a:pt x="5" y="4"/>
                  </a:cubicBezTo>
                  <a:cubicBezTo>
                    <a:pt x="8" y="1"/>
                    <a:pt x="12" y="0"/>
                    <a:pt x="16" y="0"/>
                  </a:cubicBezTo>
                  <a:cubicBezTo>
                    <a:pt x="20" y="0"/>
                    <a:pt x="24" y="1"/>
                    <a:pt x="27" y="4"/>
                  </a:cubicBezTo>
                  <a:cubicBezTo>
                    <a:pt x="33" y="10"/>
                    <a:pt x="33" y="20"/>
                    <a:pt x="27" y="26"/>
                  </a:cubicBezTo>
                  <a:cubicBezTo>
                    <a:pt x="24" y="29"/>
                    <a:pt x="20" y="31"/>
                    <a:pt x="16" y="31"/>
                  </a:cubicBezTo>
                  <a:close/>
                  <a:moveTo>
                    <a:pt x="16" y="4"/>
                  </a:moveTo>
                  <a:cubicBezTo>
                    <a:pt x="13" y="4"/>
                    <a:pt x="10" y="5"/>
                    <a:pt x="8" y="7"/>
                  </a:cubicBezTo>
                  <a:cubicBezTo>
                    <a:pt x="6" y="9"/>
                    <a:pt x="4" y="12"/>
                    <a:pt x="4" y="15"/>
                  </a:cubicBezTo>
                  <a:cubicBezTo>
                    <a:pt x="4" y="19"/>
                    <a:pt x="6" y="21"/>
                    <a:pt x="8" y="24"/>
                  </a:cubicBezTo>
                  <a:cubicBezTo>
                    <a:pt x="10" y="26"/>
                    <a:pt x="13" y="27"/>
                    <a:pt x="16" y="27"/>
                  </a:cubicBezTo>
                  <a:cubicBezTo>
                    <a:pt x="19" y="27"/>
                    <a:pt x="22" y="26"/>
                    <a:pt x="24" y="24"/>
                  </a:cubicBezTo>
                  <a:cubicBezTo>
                    <a:pt x="29" y="19"/>
                    <a:pt x="29" y="12"/>
                    <a:pt x="24" y="7"/>
                  </a:cubicBezTo>
                  <a:cubicBezTo>
                    <a:pt x="22" y="5"/>
                    <a:pt x="19" y="4"/>
                    <a:pt x="16" y="4"/>
                  </a:cubicBez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it-IT"/>
            </a:p>
          </p:txBody>
        </p:sp>
      </p:grpSp>
      <p:sp>
        <p:nvSpPr>
          <p:cNvPr id="2" name="Titolo 1">
            <a:extLst>
              <a:ext uri="{FF2B5EF4-FFF2-40B4-BE49-F238E27FC236}">
                <a16:creationId xmlns:a16="http://schemas.microsoft.com/office/drawing/2014/main" id="{89B6C04D-E0D5-17DC-AB1A-3FEDF3A79413}"/>
              </a:ext>
            </a:extLst>
          </p:cNvPr>
          <p:cNvSpPr>
            <a:spLocks noGrp="1"/>
          </p:cNvSpPr>
          <p:nvPr>
            <p:ph type="title"/>
          </p:nvPr>
        </p:nvSpPr>
        <p:spPr>
          <a:xfrm>
            <a:off x="1198811" y="1066800"/>
            <a:ext cx="3059969" cy="4697413"/>
          </a:xfrm>
        </p:spPr>
        <p:txBody>
          <a:bodyPr>
            <a:normAutofit/>
          </a:bodyPr>
          <a:lstStyle/>
          <a:p>
            <a:r>
              <a:rPr lang="it-IT" dirty="0"/>
              <a:t>enviROnment</a:t>
            </a:r>
          </a:p>
        </p:txBody>
      </p:sp>
      <p:sp useBgFill="1">
        <p:nvSpPr>
          <p:cNvPr id="39" name="Round Diagonal Corner Rectangle 7">
            <a:extLst>
              <a:ext uri="{FF2B5EF4-FFF2-40B4-BE49-F238E27FC236}">
                <a16:creationId xmlns:a16="http://schemas.microsoft.com/office/drawing/2014/main" id="{7D1C411D-0818-4640-8657-2AF78250C80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625084" y="0"/>
            <a:ext cx="7566916" cy="6848476"/>
          </a:xfrm>
          <a:prstGeom prst="round2DiagRect">
            <a:avLst>
              <a:gd name="adj1" fmla="val 0"/>
              <a:gd name="adj2" fmla="val 0"/>
            </a:avLst>
          </a:prstGeom>
          <a:ln w="19050" cap="sq">
            <a:noFill/>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 name="Segnaposto contenuto 2">
            <a:extLst>
              <a:ext uri="{FF2B5EF4-FFF2-40B4-BE49-F238E27FC236}">
                <a16:creationId xmlns:a16="http://schemas.microsoft.com/office/drawing/2014/main" id="{86EFCE9A-1145-8265-0A44-4F6FC8E3A51A}"/>
              </a:ext>
            </a:extLst>
          </p:cNvPr>
          <p:cNvSpPr>
            <a:spLocks noGrp="1"/>
          </p:cNvSpPr>
          <p:nvPr>
            <p:ph idx="1"/>
          </p:nvPr>
        </p:nvSpPr>
        <p:spPr>
          <a:xfrm>
            <a:off x="4782246" y="456406"/>
            <a:ext cx="7438329" cy="4697413"/>
          </a:xfrm>
        </p:spPr>
        <p:txBody>
          <a:bodyPr>
            <a:normAutofit/>
          </a:bodyPr>
          <a:lstStyle/>
          <a:p>
            <a:pPr marL="0" indent="0">
              <a:buNone/>
            </a:pPr>
            <a:r>
              <a:rPr lang="it-IT" sz="2200" dirty="0">
                <a:latin typeface="Calibri Light" panose="020F0302020204030204" pitchFamily="34" charset="0"/>
                <a:ea typeface="Calibri Light" panose="020F0302020204030204" pitchFamily="34" charset="0"/>
                <a:cs typeface="Calibri Light" panose="020F0302020204030204" pitchFamily="34" charset="0"/>
              </a:rPr>
              <a:t>We decided to use the normal turtlebot 3 arena with some changes: we added 3 pairs of walls to form a simple maze that the robot should navigate without hitting said walls or any other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solid</a:t>
            </a:r>
            <a:r>
              <a:rPr lang="it-IT" sz="2200" dirty="0">
                <a:latin typeface="Calibri Light" panose="020F0302020204030204" pitchFamily="34" charset="0"/>
                <a:ea typeface="Calibri Light" panose="020F0302020204030204" pitchFamily="34" charset="0"/>
                <a:cs typeface="Calibri Light" panose="020F0302020204030204" pitchFamily="34" charset="0"/>
              </a:rPr>
              <a:t>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object</a:t>
            </a:r>
            <a:endParaRPr lang="it-IT" sz="2200" dirty="0">
              <a:latin typeface="Calibri Light" panose="020F0302020204030204" pitchFamily="34" charset="0"/>
              <a:ea typeface="Calibri Light" panose="020F0302020204030204" pitchFamily="34" charset="0"/>
              <a:cs typeface="Calibri Light" panose="020F0302020204030204" pitchFamily="34" charset="0"/>
            </a:endParaRPr>
          </a:p>
          <a:p>
            <a:pPr marL="0" indent="0">
              <a:buNone/>
            </a:pPr>
            <a:r>
              <a:rPr lang="it-IT" sz="2200" b="1" dirty="0">
                <a:latin typeface="Calibri Light" panose="020F0302020204030204" pitchFamily="34" charset="0"/>
                <a:ea typeface="Calibri Light" panose="020F0302020204030204" pitchFamily="34" charset="0"/>
                <a:cs typeface="Calibri Light" panose="020F0302020204030204" pitchFamily="34" charset="0"/>
              </a:rPr>
              <a:t>Optional: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If</a:t>
            </a:r>
            <a:r>
              <a:rPr lang="it-IT" sz="2200" dirty="0">
                <a:latin typeface="Calibri Light" panose="020F0302020204030204" pitchFamily="34" charset="0"/>
                <a:ea typeface="Calibri Light" panose="020F0302020204030204" pitchFamily="34" charset="0"/>
                <a:cs typeface="Calibri Light" panose="020F0302020204030204" pitchFamily="34" charset="0"/>
              </a:rPr>
              <a:t>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we</a:t>
            </a:r>
            <a:r>
              <a:rPr lang="it-IT" sz="2200" dirty="0">
                <a:latin typeface="Calibri Light" panose="020F0302020204030204" pitchFamily="34" charset="0"/>
                <a:ea typeface="Calibri Light" panose="020F0302020204030204" pitchFamily="34" charset="0"/>
                <a:cs typeface="Calibri Light" panose="020F0302020204030204" pitchFamily="34" charset="0"/>
              </a:rPr>
              <a:t>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find</a:t>
            </a:r>
            <a:r>
              <a:rPr lang="it-IT" sz="2200" dirty="0">
                <a:latin typeface="Calibri Light" panose="020F0302020204030204" pitchFamily="34" charset="0"/>
                <a:ea typeface="Calibri Light" panose="020F0302020204030204" pitchFamily="34" charset="0"/>
                <a:cs typeface="Calibri Light" panose="020F0302020204030204" pitchFamily="34" charset="0"/>
              </a:rPr>
              <a:t> the robot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too</a:t>
            </a:r>
            <a:r>
              <a:rPr lang="it-IT" sz="2200" dirty="0">
                <a:latin typeface="Calibri Light" panose="020F0302020204030204" pitchFamily="34" charset="0"/>
                <a:ea typeface="Calibri Light" panose="020F0302020204030204" pitchFamily="34" charset="0"/>
                <a:cs typeface="Calibri Light" panose="020F0302020204030204" pitchFamily="34" charset="0"/>
              </a:rPr>
              <a:t>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efficient</a:t>
            </a:r>
            <a:r>
              <a:rPr lang="it-IT" sz="2200" dirty="0">
                <a:latin typeface="Calibri Light" panose="020F0302020204030204" pitchFamily="34" charset="0"/>
                <a:ea typeface="Calibri Light" panose="020F0302020204030204" pitchFamily="34" charset="0"/>
                <a:cs typeface="Calibri Light" panose="020F0302020204030204" pitchFamily="34" charset="0"/>
              </a:rPr>
              <a:t> in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navigating</a:t>
            </a:r>
            <a:r>
              <a:rPr lang="it-IT" sz="2200" dirty="0">
                <a:latin typeface="Calibri Light" panose="020F0302020204030204" pitchFamily="34" charset="0"/>
                <a:ea typeface="Calibri Light" panose="020F0302020204030204" pitchFamily="34" charset="0"/>
                <a:cs typeface="Calibri Light" panose="020F0302020204030204" pitchFamily="34" charset="0"/>
              </a:rPr>
              <a:t>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this</a:t>
            </a:r>
            <a:r>
              <a:rPr lang="it-IT" sz="2200" dirty="0">
                <a:latin typeface="Calibri Light" panose="020F0302020204030204" pitchFamily="34" charset="0"/>
                <a:ea typeface="Calibri Light" panose="020F0302020204030204" pitchFamily="34" charset="0"/>
                <a:cs typeface="Calibri Light" panose="020F0302020204030204" pitchFamily="34" charset="0"/>
              </a:rPr>
              <a:t>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maze</a:t>
            </a:r>
            <a:r>
              <a:rPr lang="it-IT" sz="2200" dirty="0">
                <a:latin typeface="Calibri Light" panose="020F0302020204030204" pitchFamily="34" charset="0"/>
                <a:ea typeface="Calibri Light" panose="020F0302020204030204" pitchFamily="34" charset="0"/>
                <a:cs typeface="Calibri Light" panose="020F0302020204030204" pitchFamily="34" charset="0"/>
              </a:rPr>
              <a:t>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we</a:t>
            </a:r>
            <a:r>
              <a:rPr lang="it-IT" sz="2200" dirty="0">
                <a:latin typeface="Calibri Light" panose="020F0302020204030204" pitchFamily="34" charset="0"/>
                <a:ea typeface="Calibri Light" panose="020F0302020204030204" pitchFamily="34" charset="0"/>
                <a:cs typeface="Calibri Light" panose="020F0302020204030204" pitchFamily="34" charset="0"/>
              </a:rPr>
              <a:t> plan to make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it</a:t>
            </a:r>
            <a:r>
              <a:rPr lang="it-IT" sz="2200" dirty="0">
                <a:latin typeface="Calibri Light" panose="020F0302020204030204" pitchFamily="34" charset="0"/>
                <a:ea typeface="Calibri Light" panose="020F0302020204030204" pitchFamily="34" charset="0"/>
                <a:cs typeface="Calibri Light" panose="020F0302020204030204" pitchFamily="34" charset="0"/>
              </a:rPr>
              <a:t>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harder</a:t>
            </a:r>
            <a:r>
              <a:rPr lang="it-IT" sz="2200" dirty="0">
                <a:latin typeface="Calibri Light" panose="020F0302020204030204" pitchFamily="34" charset="0"/>
                <a:ea typeface="Calibri Light" panose="020F0302020204030204" pitchFamily="34" charset="0"/>
                <a:cs typeface="Calibri Light" panose="020F0302020204030204" pitchFamily="34" charset="0"/>
              </a:rPr>
              <a:t> (by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adding</a:t>
            </a:r>
            <a:r>
              <a:rPr lang="it-IT" sz="2200" dirty="0">
                <a:latin typeface="Calibri Light" panose="020F0302020204030204" pitchFamily="34" charset="0"/>
                <a:ea typeface="Calibri Light" panose="020F0302020204030204" pitchFamily="34" charset="0"/>
                <a:cs typeface="Calibri Light" panose="020F0302020204030204" pitchFamily="34" charset="0"/>
              </a:rPr>
              <a:t> more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obstacles</a:t>
            </a:r>
            <a:r>
              <a:rPr lang="it-IT" sz="2200" dirty="0">
                <a:latin typeface="Calibri Light" panose="020F0302020204030204" pitchFamily="34" charset="0"/>
                <a:ea typeface="Calibri Light" panose="020F0302020204030204" pitchFamily="34" charset="0"/>
                <a:cs typeface="Calibri Light" panose="020F0302020204030204" pitchFamily="34" charset="0"/>
              </a:rPr>
              <a:t> or a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longer</a:t>
            </a:r>
            <a:r>
              <a:rPr lang="it-IT" sz="2200" dirty="0">
                <a:latin typeface="Calibri Light" panose="020F0302020204030204" pitchFamily="34" charset="0"/>
                <a:ea typeface="Calibri Light" panose="020F0302020204030204" pitchFamily="34" charset="0"/>
                <a:cs typeface="Calibri Light" panose="020F0302020204030204" pitchFamily="34" charset="0"/>
              </a:rPr>
              <a:t>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route</a:t>
            </a:r>
            <a:r>
              <a:rPr lang="it-IT" sz="2200" dirty="0">
                <a:latin typeface="Calibri Light" panose="020F0302020204030204" pitchFamily="34" charset="0"/>
                <a:ea typeface="Calibri Light" panose="020F0302020204030204" pitchFamily="34" charset="0"/>
                <a:cs typeface="Calibri Light" panose="020F0302020204030204" pitchFamily="34" charset="0"/>
              </a:rPr>
              <a:t> to the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objective</a:t>
            </a:r>
            <a:r>
              <a:rPr lang="it-IT" sz="2200" dirty="0">
                <a:latin typeface="Calibri Light" panose="020F0302020204030204" pitchFamily="34" charset="0"/>
                <a:ea typeface="Calibri Light" panose="020F0302020204030204" pitchFamily="34" charset="0"/>
                <a:cs typeface="Calibri Light" panose="020F0302020204030204" pitchFamily="34" charset="0"/>
              </a:rPr>
              <a:t>)</a:t>
            </a:r>
            <a:endParaRPr lang="it-IT" sz="2200" b="1" dirty="0">
              <a:latin typeface="Calibri Light" panose="020F0302020204030204" pitchFamily="34" charset="0"/>
              <a:ea typeface="Calibri Light" panose="020F0302020204030204" pitchFamily="34" charset="0"/>
              <a:cs typeface="Calibri Light" panose="020F0302020204030204" pitchFamily="34" charset="0"/>
            </a:endParaRPr>
          </a:p>
          <a:p>
            <a:pPr marL="0" indent="0">
              <a:buNone/>
            </a:pPr>
            <a:endParaRPr lang="it-IT" sz="2200" dirty="0">
              <a:latin typeface="Calibri Light" panose="020F0302020204030204" pitchFamily="34" charset="0"/>
              <a:ea typeface="Calibri Light" panose="020F0302020204030204" pitchFamily="34" charset="0"/>
              <a:cs typeface="Calibri Light" panose="020F0302020204030204" pitchFamily="34" charset="0"/>
            </a:endParaRPr>
          </a:p>
        </p:txBody>
      </p:sp>
      <p:pic>
        <p:nvPicPr>
          <p:cNvPr id="5" name="Immagine 4" descr="Immagine che contiene Policromia, pixel&#10;&#10;Il contenuto generato dall'IA potrebbe non essere corretto.">
            <a:extLst>
              <a:ext uri="{FF2B5EF4-FFF2-40B4-BE49-F238E27FC236}">
                <a16:creationId xmlns:a16="http://schemas.microsoft.com/office/drawing/2014/main" id="{B76CB909-7CE4-6670-9602-DA515957F5E0}"/>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028309" y="3784568"/>
            <a:ext cx="2456626" cy="2710755"/>
          </a:xfrm>
          <a:prstGeom prst="rect">
            <a:avLst/>
          </a:prstGeom>
        </p:spPr>
      </p:pic>
      <p:pic>
        <p:nvPicPr>
          <p:cNvPr id="7" name="Immagine 6" descr="Immagine che contiene schermata, pixel, design&#10;&#10;Il contenuto generato dall'IA potrebbe non essere corretto.">
            <a:extLst>
              <a:ext uri="{FF2B5EF4-FFF2-40B4-BE49-F238E27FC236}">
                <a16:creationId xmlns:a16="http://schemas.microsoft.com/office/drawing/2014/main" id="{7D7F3170-4F44-A18A-2A8D-D1D3FAA0574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945408" y="3784567"/>
            <a:ext cx="3847132" cy="2710756"/>
          </a:xfrm>
          <a:prstGeom prst="rect">
            <a:avLst/>
          </a:prstGeom>
        </p:spPr>
      </p:pic>
    </p:spTree>
    <p:extLst>
      <p:ext uri="{BB962C8B-B14F-4D97-AF65-F5344CB8AC3E}">
        <p14:creationId xmlns:p14="http://schemas.microsoft.com/office/powerpoint/2010/main" val="368827845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6BFC9644-673A-459F-B3C5-9310A4E50E3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bg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0" name="Group 9">
            <a:extLst>
              <a:ext uri="{FF2B5EF4-FFF2-40B4-BE49-F238E27FC236}">
                <a16:creationId xmlns:a16="http://schemas.microsoft.com/office/drawing/2014/main" id="{4ADB9295-9645-4BF2-ADFD-75800B7FAD06}"/>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4288" y="0"/>
            <a:ext cx="1220788" cy="6858001"/>
            <a:chOff x="-14288" y="0"/>
            <a:chExt cx="1220788" cy="6858001"/>
          </a:xfrm>
          <a:solidFill>
            <a:schemeClr val="bg2">
              <a:lumMod val="60000"/>
              <a:lumOff val="40000"/>
              <a:alpha val="60000"/>
            </a:schemeClr>
          </a:solidFill>
        </p:grpSpPr>
        <p:sp>
          <p:nvSpPr>
            <p:cNvPr id="11" name="Rectangle 5">
              <a:extLst>
                <a:ext uri="{FF2B5EF4-FFF2-40B4-BE49-F238E27FC236}">
                  <a16:creationId xmlns:a16="http://schemas.microsoft.com/office/drawing/2014/main" id="{95B061E9-E435-4E1B-B160-96584A116691}"/>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4300" y="4763"/>
              <a:ext cx="23813" cy="2181225"/>
            </a:xfrm>
            <a:prstGeom prst="rect">
              <a:avLst/>
            </a:pr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miter lim="800000"/>
                  <a:headEnd/>
                  <a:tailEnd/>
                </a14:hiddenLine>
              </a:ext>
            </a:extLst>
          </p:spPr>
          <p:txBody>
            <a:bodyPr/>
            <a:lstStyle/>
            <a:p>
              <a:endParaRPr lang="it-IT"/>
            </a:p>
          </p:txBody>
        </p:sp>
        <p:sp>
          <p:nvSpPr>
            <p:cNvPr id="12" name="Freeform 6">
              <a:extLst>
                <a:ext uri="{FF2B5EF4-FFF2-40B4-BE49-F238E27FC236}">
                  <a16:creationId xmlns:a16="http://schemas.microsoft.com/office/drawing/2014/main" id="{3CD7972E-7D38-40EE-A80B-E2A848811EDD}"/>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33337" y="217646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it-IT"/>
            </a:p>
          </p:txBody>
        </p:sp>
        <p:sp>
          <p:nvSpPr>
            <p:cNvPr id="13" name="Freeform 7">
              <a:extLst>
                <a:ext uri="{FF2B5EF4-FFF2-40B4-BE49-F238E27FC236}">
                  <a16:creationId xmlns:a16="http://schemas.microsoft.com/office/drawing/2014/main" id="{524A3B55-746F-419F-8CFF-5F3A4BE14345}"/>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28575" y="4021138"/>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it-IT"/>
            </a:p>
          </p:txBody>
        </p:sp>
        <p:sp>
          <p:nvSpPr>
            <p:cNvPr id="14" name="Freeform 8">
              <a:extLst>
                <a:ext uri="{FF2B5EF4-FFF2-40B4-BE49-F238E27FC236}">
                  <a16:creationId xmlns:a16="http://schemas.microsoft.com/office/drawing/2014/main" id="{9C63219B-AD72-4494-935E-F5C70DB5497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200025" y="4763"/>
              <a:ext cx="369888" cy="1811338"/>
            </a:xfrm>
            <a:custGeom>
              <a:avLst/>
              <a:gdLst/>
              <a:ahLst/>
              <a:cxnLst/>
              <a:rect l="0" t="0" r="r" b="b"/>
              <a:pathLst>
                <a:path w="233" h="1141">
                  <a:moveTo>
                    <a:pt x="218" y="1141"/>
                  </a:moveTo>
                  <a:lnTo>
                    <a:pt x="0" y="626"/>
                  </a:lnTo>
                  <a:lnTo>
                    <a:pt x="0" y="0"/>
                  </a:lnTo>
                  <a:lnTo>
                    <a:pt x="15" y="0"/>
                  </a:lnTo>
                  <a:lnTo>
                    <a:pt x="15" y="623"/>
                  </a:lnTo>
                  <a:lnTo>
                    <a:pt x="233" y="1135"/>
                  </a:lnTo>
                  <a:lnTo>
                    <a:pt x="218" y="1141"/>
                  </a:ln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it-IT"/>
            </a:p>
          </p:txBody>
        </p:sp>
        <p:sp>
          <p:nvSpPr>
            <p:cNvPr id="15" name="Freeform 9">
              <a:extLst>
                <a:ext uri="{FF2B5EF4-FFF2-40B4-BE49-F238E27FC236}">
                  <a16:creationId xmlns:a16="http://schemas.microsoft.com/office/drawing/2014/main" id="{15B41FD2-05E2-44E7-8760-09E65D1C6034}"/>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503237" y="1801813"/>
              <a:ext cx="190500" cy="188913"/>
            </a:xfrm>
            <a:custGeom>
              <a:avLst/>
              <a:gdLst/>
              <a:ahLst/>
              <a:cxnLst/>
              <a:rect l="0" t="0" r="r" b="b"/>
              <a:pathLst>
                <a:path w="40" h="40">
                  <a:moveTo>
                    <a:pt x="20" y="40"/>
                  </a:moveTo>
                  <a:cubicBezTo>
                    <a:pt x="9" y="40"/>
                    <a:pt x="0" y="31"/>
                    <a:pt x="0" y="20"/>
                  </a:cubicBezTo>
                  <a:cubicBezTo>
                    <a:pt x="0" y="9"/>
                    <a:pt x="9" y="0"/>
                    <a:pt x="20" y="0"/>
                  </a:cubicBezTo>
                  <a:cubicBezTo>
                    <a:pt x="33" y="0"/>
                    <a:pt x="40" y="6"/>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9"/>
                    <a:pt x="31" y="4"/>
                    <a:pt x="20" y="4"/>
                  </a:cubicBez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it-IT"/>
            </a:p>
          </p:txBody>
        </p:sp>
        <p:sp>
          <p:nvSpPr>
            <p:cNvPr id="16" name="Freeform 10">
              <a:extLst>
                <a:ext uri="{FF2B5EF4-FFF2-40B4-BE49-F238E27FC236}">
                  <a16:creationId xmlns:a16="http://schemas.microsoft.com/office/drawing/2014/main" id="{FE6D63D0-3347-4EE2-8F65-F1C32168FA2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285750" y="4763"/>
              <a:ext cx="369888" cy="1430338"/>
            </a:xfrm>
            <a:custGeom>
              <a:avLst/>
              <a:gdLst/>
              <a:ahLst/>
              <a:cxnLst/>
              <a:rect l="0" t="0" r="r" b="b"/>
              <a:pathLst>
                <a:path w="233" h="901">
                  <a:moveTo>
                    <a:pt x="221" y="901"/>
                  </a:moveTo>
                  <a:lnTo>
                    <a:pt x="0" y="383"/>
                  </a:lnTo>
                  <a:lnTo>
                    <a:pt x="0" y="0"/>
                  </a:lnTo>
                  <a:lnTo>
                    <a:pt x="18" y="0"/>
                  </a:lnTo>
                  <a:lnTo>
                    <a:pt x="18" y="380"/>
                  </a:lnTo>
                  <a:lnTo>
                    <a:pt x="233" y="895"/>
                  </a:lnTo>
                  <a:lnTo>
                    <a:pt x="221" y="901"/>
                  </a:ln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it-IT"/>
            </a:p>
          </p:txBody>
        </p:sp>
        <p:sp>
          <p:nvSpPr>
            <p:cNvPr id="17" name="Freeform 11">
              <a:extLst>
                <a:ext uri="{FF2B5EF4-FFF2-40B4-BE49-F238E27FC236}">
                  <a16:creationId xmlns:a16="http://schemas.microsoft.com/office/drawing/2014/main" id="{538A46A3-DB16-45D5-B636-03EFE39FE96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546100" y="0"/>
              <a:ext cx="152400" cy="912813"/>
            </a:xfrm>
            <a:custGeom>
              <a:avLst/>
              <a:gdLst/>
              <a:ahLst/>
              <a:cxnLst/>
              <a:rect l="0" t="0" r="r" b="b"/>
              <a:pathLst>
                <a:path w="96" h="575">
                  <a:moveTo>
                    <a:pt x="96" y="575"/>
                  </a:moveTo>
                  <a:lnTo>
                    <a:pt x="78" y="575"/>
                  </a:lnTo>
                  <a:lnTo>
                    <a:pt x="78" y="192"/>
                  </a:lnTo>
                  <a:lnTo>
                    <a:pt x="0" y="6"/>
                  </a:lnTo>
                  <a:lnTo>
                    <a:pt x="15" y="0"/>
                  </a:lnTo>
                  <a:lnTo>
                    <a:pt x="96" y="189"/>
                  </a:lnTo>
                  <a:lnTo>
                    <a:pt x="96" y="575"/>
                  </a:ln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it-IT"/>
            </a:p>
          </p:txBody>
        </p:sp>
        <p:sp>
          <p:nvSpPr>
            <p:cNvPr id="18" name="Freeform 12">
              <a:extLst>
                <a:ext uri="{FF2B5EF4-FFF2-40B4-BE49-F238E27FC236}">
                  <a16:creationId xmlns:a16="http://schemas.microsoft.com/office/drawing/2014/main" id="{0B8A2B0E-823F-4BE8-9359-45143BB1248E}"/>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588962" y="1420813"/>
              <a:ext cx="190500" cy="190500"/>
            </a:xfrm>
            <a:custGeom>
              <a:avLst/>
              <a:gdLst/>
              <a:ahLst/>
              <a:cxnLst/>
              <a:rect l="0" t="0" r="r" b="b"/>
              <a:pathLst>
                <a:path w="40" h="40">
                  <a:moveTo>
                    <a:pt x="20" y="40"/>
                  </a:moveTo>
                  <a:cubicBezTo>
                    <a:pt x="9" y="40"/>
                    <a:pt x="0" y="31"/>
                    <a:pt x="0" y="20"/>
                  </a:cubicBezTo>
                  <a:cubicBezTo>
                    <a:pt x="0" y="9"/>
                    <a:pt x="9" y="0"/>
                    <a:pt x="20" y="0"/>
                  </a:cubicBezTo>
                  <a:cubicBezTo>
                    <a:pt x="33" y="0"/>
                    <a:pt x="40" y="7"/>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9"/>
                    <a:pt x="31" y="4"/>
                    <a:pt x="20" y="4"/>
                  </a:cubicBez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it-IT"/>
            </a:p>
          </p:txBody>
        </p:sp>
        <p:sp>
          <p:nvSpPr>
            <p:cNvPr id="19" name="Freeform 13">
              <a:extLst>
                <a:ext uri="{FF2B5EF4-FFF2-40B4-BE49-F238E27FC236}">
                  <a16:creationId xmlns:a16="http://schemas.microsoft.com/office/drawing/2014/main" id="{44516B3C-A8BE-46FC-B643-3DFEB7F28386}"/>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588962" y="9032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it-IT"/>
            </a:p>
          </p:txBody>
        </p:sp>
        <p:sp>
          <p:nvSpPr>
            <p:cNvPr id="20" name="Freeform 14">
              <a:extLst>
                <a:ext uri="{FF2B5EF4-FFF2-40B4-BE49-F238E27FC236}">
                  <a16:creationId xmlns:a16="http://schemas.microsoft.com/office/drawing/2014/main" id="{59FD699C-3920-4E57-BE27-165A3F036C2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641350" y="0"/>
              <a:ext cx="422275" cy="527050"/>
            </a:xfrm>
            <a:custGeom>
              <a:avLst/>
              <a:gdLst/>
              <a:ahLst/>
              <a:cxnLst/>
              <a:rect l="0" t="0" r="r" b="b"/>
              <a:pathLst>
                <a:path w="266" h="332">
                  <a:moveTo>
                    <a:pt x="257" y="332"/>
                  </a:moveTo>
                  <a:lnTo>
                    <a:pt x="48" y="123"/>
                  </a:lnTo>
                  <a:lnTo>
                    <a:pt x="0" y="6"/>
                  </a:lnTo>
                  <a:lnTo>
                    <a:pt x="15" y="0"/>
                  </a:lnTo>
                  <a:lnTo>
                    <a:pt x="63" y="114"/>
                  </a:lnTo>
                  <a:lnTo>
                    <a:pt x="266" y="320"/>
                  </a:lnTo>
                  <a:lnTo>
                    <a:pt x="257" y="332"/>
                  </a:ln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it-IT"/>
            </a:p>
          </p:txBody>
        </p:sp>
        <p:sp>
          <p:nvSpPr>
            <p:cNvPr id="21" name="Freeform 15">
              <a:extLst>
                <a:ext uri="{FF2B5EF4-FFF2-40B4-BE49-F238E27FC236}">
                  <a16:creationId xmlns:a16="http://schemas.microsoft.com/office/drawing/2014/main" id="{0FB0C02E-3F53-4889-8ADF-80DBC43F693C}"/>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1020762" y="488950"/>
              <a:ext cx="161925" cy="147638"/>
            </a:xfrm>
            <a:custGeom>
              <a:avLst/>
              <a:gdLst/>
              <a:ahLst/>
              <a:cxnLst/>
              <a:rect l="0" t="0" r="r" b="b"/>
              <a:pathLst>
                <a:path w="34" h="31">
                  <a:moveTo>
                    <a:pt x="17" y="31"/>
                  </a:moveTo>
                  <a:cubicBezTo>
                    <a:pt x="13" y="31"/>
                    <a:pt x="9" y="30"/>
                    <a:pt x="6" y="27"/>
                  </a:cubicBezTo>
                  <a:cubicBezTo>
                    <a:pt x="0" y="20"/>
                    <a:pt x="0" y="10"/>
                    <a:pt x="6" y="4"/>
                  </a:cubicBezTo>
                  <a:cubicBezTo>
                    <a:pt x="9" y="1"/>
                    <a:pt x="13" y="0"/>
                    <a:pt x="17" y="0"/>
                  </a:cubicBezTo>
                  <a:cubicBezTo>
                    <a:pt x="21" y="0"/>
                    <a:pt x="25" y="1"/>
                    <a:pt x="28" y="4"/>
                  </a:cubicBezTo>
                  <a:cubicBezTo>
                    <a:pt x="34" y="10"/>
                    <a:pt x="34" y="20"/>
                    <a:pt x="28" y="27"/>
                  </a:cubicBezTo>
                  <a:cubicBezTo>
                    <a:pt x="25" y="30"/>
                    <a:pt x="21" y="31"/>
                    <a:pt x="17" y="31"/>
                  </a:cubicBezTo>
                  <a:close/>
                  <a:moveTo>
                    <a:pt x="17" y="4"/>
                  </a:moveTo>
                  <a:cubicBezTo>
                    <a:pt x="14" y="4"/>
                    <a:pt x="11" y="5"/>
                    <a:pt x="9" y="7"/>
                  </a:cubicBezTo>
                  <a:cubicBezTo>
                    <a:pt x="4" y="12"/>
                    <a:pt x="4" y="19"/>
                    <a:pt x="9" y="24"/>
                  </a:cubicBezTo>
                  <a:cubicBezTo>
                    <a:pt x="11" y="26"/>
                    <a:pt x="14" y="27"/>
                    <a:pt x="17" y="27"/>
                  </a:cubicBezTo>
                  <a:cubicBezTo>
                    <a:pt x="20" y="27"/>
                    <a:pt x="23" y="26"/>
                    <a:pt x="25" y="24"/>
                  </a:cubicBezTo>
                  <a:cubicBezTo>
                    <a:pt x="30" y="19"/>
                    <a:pt x="30" y="12"/>
                    <a:pt x="25" y="7"/>
                  </a:cubicBezTo>
                  <a:cubicBezTo>
                    <a:pt x="23" y="5"/>
                    <a:pt x="20" y="4"/>
                    <a:pt x="17" y="4"/>
                  </a:cubicBez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it-IT"/>
            </a:p>
          </p:txBody>
        </p:sp>
        <p:sp>
          <p:nvSpPr>
            <p:cNvPr id="22" name="Line 16">
              <a:extLst>
                <a:ext uri="{FF2B5EF4-FFF2-40B4-BE49-F238E27FC236}">
                  <a16:creationId xmlns:a16="http://schemas.microsoft.com/office/drawing/2014/main" id="{F8A0C89C-946F-4BCD-8A27-BB73E37FE525}"/>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a:off x="-4763" y="9525"/>
              <a:ext cx="0" cy="0"/>
            </a:xfrm>
            <a:prstGeom prst="line">
              <a:avLst/>
            </a:prstGeom>
            <a:grpFill/>
            <a:ln w="15" cap="flat">
              <a:solidFill>
                <a:srgbClr val="FFFFFF"/>
              </a:solidFill>
              <a:prstDash val="solid"/>
              <a:miter lim="800000"/>
              <a:headEnd/>
              <a:tailEnd/>
            </a:ln>
          </p:spPr>
          <p:txBody>
            <a:bodyPr/>
            <a:lstStyle/>
            <a:p>
              <a:endParaRPr lang="it-IT"/>
            </a:p>
          </p:txBody>
        </p:sp>
        <p:sp>
          <p:nvSpPr>
            <p:cNvPr id="23" name="Freeform 17">
              <a:extLst>
                <a:ext uri="{FF2B5EF4-FFF2-40B4-BE49-F238E27FC236}">
                  <a16:creationId xmlns:a16="http://schemas.microsoft.com/office/drawing/2014/main" id="{70C83EAF-4E92-4849-A240-B257871DC03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9525" y="1801813"/>
              <a:ext cx="123825" cy="127000"/>
            </a:xfrm>
            <a:custGeom>
              <a:avLst/>
              <a:gdLst/>
              <a:ahLst/>
              <a:cxnLst/>
              <a:rect l="0" t="0" r="r" b="b"/>
              <a:pathLst>
                <a:path w="78" h="80">
                  <a:moveTo>
                    <a:pt x="6" y="80"/>
                  </a:moveTo>
                  <a:lnTo>
                    <a:pt x="0" y="71"/>
                  </a:lnTo>
                  <a:lnTo>
                    <a:pt x="69" y="0"/>
                  </a:lnTo>
                  <a:lnTo>
                    <a:pt x="78" y="9"/>
                  </a:lnTo>
                  <a:lnTo>
                    <a:pt x="6" y="80"/>
                  </a:ln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it-IT"/>
            </a:p>
          </p:txBody>
        </p:sp>
        <p:sp>
          <p:nvSpPr>
            <p:cNvPr id="24" name="Freeform 18">
              <a:extLst>
                <a:ext uri="{FF2B5EF4-FFF2-40B4-BE49-F238E27FC236}">
                  <a16:creationId xmlns:a16="http://schemas.microsoft.com/office/drawing/2014/main" id="{320FD164-4D7A-469C-B3F4-B926BFACF53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9525" y="3549650"/>
              <a:ext cx="147638" cy="481013"/>
            </a:xfrm>
            <a:custGeom>
              <a:avLst/>
              <a:gdLst/>
              <a:ahLst/>
              <a:cxnLst/>
              <a:rect l="0" t="0" r="r" b="b"/>
              <a:pathLst>
                <a:path w="93" h="303">
                  <a:moveTo>
                    <a:pt x="93" y="303"/>
                  </a:moveTo>
                  <a:lnTo>
                    <a:pt x="78" y="303"/>
                  </a:lnTo>
                  <a:lnTo>
                    <a:pt x="78" y="78"/>
                  </a:lnTo>
                  <a:lnTo>
                    <a:pt x="0" y="12"/>
                  </a:lnTo>
                  <a:lnTo>
                    <a:pt x="12" y="0"/>
                  </a:lnTo>
                  <a:lnTo>
                    <a:pt x="93" y="69"/>
                  </a:lnTo>
                  <a:lnTo>
                    <a:pt x="93" y="303"/>
                  </a:ln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it-IT"/>
            </a:p>
          </p:txBody>
        </p:sp>
        <p:sp>
          <p:nvSpPr>
            <p:cNvPr id="25" name="Freeform 19">
              <a:extLst>
                <a:ext uri="{FF2B5EF4-FFF2-40B4-BE49-F238E27FC236}">
                  <a16:creationId xmlns:a16="http://schemas.microsoft.com/office/drawing/2014/main" id="{F6E14D9A-4E63-48FF-95C5-9E8DDFF86C4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28587" y="1382713"/>
              <a:ext cx="142875" cy="476250"/>
            </a:xfrm>
            <a:custGeom>
              <a:avLst/>
              <a:gdLst/>
              <a:ahLst/>
              <a:cxnLst/>
              <a:rect l="0" t="0" r="r" b="b"/>
              <a:pathLst>
                <a:path w="90" h="300">
                  <a:moveTo>
                    <a:pt x="90" y="300"/>
                  </a:moveTo>
                  <a:lnTo>
                    <a:pt x="78" y="300"/>
                  </a:lnTo>
                  <a:lnTo>
                    <a:pt x="78" y="84"/>
                  </a:lnTo>
                  <a:lnTo>
                    <a:pt x="0" y="9"/>
                  </a:lnTo>
                  <a:lnTo>
                    <a:pt x="9" y="0"/>
                  </a:lnTo>
                  <a:lnTo>
                    <a:pt x="90" y="81"/>
                  </a:lnTo>
                  <a:lnTo>
                    <a:pt x="90" y="300"/>
                  </a:ln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it-IT"/>
            </a:p>
          </p:txBody>
        </p:sp>
        <p:sp>
          <p:nvSpPr>
            <p:cNvPr id="26" name="Freeform 20">
              <a:extLst>
                <a:ext uri="{FF2B5EF4-FFF2-40B4-BE49-F238E27FC236}">
                  <a16:creationId xmlns:a16="http://schemas.microsoft.com/office/drawing/2014/main" id="{F3DCD24F-3CA8-4404-B22C-E4C928995F3B}"/>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204787" y="1849438"/>
              <a:ext cx="114300" cy="107950"/>
            </a:xfrm>
            <a:custGeom>
              <a:avLst/>
              <a:gdLst/>
              <a:ahLst/>
              <a:cxnLst/>
              <a:rect l="0" t="0" r="r" b="b"/>
              <a:pathLst>
                <a:path w="24" h="23">
                  <a:moveTo>
                    <a:pt x="12" y="23"/>
                  </a:moveTo>
                  <a:cubicBezTo>
                    <a:pt x="6" y="23"/>
                    <a:pt x="0" y="18"/>
                    <a:pt x="0" y="12"/>
                  </a:cubicBezTo>
                  <a:cubicBezTo>
                    <a:pt x="0" y="5"/>
                    <a:pt x="6" y="0"/>
                    <a:pt x="12" y="0"/>
                  </a:cubicBezTo>
                  <a:cubicBezTo>
                    <a:pt x="18" y="0"/>
                    <a:pt x="24" y="5"/>
                    <a:pt x="24" y="12"/>
                  </a:cubicBezTo>
                  <a:cubicBezTo>
                    <a:pt x="24" y="18"/>
                    <a:pt x="18" y="23"/>
                    <a:pt x="12" y="23"/>
                  </a:cubicBezTo>
                  <a:close/>
                  <a:moveTo>
                    <a:pt x="12" y="4"/>
                  </a:moveTo>
                  <a:cubicBezTo>
                    <a:pt x="8" y="4"/>
                    <a:pt x="4" y="8"/>
                    <a:pt x="4" y="12"/>
                  </a:cubicBezTo>
                  <a:cubicBezTo>
                    <a:pt x="4" y="16"/>
                    <a:pt x="8" y="19"/>
                    <a:pt x="12" y="19"/>
                  </a:cubicBezTo>
                  <a:cubicBezTo>
                    <a:pt x="16" y="19"/>
                    <a:pt x="20" y="16"/>
                    <a:pt x="20" y="12"/>
                  </a:cubicBezTo>
                  <a:cubicBezTo>
                    <a:pt x="20" y="8"/>
                    <a:pt x="16" y="4"/>
                    <a:pt x="12" y="4"/>
                  </a:cubicBez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it-IT"/>
            </a:p>
          </p:txBody>
        </p:sp>
        <p:sp>
          <p:nvSpPr>
            <p:cNvPr id="27" name="Rectangle 21">
              <a:extLst>
                <a:ext uri="{FF2B5EF4-FFF2-40B4-BE49-F238E27FC236}">
                  <a16:creationId xmlns:a16="http://schemas.microsoft.com/office/drawing/2014/main" id="{8AD2E827-32A3-4BE4-9CC6-8315629177AE}"/>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33350" y="4662488"/>
              <a:ext cx="23813" cy="2181225"/>
            </a:xfrm>
            <a:prstGeom prst="rect">
              <a:avLst/>
            </a:pr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miter lim="800000"/>
                  <a:headEnd/>
                  <a:tailEnd/>
                </a14:hiddenLine>
              </a:ext>
            </a:extLst>
          </p:spPr>
          <p:txBody>
            <a:bodyPr/>
            <a:lstStyle/>
            <a:p>
              <a:endParaRPr lang="it-IT"/>
            </a:p>
          </p:txBody>
        </p:sp>
        <p:sp>
          <p:nvSpPr>
            <p:cNvPr id="28" name="Freeform 22">
              <a:extLst>
                <a:ext uri="{FF2B5EF4-FFF2-40B4-BE49-F238E27FC236}">
                  <a16:creationId xmlns:a16="http://schemas.microsoft.com/office/drawing/2014/main" id="{47FB2CCC-1230-494F-B2D1-F05E5B8EDF5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223837" y="5041900"/>
              <a:ext cx="369888" cy="1801813"/>
            </a:xfrm>
            <a:custGeom>
              <a:avLst/>
              <a:gdLst/>
              <a:ahLst/>
              <a:cxnLst/>
              <a:rect l="0" t="0" r="r" b="b"/>
              <a:pathLst>
                <a:path w="233" h="1135">
                  <a:moveTo>
                    <a:pt x="15" y="1135"/>
                  </a:moveTo>
                  <a:lnTo>
                    <a:pt x="0" y="1135"/>
                  </a:lnTo>
                  <a:lnTo>
                    <a:pt x="0" y="515"/>
                  </a:lnTo>
                  <a:lnTo>
                    <a:pt x="0" y="512"/>
                  </a:lnTo>
                  <a:lnTo>
                    <a:pt x="218" y="0"/>
                  </a:lnTo>
                  <a:lnTo>
                    <a:pt x="233" y="6"/>
                  </a:lnTo>
                  <a:lnTo>
                    <a:pt x="15" y="518"/>
                  </a:lnTo>
                  <a:lnTo>
                    <a:pt x="15" y="1135"/>
                  </a:ln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it-IT"/>
            </a:p>
          </p:txBody>
        </p:sp>
        <p:sp>
          <p:nvSpPr>
            <p:cNvPr id="29" name="Freeform 23">
              <a:extLst>
                <a:ext uri="{FF2B5EF4-FFF2-40B4-BE49-F238E27FC236}">
                  <a16:creationId xmlns:a16="http://schemas.microsoft.com/office/drawing/2014/main" id="{A5F44514-9274-47E3-9243-CA9356C166B5}"/>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52387" y="44815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it-IT"/>
            </a:p>
          </p:txBody>
        </p:sp>
        <p:sp>
          <p:nvSpPr>
            <p:cNvPr id="30" name="Freeform 24">
              <a:extLst>
                <a:ext uri="{FF2B5EF4-FFF2-40B4-BE49-F238E27FC236}">
                  <a16:creationId xmlns:a16="http://schemas.microsoft.com/office/drawing/2014/main" id="{D06192CD-AD86-4DCA-8B53-4ACCA46583A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4288" y="5627688"/>
              <a:ext cx="85725" cy="1216025"/>
            </a:xfrm>
            <a:custGeom>
              <a:avLst/>
              <a:gdLst/>
              <a:ahLst/>
              <a:cxnLst/>
              <a:rect l="0" t="0" r="r" b="b"/>
              <a:pathLst>
                <a:path w="54" h="766">
                  <a:moveTo>
                    <a:pt x="54" y="766"/>
                  </a:moveTo>
                  <a:lnTo>
                    <a:pt x="36" y="766"/>
                  </a:lnTo>
                  <a:lnTo>
                    <a:pt x="36" y="149"/>
                  </a:lnTo>
                  <a:lnTo>
                    <a:pt x="0" y="3"/>
                  </a:lnTo>
                  <a:lnTo>
                    <a:pt x="18" y="0"/>
                  </a:lnTo>
                  <a:lnTo>
                    <a:pt x="54" y="146"/>
                  </a:lnTo>
                  <a:lnTo>
                    <a:pt x="54" y="766"/>
                  </a:ln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it-IT"/>
            </a:p>
          </p:txBody>
        </p:sp>
        <p:sp>
          <p:nvSpPr>
            <p:cNvPr id="31" name="Freeform 25">
              <a:extLst>
                <a:ext uri="{FF2B5EF4-FFF2-40B4-BE49-F238E27FC236}">
                  <a16:creationId xmlns:a16="http://schemas.microsoft.com/office/drawing/2014/main" id="{99E9203A-21E4-46D8-981A-4B28CA320A69}"/>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527050" y="4867275"/>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it-IT"/>
            </a:p>
          </p:txBody>
        </p:sp>
        <p:sp>
          <p:nvSpPr>
            <p:cNvPr id="32" name="Freeform 26">
              <a:extLst>
                <a:ext uri="{FF2B5EF4-FFF2-40B4-BE49-F238E27FC236}">
                  <a16:creationId xmlns:a16="http://schemas.microsoft.com/office/drawing/2014/main" id="{32FCE9B6-FB52-4045-8DCC-E5959B9A403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309562" y="5422900"/>
              <a:ext cx="374650" cy="1425575"/>
            </a:xfrm>
            <a:custGeom>
              <a:avLst/>
              <a:gdLst/>
              <a:ahLst/>
              <a:cxnLst/>
              <a:rect l="0" t="0" r="r" b="b"/>
              <a:pathLst>
                <a:path w="236" h="898">
                  <a:moveTo>
                    <a:pt x="18" y="898"/>
                  </a:moveTo>
                  <a:lnTo>
                    <a:pt x="0" y="898"/>
                  </a:lnTo>
                  <a:lnTo>
                    <a:pt x="0" y="515"/>
                  </a:lnTo>
                  <a:lnTo>
                    <a:pt x="3" y="512"/>
                  </a:lnTo>
                  <a:lnTo>
                    <a:pt x="221" y="0"/>
                  </a:lnTo>
                  <a:lnTo>
                    <a:pt x="236" y="6"/>
                  </a:lnTo>
                  <a:lnTo>
                    <a:pt x="18" y="518"/>
                  </a:lnTo>
                  <a:lnTo>
                    <a:pt x="18" y="898"/>
                  </a:ln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it-IT"/>
            </a:p>
          </p:txBody>
        </p:sp>
        <p:sp>
          <p:nvSpPr>
            <p:cNvPr id="33" name="Freeform 27">
              <a:extLst>
                <a:ext uri="{FF2B5EF4-FFF2-40B4-BE49-F238E27FC236}">
                  <a16:creationId xmlns:a16="http://schemas.microsoft.com/office/drawing/2014/main" id="{E4A7025C-CDE8-429A-BBB9-E7380C96238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569912" y="5945188"/>
              <a:ext cx="152400" cy="912813"/>
            </a:xfrm>
            <a:custGeom>
              <a:avLst/>
              <a:gdLst/>
              <a:ahLst/>
              <a:cxnLst/>
              <a:rect l="0" t="0" r="r" b="b"/>
              <a:pathLst>
                <a:path w="96" h="575">
                  <a:moveTo>
                    <a:pt x="15" y="575"/>
                  </a:moveTo>
                  <a:lnTo>
                    <a:pt x="0" y="569"/>
                  </a:lnTo>
                  <a:lnTo>
                    <a:pt x="81" y="383"/>
                  </a:lnTo>
                  <a:lnTo>
                    <a:pt x="81" y="0"/>
                  </a:lnTo>
                  <a:lnTo>
                    <a:pt x="96" y="0"/>
                  </a:lnTo>
                  <a:lnTo>
                    <a:pt x="96" y="386"/>
                  </a:lnTo>
                  <a:lnTo>
                    <a:pt x="15" y="575"/>
                  </a:ln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it-IT"/>
            </a:p>
          </p:txBody>
        </p:sp>
        <p:sp>
          <p:nvSpPr>
            <p:cNvPr id="34" name="Freeform 28">
              <a:extLst>
                <a:ext uri="{FF2B5EF4-FFF2-40B4-BE49-F238E27FC236}">
                  <a16:creationId xmlns:a16="http://schemas.microsoft.com/office/drawing/2014/main" id="{A4EA0256-5DF5-437A-98A7-B79F3E6BB89A}"/>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612775" y="52466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it-IT"/>
            </a:p>
          </p:txBody>
        </p:sp>
        <p:sp>
          <p:nvSpPr>
            <p:cNvPr id="35" name="Freeform 29">
              <a:extLst>
                <a:ext uri="{FF2B5EF4-FFF2-40B4-BE49-F238E27FC236}">
                  <a16:creationId xmlns:a16="http://schemas.microsoft.com/office/drawing/2014/main" id="{90C9433D-9E1C-493B-BEBD-C3081FFA328F}"/>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612775" y="57642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it-IT"/>
            </a:p>
          </p:txBody>
        </p:sp>
        <p:sp>
          <p:nvSpPr>
            <p:cNvPr id="36" name="Freeform 30">
              <a:extLst>
                <a:ext uri="{FF2B5EF4-FFF2-40B4-BE49-F238E27FC236}">
                  <a16:creationId xmlns:a16="http://schemas.microsoft.com/office/drawing/2014/main" id="{352B39BB-F298-4285-A709-1FBA0CB722C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669925" y="6330950"/>
              <a:ext cx="417513" cy="517525"/>
            </a:xfrm>
            <a:custGeom>
              <a:avLst/>
              <a:gdLst/>
              <a:ahLst/>
              <a:cxnLst/>
              <a:rect l="0" t="0" r="r" b="b"/>
              <a:pathLst>
                <a:path w="263" h="326">
                  <a:moveTo>
                    <a:pt x="15" y="326"/>
                  </a:moveTo>
                  <a:lnTo>
                    <a:pt x="0" y="320"/>
                  </a:lnTo>
                  <a:lnTo>
                    <a:pt x="45" y="206"/>
                  </a:lnTo>
                  <a:lnTo>
                    <a:pt x="48" y="206"/>
                  </a:lnTo>
                  <a:lnTo>
                    <a:pt x="254" y="0"/>
                  </a:lnTo>
                  <a:lnTo>
                    <a:pt x="263" y="12"/>
                  </a:lnTo>
                  <a:lnTo>
                    <a:pt x="60" y="215"/>
                  </a:lnTo>
                  <a:lnTo>
                    <a:pt x="15" y="326"/>
                  </a:ln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it-IT"/>
            </a:p>
          </p:txBody>
        </p:sp>
        <p:sp>
          <p:nvSpPr>
            <p:cNvPr id="37" name="Freeform 31">
              <a:extLst>
                <a:ext uri="{FF2B5EF4-FFF2-40B4-BE49-F238E27FC236}">
                  <a16:creationId xmlns:a16="http://schemas.microsoft.com/office/drawing/2014/main" id="{31CAF2A0-CBA0-4E86-AA87-8750EC1AFB2E}"/>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1049337" y="6221413"/>
              <a:ext cx="157163" cy="147638"/>
            </a:xfrm>
            <a:custGeom>
              <a:avLst/>
              <a:gdLst/>
              <a:ahLst/>
              <a:cxnLst/>
              <a:rect l="0" t="0" r="r" b="b"/>
              <a:pathLst>
                <a:path w="33" h="31">
                  <a:moveTo>
                    <a:pt x="16" y="31"/>
                  </a:moveTo>
                  <a:cubicBezTo>
                    <a:pt x="12" y="31"/>
                    <a:pt x="8" y="29"/>
                    <a:pt x="5" y="26"/>
                  </a:cubicBezTo>
                  <a:cubicBezTo>
                    <a:pt x="2" y="24"/>
                    <a:pt x="0" y="20"/>
                    <a:pt x="0" y="15"/>
                  </a:cubicBezTo>
                  <a:cubicBezTo>
                    <a:pt x="0" y="11"/>
                    <a:pt x="2" y="7"/>
                    <a:pt x="5" y="4"/>
                  </a:cubicBezTo>
                  <a:cubicBezTo>
                    <a:pt x="8" y="1"/>
                    <a:pt x="12" y="0"/>
                    <a:pt x="16" y="0"/>
                  </a:cubicBezTo>
                  <a:cubicBezTo>
                    <a:pt x="20" y="0"/>
                    <a:pt x="24" y="1"/>
                    <a:pt x="27" y="4"/>
                  </a:cubicBezTo>
                  <a:cubicBezTo>
                    <a:pt x="33" y="10"/>
                    <a:pt x="33" y="20"/>
                    <a:pt x="27" y="26"/>
                  </a:cubicBezTo>
                  <a:cubicBezTo>
                    <a:pt x="24" y="29"/>
                    <a:pt x="20" y="31"/>
                    <a:pt x="16" y="31"/>
                  </a:cubicBezTo>
                  <a:close/>
                  <a:moveTo>
                    <a:pt x="16" y="4"/>
                  </a:moveTo>
                  <a:cubicBezTo>
                    <a:pt x="13" y="4"/>
                    <a:pt x="10" y="5"/>
                    <a:pt x="8" y="7"/>
                  </a:cubicBezTo>
                  <a:cubicBezTo>
                    <a:pt x="6" y="9"/>
                    <a:pt x="4" y="12"/>
                    <a:pt x="4" y="15"/>
                  </a:cubicBezTo>
                  <a:cubicBezTo>
                    <a:pt x="4" y="19"/>
                    <a:pt x="6" y="21"/>
                    <a:pt x="8" y="24"/>
                  </a:cubicBezTo>
                  <a:cubicBezTo>
                    <a:pt x="10" y="26"/>
                    <a:pt x="13" y="27"/>
                    <a:pt x="16" y="27"/>
                  </a:cubicBezTo>
                  <a:cubicBezTo>
                    <a:pt x="19" y="27"/>
                    <a:pt x="22" y="26"/>
                    <a:pt x="24" y="24"/>
                  </a:cubicBezTo>
                  <a:cubicBezTo>
                    <a:pt x="29" y="19"/>
                    <a:pt x="29" y="12"/>
                    <a:pt x="24" y="7"/>
                  </a:cubicBezTo>
                  <a:cubicBezTo>
                    <a:pt x="22" y="5"/>
                    <a:pt x="19" y="4"/>
                    <a:pt x="16" y="4"/>
                  </a:cubicBez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it-IT"/>
            </a:p>
          </p:txBody>
        </p:sp>
      </p:grpSp>
      <p:sp>
        <p:nvSpPr>
          <p:cNvPr id="2" name="Titolo 1">
            <a:extLst>
              <a:ext uri="{FF2B5EF4-FFF2-40B4-BE49-F238E27FC236}">
                <a16:creationId xmlns:a16="http://schemas.microsoft.com/office/drawing/2014/main" id="{9A7FF5C4-5DB8-1649-345B-29A90A41BAE1}"/>
              </a:ext>
            </a:extLst>
          </p:cNvPr>
          <p:cNvSpPr>
            <a:spLocks noGrp="1"/>
          </p:cNvSpPr>
          <p:nvPr>
            <p:ph type="title"/>
          </p:nvPr>
        </p:nvSpPr>
        <p:spPr>
          <a:xfrm>
            <a:off x="1891425" y="1162050"/>
            <a:ext cx="1142270" cy="4697413"/>
          </a:xfrm>
        </p:spPr>
        <p:txBody>
          <a:bodyPr>
            <a:normAutofit/>
          </a:bodyPr>
          <a:lstStyle/>
          <a:p>
            <a:r>
              <a:rPr lang="it-IT" dirty="0" err="1"/>
              <a:t>tASK</a:t>
            </a:r>
            <a:endParaRPr lang="it-IT" dirty="0"/>
          </a:p>
        </p:txBody>
      </p:sp>
      <p:sp useBgFill="1">
        <p:nvSpPr>
          <p:cNvPr id="39" name="Round Diagonal Corner Rectangle 7">
            <a:extLst>
              <a:ext uri="{FF2B5EF4-FFF2-40B4-BE49-F238E27FC236}">
                <a16:creationId xmlns:a16="http://schemas.microsoft.com/office/drawing/2014/main" id="{7D1C411D-0818-4640-8657-2AF78250C80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625084" y="0"/>
            <a:ext cx="7566916" cy="6848476"/>
          </a:xfrm>
          <a:prstGeom prst="round2DiagRect">
            <a:avLst>
              <a:gd name="adj1" fmla="val 0"/>
              <a:gd name="adj2" fmla="val 0"/>
            </a:avLst>
          </a:prstGeom>
          <a:ln w="19050" cap="sq">
            <a:noFill/>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 name="Segnaposto contenuto 2">
            <a:extLst>
              <a:ext uri="{FF2B5EF4-FFF2-40B4-BE49-F238E27FC236}">
                <a16:creationId xmlns:a16="http://schemas.microsoft.com/office/drawing/2014/main" id="{813CABC3-E6F0-C3C2-DB64-3E5459B3AFAF}"/>
              </a:ext>
            </a:extLst>
          </p:cNvPr>
          <p:cNvSpPr>
            <a:spLocks noGrp="1"/>
          </p:cNvSpPr>
          <p:nvPr>
            <p:ph idx="1"/>
          </p:nvPr>
        </p:nvSpPr>
        <p:spPr>
          <a:xfrm>
            <a:off x="4744146" y="1305037"/>
            <a:ext cx="7395467" cy="4238402"/>
          </a:xfrm>
        </p:spPr>
        <p:txBody>
          <a:bodyPr>
            <a:normAutofit/>
          </a:bodyPr>
          <a:lstStyle/>
          <a:p>
            <a:pPr marL="0" indent="0">
              <a:buNone/>
            </a:pPr>
            <a:r>
              <a:rPr lang="it-IT" sz="2200" b="1" dirty="0">
                <a:latin typeface="Calibri Light" panose="020F0302020204030204" pitchFamily="34" charset="0"/>
                <a:ea typeface="Calibri Light" panose="020F0302020204030204" pitchFamily="34" charset="0"/>
                <a:cs typeface="Calibri Light" panose="020F0302020204030204" pitchFamily="34" charset="0"/>
              </a:rPr>
              <a:t>Primary task: </a:t>
            </a:r>
          </a:p>
          <a:p>
            <a:pPr marL="0" indent="0">
              <a:buNone/>
            </a:pPr>
            <a:r>
              <a:rPr lang="it-IT" sz="2200" dirty="0">
                <a:latin typeface="Calibri Light" panose="020F0302020204030204" pitchFamily="34" charset="0"/>
                <a:ea typeface="Calibri Light" panose="020F0302020204030204" pitchFamily="34" charset="0"/>
                <a:cs typeface="Calibri Light" panose="020F0302020204030204" pitchFamily="34" charset="0"/>
              </a:rPr>
              <a:t>The chosen task is for the robot to navigate the maze without hitting the walls, the columns or the perimeter of the arena and after that, at the end of the arena, there is a specific position the robot should go towards until it reaches it.</a:t>
            </a:r>
          </a:p>
          <a:p>
            <a:pPr marL="0" indent="0">
              <a:buNone/>
            </a:pPr>
            <a:endParaRPr lang="it-IT" sz="2200" dirty="0">
              <a:latin typeface="Calibri Light" panose="020F0302020204030204" pitchFamily="34" charset="0"/>
              <a:ea typeface="Calibri Light" panose="020F0302020204030204" pitchFamily="34" charset="0"/>
              <a:cs typeface="Calibri Light" panose="020F0302020204030204" pitchFamily="34" charset="0"/>
            </a:endParaRPr>
          </a:p>
          <a:p>
            <a:pPr marL="0" indent="0">
              <a:buNone/>
            </a:pPr>
            <a:r>
              <a:rPr lang="it-IT" sz="2200" b="1" dirty="0">
                <a:latin typeface="Calibri Light" panose="020F0302020204030204" pitchFamily="34" charset="0"/>
                <a:ea typeface="Calibri Light" panose="020F0302020204030204" pitchFamily="34" charset="0"/>
                <a:cs typeface="Calibri Light" panose="020F0302020204030204" pitchFamily="34" charset="0"/>
              </a:rPr>
              <a:t>Optional task:</a:t>
            </a:r>
          </a:p>
          <a:p>
            <a:pPr marL="0" indent="0">
              <a:buNone/>
            </a:pPr>
            <a:r>
              <a:rPr lang="it-IT" sz="2200" dirty="0">
                <a:latin typeface="Calibri Light" panose="020F0302020204030204" pitchFamily="34" charset="0"/>
                <a:ea typeface="Calibri Light" panose="020F0302020204030204" pitchFamily="34" charset="0"/>
                <a:cs typeface="Calibri Light" panose="020F0302020204030204" pitchFamily="34" charset="0"/>
              </a:rPr>
              <a:t>After reaching the first given position, the turtlebot should navigate the maze backwards, back to the starting position.</a:t>
            </a:r>
          </a:p>
        </p:txBody>
      </p:sp>
    </p:spTree>
    <p:extLst>
      <p:ext uri="{BB962C8B-B14F-4D97-AF65-F5344CB8AC3E}">
        <p14:creationId xmlns:p14="http://schemas.microsoft.com/office/powerpoint/2010/main" val="106152479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500"/>
                                  </p:stCondLst>
                                  <p:iterate type="wd">
                                    <p:tmPct val="15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10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6BFC9644-673A-459F-B3C5-9310A4E50E3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bg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0" name="Group 9">
            <a:extLst>
              <a:ext uri="{FF2B5EF4-FFF2-40B4-BE49-F238E27FC236}">
                <a16:creationId xmlns:a16="http://schemas.microsoft.com/office/drawing/2014/main" id="{4ADB9295-9645-4BF2-ADFD-75800B7FAD06}"/>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4288" y="0"/>
            <a:ext cx="1220788" cy="6858001"/>
            <a:chOff x="-14288" y="0"/>
            <a:chExt cx="1220788" cy="6858001"/>
          </a:xfrm>
          <a:solidFill>
            <a:schemeClr val="bg2">
              <a:lumMod val="60000"/>
              <a:lumOff val="40000"/>
              <a:alpha val="60000"/>
            </a:schemeClr>
          </a:solidFill>
        </p:grpSpPr>
        <p:sp>
          <p:nvSpPr>
            <p:cNvPr id="11" name="Rectangle 5">
              <a:extLst>
                <a:ext uri="{FF2B5EF4-FFF2-40B4-BE49-F238E27FC236}">
                  <a16:creationId xmlns:a16="http://schemas.microsoft.com/office/drawing/2014/main" id="{95B061E9-E435-4E1B-B160-96584A116691}"/>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4300" y="4763"/>
              <a:ext cx="23813" cy="2181225"/>
            </a:xfrm>
            <a:prstGeom prst="rect">
              <a:avLst/>
            </a:pr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miter lim="800000"/>
                  <a:headEnd/>
                  <a:tailEnd/>
                </a14:hiddenLine>
              </a:ext>
            </a:extLst>
          </p:spPr>
          <p:txBody>
            <a:bodyPr/>
            <a:lstStyle/>
            <a:p>
              <a:endParaRPr lang="it-IT"/>
            </a:p>
          </p:txBody>
        </p:sp>
        <p:sp>
          <p:nvSpPr>
            <p:cNvPr id="12" name="Freeform 6">
              <a:extLst>
                <a:ext uri="{FF2B5EF4-FFF2-40B4-BE49-F238E27FC236}">
                  <a16:creationId xmlns:a16="http://schemas.microsoft.com/office/drawing/2014/main" id="{3CD7972E-7D38-40EE-A80B-E2A848811EDD}"/>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33337" y="217646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it-IT"/>
            </a:p>
          </p:txBody>
        </p:sp>
        <p:sp>
          <p:nvSpPr>
            <p:cNvPr id="13" name="Freeform 7">
              <a:extLst>
                <a:ext uri="{FF2B5EF4-FFF2-40B4-BE49-F238E27FC236}">
                  <a16:creationId xmlns:a16="http://schemas.microsoft.com/office/drawing/2014/main" id="{524A3B55-746F-419F-8CFF-5F3A4BE14345}"/>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28575" y="4021138"/>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it-IT"/>
            </a:p>
          </p:txBody>
        </p:sp>
        <p:sp>
          <p:nvSpPr>
            <p:cNvPr id="14" name="Freeform 8">
              <a:extLst>
                <a:ext uri="{FF2B5EF4-FFF2-40B4-BE49-F238E27FC236}">
                  <a16:creationId xmlns:a16="http://schemas.microsoft.com/office/drawing/2014/main" id="{9C63219B-AD72-4494-935E-F5C70DB5497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200025" y="4763"/>
              <a:ext cx="369888" cy="1811338"/>
            </a:xfrm>
            <a:custGeom>
              <a:avLst/>
              <a:gdLst/>
              <a:ahLst/>
              <a:cxnLst/>
              <a:rect l="0" t="0" r="r" b="b"/>
              <a:pathLst>
                <a:path w="233" h="1141">
                  <a:moveTo>
                    <a:pt x="218" y="1141"/>
                  </a:moveTo>
                  <a:lnTo>
                    <a:pt x="0" y="626"/>
                  </a:lnTo>
                  <a:lnTo>
                    <a:pt x="0" y="0"/>
                  </a:lnTo>
                  <a:lnTo>
                    <a:pt x="15" y="0"/>
                  </a:lnTo>
                  <a:lnTo>
                    <a:pt x="15" y="623"/>
                  </a:lnTo>
                  <a:lnTo>
                    <a:pt x="233" y="1135"/>
                  </a:lnTo>
                  <a:lnTo>
                    <a:pt x="218" y="1141"/>
                  </a:ln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it-IT"/>
            </a:p>
          </p:txBody>
        </p:sp>
        <p:sp>
          <p:nvSpPr>
            <p:cNvPr id="15" name="Freeform 9">
              <a:extLst>
                <a:ext uri="{FF2B5EF4-FFF2-40B4-BE49-F238E27FC236}">
                  <a16:creationId xmlns:a16="http://schemas.microsoft.com/office/drawing/2014/main" id="{15B41FD2-05E2-44E7-8760-09E65D1C6034}"/>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503237" y="1801813"/>
              <a:ext cx="190500" cy="188913"/>
            </a:xfrm>
            <a:custGeom>
              <a:avLst/>
              <a:gdLst/>
              <a:ahLst/>
              <a:cxnLst/>
              <a:rect l="0" t="0" r="r" b="b"/>
              <a:pathLst>
                <a:path w="40" h="40">
                  <a:moveTo>
                    <a:pt x="20" y="40"/>
                  </a:moveTo>
                  <a:cubicBezTo>
                    <a:pt x="9" y="40"/>
                    <a:pt x="0" y="31"/>
                    <a:pt x="0" y="20"/>
                  </a:cubicBezTo>
                  <a:cubicBezTo>
                    <a:pt x="0" y="9"/>
                    <a:pt x="9" y="0"/>
                    <a:pt x="20" y="0"/>
                  </a:cubicBezTo>
                  <a:cubicBezTo>
                    <a:pt x="33" y="0"/>
                    <a:pt x="40" y="6"/>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9"/>
                    <a:pt x="31" y="4"/>
                    <a:pt x="20" y="4"/>
                  </a:cubicBez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it-IT"/>
            </a:p>
          </p:txBody>
        </p:sp>
        <p:sp>
          <p:nvSpPr>
            <p:cNvPr id="16" name="Freeform 10">
              <a:extLst>
                <a:ext uri="{FF2B5EF4-FFF2-40B4-BE49-F238E27FC236}">
                  <a16:creationId xmlns:a16="http://schemas.microsoft.com/office/drawing/2014/main" id="{FE6D63D0-3347-4EE2-8F65-F1C32168FA2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285750" y="4763"/>
              <a:ext cx="369888" cy="1430338"/>
            </a:xfrm>
            <a:custGeom>
              <a:avLst/>
              <a:gdLst/>
              <a:ahLst/>
              <a:cxnLst/>
              <a:rect l="0" t="0" r="r" b="b"/>
              <a:pathLst>
                <a:path w="233" h="901">
                  <a:moveTo>
                    <a:pt x="221" y="901"/>
                  </a:moveTo>
                  <a:lnTo>
                    <a:pt x="0" y="383"/>
                  </a:lnTo>
                  <a:lnTo>
                    <a:pt x="0" y="0"/>
                  </a:lnTo>
                  <a:lnTo>
                    <a:pt x="18" y="0"/>
                  </a:lnTo>
                  <a:lnTo>
                    <a:pt x="18" y="380"/>
                  </a:lnTo>
                  <a:lnTo>
                    <a:pt x="233" y="895"/>
                  </a:lnTo>
                  <a:lnTo>
                    <a:pt x="221" y="901"/>
                  </a:ln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it-IT"/>
            </a:p>
          </p:txBody>
        </p:sp>
        <p:sp>
          <p:nvSpPr>
            <p:cNvPr id="17" name="Freeform 11">
              <a:extLst>
                <a:ext uri="{FF2B5EF4-FFF2-40B4-BE49-F238E27FC236}">
                  <a16:creationId xmlns:a16="http://schemas.microsoft.com/office/drawing/2014/main" id="{538A46A3-DB16-45D5-B636-03EFE39FE96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546100" y="0"/>
              <a:ext cx="152400" cy="912813"/>
            </a:xfrm>
            <a:custGeom>
              <a:avLst/>
              <a:gdLst/>
              <a:ahLst/>
              <a:cxnLst/>
              <a:rect l="0" t="0" r="r" b="b"/>
              <a:pathLst>
                <a:path w="96" h="575">
                  <a:moveTo>
                    <a:pt x="96" y="575"/>
                  </a:moveTo>
                  <a:lnTo>
                    <a:pt x="78" y="575"/>
                  </a:lnTo>
                  <a:lnTo>
                    <a:pt x="78" y="192"/>
                  </a:lnTo>
                  <a:lnTo>
                    <a:pt x="0" y="6"/>
                  </a:lnTo>
                  <a:lnTo>
                    <a:pt x="15" y="0"/>
                  </a:lnTo>
                  <a:lnTo>
                    <a:pt x="96" y="189"/>
                  </a:lnTo>
                  <a:lnTo>
                    <a:pt x="96" y="575"/>
                  </a:ln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it-IT"/>
            </a:p>
          </p:txBody>
        </p:sp>
        <p:sp>
          <p:nvSpPr>
            <p:cNvPr id="18" name="Freeform 12">
              <a:extLst>
                <a:ext uri="{FF2B5EF4-FFF2-40B4-BE49-F238E27FC236}">
                  <a16:creationId xmlns:a16="http://schemas.microsoft.com/office/drawing/2014/main" id="{0B8A2B0E-823F-4BE8-9359-45143BB1248E}"/>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588962" y="1420813"/>
              <a:ext cx="190500" cy="190500"/>
            </a:xfrm>
            <a:custGeom>
              <a:avLst/>
              <a:gdLst/>
              <a:ahLst/>
              <a:cxnLst/>
              <a:rect l="0" t="0" r="r" b="b"/>
              <a:pathLst>
                <a:path w="40" h="40">
                  <a:moveTo>
                    <a:pt x="20" y="40"/>
                  </a:moveTo>
                  <a:cubicBezTo>
                    <a:pt x="9" y="40"/>
                    <a:pt x="0" y="31"/>
                    <a:pt x="0" y="20"/>
                  </a:cubicBezTo>
                  <a:cubicBezTo>
                    <a:pt x="0" y="9"/>
                    <a:pt x="9" y="0"/>
                    <a:pt x="20" y="0"/>
                  </a:cubicBezTo>
                  <a:cubicBezTo>
                    <a:pt x="33" y="0"/>
                    <a:pt x="40" y="7"/>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9"/>
                    <a:pt x="31" y="4"/>
                    <a:pt x="20" y="4"/>
                  </a:cubicBez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it-IT"/>
            </a:p>
          </p:txBody>
        </p:sp>
        <p:sp>
          <p:nvSpPr>
            <p:cNvPr id="19" name="Freeform 13">
              <a:extLst>
                <a:ext uri="{FF2B5EF4-FFF2-40B4-BE49-F238E27FC236}">
                  <a16:creationId xmlns:a16="http://schemas.microsoft.com/office/drawing/2014/main" id="{44516B3C-A8BE-46FC-B643-3DFEB7F28386}"/>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588962" y="9032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it-IT"/>
            </a:p>
          </p:txBody>
        </p:sp>
        <p:sp>
          <p:nvSpPr>
            <p:cNvPr id="20" name="Freeform 14">
              <a:extLst>
                <a:ext uri="{FF2B5EF4-FFF2-40B4-BE49-F238E27FC236}">
                  <a16:creationId xmlns:a16="http://schemas.microsoft.com/office/drawing/2014/main" id="{59FD699C-3920-4E57-BE27-165A3F036C2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641350" y="0"/>
              <a:ext cx="422275" cy="527050"/>
            </a:xfrm>
            <a:custGeom>
              <a:avLst/>
              <a:gdLst/>
              <a:ahLst/>
              <a:cxnLst/>
              <a:rect l="0" t="0" r="r" b="b"/>
              <a:pathLst>
                <a:path w="266" h="332">
                  <a:moveTo>
                    <a:pt x="257" y="332"/>
                  </a:moveTo>
                  <a:lnTo>
                    <a:pt x="48" y="123"/>
                  </a:lnTo>
                  <a:lnTo>
                    <a:pt x="0" y="6"/>
                  </a:lnTo>
                  <a:lnTo>
                    <a:pt x="15" y="0"/>
                  </a:lnTo>
                  <a:lnTo>
                    <a:pt x="63" y="114"/>
                  </a:lnTo>
                  <a:lnTo>
                    <a:pt x="266" y="320"/>
                  </a:lnTo>
                  <a:lnTo>
                    <a:pt x="257" y="332"/>
                  </a:ln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it-IT"/>
            </a:p>
          </p:txBody>
        </p:sp>
        <p:sp>
          <p:nvSpPr>
            <p:cNvPr id="21" name="Freeform 15">
              <a:extLst>
                <a:ext uri="{FF2B5EF4-FFF2-40B4-BE49-F238E27FC236}">
                  <a16:creationId xmlns:a16="http://schemas.microsoft.com/office/drawing/2014/main" id="{0FB0C02E-3F53-4889-8ADF-80DBC43F693C}"/>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1020762" y="488950"/>
              <a:ext cx="161925" cy="147638"/>
            </a:xfrm>
            <a:custGeom>
              <a:avLst/>
              <a:gdLst/>
              <a:ahLst/>
              <a:cxnLst/>
              <a:rect l="0" t="0" r="r" b="b"/>
              <a:pathLst>
                <a:path w="34" h="31">
                  <a:moveTo>
                    <a:pt x="17" y="31"/>
                  </a:moveTo>
                  <a:cubicBezTo>
                    <a:pt x="13" y="31"/>
                    <a:pt x="9" y="30"/>
                    <a:pt x="6" y="27"/>
                  </a:cubicBezTo>
                  <a:cubicBezTo>
                    <a:pt x="0" y="20"/>
                    <a:pt x="0" y="10"/>
                    <a:pt x="6" y="4"/>
                  </a:cubicBezTo>
                  <a:cubicBezTo>
                    <a:pt x="9" y="1"/>
                    <a:pt x="13" y="0"/>
                    <a:pt x="17" y="0"/>
                  </a:cubicBezTo>
                  <a:cubicBezTo>
                    <a:pt x="21" y="0"/>
                    <a:pt x="25" y="1"/>
                    <a:pt x="28" y="4"/>
                  </a:cubicBezTo>
                  <a:cubicBezTo>
                    <a:pt x="34" y="10"/>
                    <a:pt x="34" y="20"/>
                    <a:pt x="28" y="27"/>
                  </a:cubicBezTo>
                  <a:cubicBezTo>
                    <a:pt x="25" y="30"/>
                    <a:pt x="21" y="31"/>
                    <a:pt x="17" y="31"/>
                  </a:cubicBezTo>
                  <a:close/>
                  <a:moveTo>
                    <a:pt x="17" y="4"/>
                  </a:moveTo>
                  <a:cubicBezTo>
                    <a:pt x="14" y="4"/>
                    <a:pt x="11" y="5"/>
                    <a:pt x="9" y="7"/>
                  </a:cubicBezTo>
                  <a:cubicBezTo>
                    <a:pt x="4" y="12"/>
                    <a:pt x="4" y="19"/>
                    <a:pt x="9" y="24"/>
                  </a:cubicBezTo>
                  <a:cubicBezTo>
                    <a:pt x="11" y="26"/>
                    <a:pt x="14" y="27"/>
                    <a:pt x="17" y="27"/>
                  </a:cubicBezTo>
                  <a:cubicBezTo>
                    <a:pt x="20" y="27"/>
                    <a:pt x="23" y="26"/>
                    <a:pt x="25" y="24"/>
                  </a:cubicBezTo>
                  <a:cubicBezTo>
                    <a:pt x="30" y="19"/>
                    <a:pt x="30" y="12"/>
                    <a:pt x="25" y="7"/>
                  </a:cubicBezTo>
                  <a:cubicBezTo>
                    <a:pt x="23" y="5"/>
                    <a:pt x="20" y="4"/>
                    <a:pt x="17" y="4"/>
                  </a:cubicBez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it-IT"/>
            </a:p>
          </p:txBody>
        </p:sp>
        <p:sp>
          <p:nvSpPr>
            <p:cNvPr id="22" name="Line 16">
              <a:extLst>
                <a:ext uri="{FF2B5EF4-FFF2-40B4-BE49-F238E27FC236}">
                  <a16:creationId xmlns:a16="http://schemas.microsoft.com/office/drawing/2014/main" id="{F8A0C89C-946F-4BCD-8A27-BB73E37FE525}"/>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a:off x="-4763" y="9525"/>
              <a:ext cx="0" cy="0"/>
            </a:xfrm>
            <a:prstGeom prst="line">
              <a:avLst/>
            </a:prstGeom>
            <a:grpFill/>
            <a:ln w="15" cap="flat">
              <a:solidFill>
                <a:srgbClr val="FFFFFF"/>
              </a:solidFill>
              <a:prstDash val="solid"/>
              <a:miter lim="800000"/>
              <a:headEnd/>
              <a:tailEnd/>
            </a:ln>
          </p:spPr>
          <p:txBody>
            <a:bodyPr/>
            <a:lstStyle/>
            <a:p>
              <a:endParaRPr lang="it-IT"/>
            </a:p>
          </p:txBody>
        </p:sp>
        <p:sp>
          <p:nvSpPr>
            <p:cNvPr id="23" name="Freeform 17">
              <a:extLst>
                <a:ext uri="{FF2B5EF4-FFF2-40B4-BE49-F238E27FC236}">
                  <a16:creationId xmlns:a16="http://schemas.microsoft.com/office/drawing/2014/main" id="{70C83EAF-4E92-4849-A240-B257871DC03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9525" y="1801813"/>
              <a:ext cx="123825" cy="127000"/>
            </a:xfrm>
            <a:custGeom>
              <a:avLst/>
              <a:gdLst/>
              <a:ahLst/>
              <a:cxnLst/>
              <a:rect l="0" t="0" r="r" b="b"/>
              <a:pathLst>
                <a:path w="78" h="80">
                  <a:moveTo>
                    <a:pt x="6" y="80"/>
                  </a:moveTo>
                  <a:lnTo>
                    <a:pt x="0" y="71"/>
                  </a:lnTo>
                  <a:lnTo>
                    <a:pt x="69" y="0"/>
                  </a:lnTo>
                  <a:lnTo>
                    <a:pt x="78" y="9"/>
                  </a:lnTo>
                  <a:lnTo>
                    <a:pt x="6" y="80"/>
                  </a:ln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it-IT"/>
            </a:p>
          </p:txBody>
        </p:sp>
        <p:sp>
          <p:nvSpPr>
            <p:cNvPr id="24" name="Freeform 18">
              <a:extLst>
                <a:ext uri="{FF2B5EF4-FFF2-40B4-BE49-F238E27FC236}">
                  <a16:creationId xmlns:a16="http://schemas.microsoft.com/office/drawing/2014/main" id="{320FD164-4D7A-469C-B3F4-B926BFACF53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9525" y="3549650"/>
              <a:ext cx="147638" cy="481013"/>
            </a:xfrm>
            <a:custGeom>
              <a:avLst/>
              <a:gdLst/>
              <a:ahLst/>
              <a:cxnLst/>
              <a:rect l="0" t="0" r="r" b="b"/>
              <a:pathLst>
                <a:path w="93" h="303">
                  <a:moveTo>
                    <a:pt x="93" y="303"/>
                  </a:moveTo>
                  <a:lnTo>
                    <a:pt x="78" y="303"/>
                  </a:lnTo>
                  <a:lnTo>
                    <a:pt x="78" y="78"/>
                  </a:lnTo>
                  <a:lnTo>
                    <a:pt x="0" y="12"/>
                  </a:lnTo>
                  <a:lnTo>
                    <a:pt x="12" y="0"/>
                  </a:lnTo>
                  <a:lnTo>
                    <a:pt x="93" y="69"/>
                  </a:lnTo>
                  <a:lnTo>
                    <a:pt x="93" y="303"/>
                  </a:ln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it-IT"/>
            </a:p>
          </p:txBody>
        </p:sp>
        <p:sp>
          <p:nvSpPr>
            <p:cNvPr id="25" name="Freeform 19">
              <a:extLst>
                <a:ext uri="{FF2B5EF4-FFF2-40B4-BE49-F238E27FC236}">
                  <a16:creationId xmlns:a16="http://schemas.microsoft.com/office/drawing/2014/main" id="{F6E14D9A-4E63-48FF-95C5-9E8DDFF86C4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28587" y="1382713"/>
              <a:ext cx="142875" cy="476250"/>
            </a:xfrm>
            <a:custGeom>
              <a:avLst/>
              <a:gdLst/>
              <a:ahLst/>
              <a:cxnLst/>
              <a:rect l="0" t="0" r="r" b="b"/>
              <a:pathLst>
                <a:path w="90" h="300">
                  <a:moveTo>
                    <a:pt x="90" y="300"/>
                  </a:moveTo>
                  <a:lnTo>
                    <a:pt x="78" y="300"/>
                  </a:lnTo>
                  <a:lnTo>
                    <a:pt x="78" y="84"/>
                  </a:lnTo>
                  <a:lnTo>
                    <a:pt x="0" y="9"/>
                  </a:lnTo>
                  <a:lnTo>
                    <a:pt x="9" y="0"/>
                  </a:lnTo>
                  <a:lnTo>
                    <a:pt x="90" y="81"/>
                  </a:lnTo>
                  <a:lnTo>
                    <a:pt x="90" y="300"/>
                  </a:ln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it-IT"/>
            </a:p>
          </p:txBody>
        </p:sp>
        <p:sp>
          <p:nvSpPr>
            <p:cNvPr id="26" name="Freeform 20">
              <a:extLst>
                <a:ext uri="{FF2B5EF4-FFF2-40B4-BE49-F238E27FC236}">
                  <a16:creationId xmlns:a16="http://schemas.microsoft.com/office/drawing/2014/main" id="{F3DCD24F-3CA8-4404-B22C-E4C928995F3B}"/>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204787" y="1849438"/>
              <a:ext cx="114300" cy="107950"/>
            </a:xfrm>
            <a:custGeom>
              <a:avLst/>
              <a:gdLst/>
              <a:ahLst/>
              <a:cxnLst/>
              <a:rect l="0" t="0" r="r" b="b"/>
              <a:pathLst>
                <a:path w="24" h="23">
                  <a:moveTo>
                    <a:pt x="12" y="23"/>
                  </a:moveTo>
                  <a:cubicBezTo>
                    <a:pt x="6" y="23"/>
                    <a:pt x="0" y="18"/>
                    <a:pt x="0" y="12"/>
                  </a:cubicBezTo>
                  <a:cubicBezTo>
                    <a:pt x="0" y="5"/>
                    <a:pt x="6" y="0"/>
                    <a:pt x="12" y="0"/>
                  </a:cubicBezTo>
                  <a:cubicBezTo>
                    <a:pt x="18" y="0"/>
                    <a:pt x="24" y="5"/>
                    <a:pt x="24" y="12"/>
                  </a:cubicBezTo>
                  <a:cubicBezTo>
                    <a:pt x="24" y="18"/>
                    <a:pt x="18" y="23"/>
                    <a:pt x="12" y="23"/>
                  </a:cubicBezTo>
                  <a:close/>
                  <a:moveTo>
                    <a:pt x="12" y="4"/>
                  </a:moveTo>
                  <a:cubicBezTo>
                    <a:pt x="8" y="4"/>
                    <a:pt x="4" y="8"/>
                    <a:pt x="4" y="12"/>
                  </a:cubicBezTo>
                  <a:cubicBezTo>
                    <a:pt x="4" y="16"/>
                    <a:pt x="8" y="19"/>
                    <a:pt x="12" y="19"/>
                  </a:cubicBezTo>
                  <a:cubicBezTo>
                    <a:pt x="16" y="19"/>
                    <a:pt x="20" y="16"/>
                    <a:pt x="20" y="12"/>
                  </a:cubicBezTo>
                  <a:cubicBezTo>
                    <a:pt x="20" y="8"/>
                    <a:pt x="16" y="4"/>
                    <a:pt x="12" y="4"/>
                  </a:cubicBez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it-IT"/>
            </a:p>
          </p:txBody>
        </p:sp>
        <p:sp>
          <p:nvSpPr>
            <p:cNvPr id="27" name="Rectangle 21">
              <a:extLst>
                <a:ext uri="{FF2B5EF4-FFF2-40B4-BE49-F238E27FC236}">
                  <a16:creationId xmlns:a16="http://schemas.microsoft.com/office/drawing/2014/main" id="{8AD2E827-32A3-4BE4-9CC6-8315629177AE}"/>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33350" y="4662488"/>
              <a:ext cx="23813" cy="2181225"/>
            </a:xfrm>
            <a:prstGeom prst="rect">
              <a:avLst/>
            </a:pr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miter lim="800000"/>
                  <a:headEnd/>
                  <a:tailEnd/>
                </a14:hiddenLine>
              </a:ext>
            </a:extLst>
          </p:spPr>
          <p:txBody>
            <a:bodyPr/>
            <a:lstStyle/>
            <a:p>
              <a:endParaRPr lang="it-IT"/>
            </a:p>
          </p:txBody>
        </p:sp>
        <p:sp>
          <p:nvSpPr>
            <p:cNvPr id="28" name="Freeform 22">
              <a:extLst>
                <a:ext uri="{FF2B5EF4-FFF2-40B4-BE49-F238E27FC236}">
                  <a16:creationId xmlns:a16="http://schemas.microsoft.com/office/drawing/2014/main" id="{47FB2CCC-1230-494F-B2D1-F05E5B8EDF5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223837" y="5041900"/>
              <a:ext cx="369888" cy="1801813"/>
            </a:xfrm>
            <a:custGeom>
              <a:avLst/>
              <a:gdLst/>
              <a:ahLst/>
              <a:cxnLst/>
              <a:rect l="0" t="0" r="r" b="b"/>
              <a:pathLst>
                <a:path w="233" h="1135">
                  <a:moveTo>
                    <a:pt x="15" y="1135"/>
                  </a:moveTo>
                  <a:lnTo>
                    <a:pt x="0" y="1135"/>
                  </a:lnTo>
                  <a:lnTo>
                    <a:pt x="0" y="515"/>
                  </a:lnTo>
                  <a:lnTo>
                    <a:pt x="0" y="512"/>
                  </a:lnTo>
                  <a:lnTo>
                    <a:pt x="218" y="0"/>
                  </a:lnTo>
                  <a:lnTo>
                    <a:pt x="233" y="6"/>
                  </a:lnTo>
                  <a:lnTo>
                    <a:pt x="15" y="518"/>
                  </a:lnTo>
                  <a:lnTo>
                    <a:pt x="15" y="1135"/>
                  </a:ln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it-IT"/>
            </a:p>
          </p:txBody>
        </p:sp>
        <p:sp>
          <p:nvSpPr>
            <p:cNvPr id="29" name="Freeform 23">
              <a:extLst>
                <a:ext uri="{FF2B5EF4-FFF2-40B4-BE49-F238E27FC236}">
                  <a16:creationId xmlns:a16="http://schemas.microsoft.com/office/drawing/2014/main" id="{A5F44514-9274-47E3-9243-CA9356C166B5}"/>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52387" y="44815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it-IT"/>
            </a:p>
          </p:txBody>
        </p:sp>
        <p:sp>
          <p:nvSpPr>
            <p:cNvPr id="30" name="Freeform 24">
              <a:extLst>
                <a:ext uri="{FF2B5EF4-FFF2-40B4-BE49-F238E27FC236}">
                  <a16:creationId xmlns:a16="http://schemas.microsoft.com/office/drawing/2014/main" id="{D06192CD-AD86-4DCA-8B53-4ACCA46583A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4288" y="5627688"/>
              <a:ext cx="85725" cy="1216025"/>
            </a:xfrm>
            <a:custGeom>
              <a:avLst/>
              <a:gdLst/>
              <a:ahLst/>
              <a:cxnLst/>
              <a:rect l="0" t="0" r="r" b="b"/>
              <a:pathLst>
                <a:path w="54" h="766">
                  <a:moveTo>
                    <a:pt x="54" y="766"/>
                  </a:moveTo>
                  <a:lnTo>
                    <a:pt x="36" y="766"/>
                  </a:lnTo>
                  <a:lnTo>
                    <a:pt x="36" y="149"/>
                  </a:lnTo>
                  <a:lnTo>
                    <a:pt x="0" y="3"/>
                  </a:lnTo>
                  <a:lnTo>
                    <a:pt x="18" y="0"/>
                  </a:lnTo>
                  <a:lnTo>
                    <a:pt x="54" y="146"/>
                  </a:lnTo>
                  <a:lnTo>
                    <a:pt x="54" y="766"/>
                  </a:ln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it-IT"/>
            </a:p>
          </p:txBody>
        </p:sp>
        <p:sp>
          <p:nvSpPr>
            <p:cNvPr id="31" name="Freeform 25">
              <a:extLst>
                <a:ext uri="{FF2B5EF4-FFF2-40B4-BE49-F238E27FC236}">
                  <a16:creationId xmlns:a16="http://schemas.microsoft.com/office/drawing/2014/main" id="{99E9203A-21E4-46D8-981A-4B28CA320A69}"/>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527050" y="4867275"/>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it-IT"/>
            </a:p>
          </p:txBody>
        </p:sp>
        <p:sp>
          <p:nvSpPr>
            <p:cNvPr id="32" name="Freeform 26">
              <a:extLst>
                <a:ext uri="{FF2B5EF4-FFF2-40B4-BE49-F238E27FC236}">
                  <a16:creationId xmlns:a16="http://schemas.microsoft.com/office/drawing/2014/main" id="{32FCE9B6-FB52-4045-8DCC-E5959B9A403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309562" y="5422900"/>
              <a:ext cx="374650" cy="1425575"/>
            </a:xfrm>
            <a:custGeom>
              <a:avLst/>
              <a:gdLst/>
              <a:ahLst/>
              <a:cxnLst/>
              <a:rect l="0" t="0" r="r" b="b"/>
              <a:pathLst>
                <a:path w="236" h="898">
                  <a:moveTo>
                    <a:pt x="18" y="898"/>
                  </a:moveTo>
                  <a:lnTo>
                    <a:pt x="0" y="898"/>
                  </a:lnTo>
                  <a:lnTo>
                    <a:pt x="0" y="515"/>
                  </a:lnTo>
                  <a:lnTo>
                    <a:pt x="3" y="512"/>
                  </a:lnTo>
                  <a:lnTo>
                    <a:pt x="221" y="0"/>
                  </a:lnTo>
                  <a:lnTo>
                    <a:pt x="236" y="6"/>
                  </a:lnTo>
                  <a:lnTo>
                    <a:pt x="18" y="518"/>
                  </a:lnTo>
                  <a:lnTo>
                    <a:pt x="18" y="898"/>
                  </a:ln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it-IT"/>
            </a:p>
          </p:txBody>
        </p:sp>
        <p:sp>
          <p:nvSpPr>
            <p:cNvPr id="33" name="Freeform 27">
              <a:extLst>
                <a:ext uri="{FF2B5EF4-FFF2-40B4-BE49-F238E27FC236}">
                  <a16:creationId xmlns:a16="http://schemas.microsoft.com/office/drawing/2014/main" id="{E4A7025C-CDE8-429A-BBB9-E7380C96238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569912" y="5945188"/>
              <a:ext cx="152400" cy="912813"/>
            </a:xfrm>
            <a:custGeom>
              <a:avLst/>
              <a:gdLst/>
              <a:ahLst/>
              <a:cxnLst/>
              <a:rect l="0" t="0" r="r" b="b"/>
              <a:pathLst>
                <a:path w="96" h="575">
                  <a:moveTo>
                    <a:pt x="15" y="575"/>
                  </a:moveTo>
                  <a:lnTo>
                    <a:pt x="0" y="569"/>
                  </a:lnTo>
                  <a:lnTo>
                    <a:pt x="81" y="383"/>
                  </a:lnTo>
                  <a:lnTo>
                    <a:pt x="81" y="0"/>
                  </a:lnTo>
                  <a:lnTo>
                    <a:pt x="96" y="0"/>
                  </a:lnTo>
                  <a:lnTo>
                    <a:pt x="96" y="386"/>
                  </a:lnTo>
                  <a:lnTo>
                    <a:pt x="15" y="575"/>
                  </a:ln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it-IT"/>
            </a:p>
          </p:txBody>
        </p:sp>
        <p:sp>
          <p:nvSpPr>
            <p:cNvPr id="34" name="Freeform 28">
              <a:extLst>
                <a:ext uri="{FF2B5EF4-FFF2-40B4-BE49-F238E27FC236}">
                  <a16:creationId xmlns:a16="http://schemas.microsoft.com/office/drawing/2014/main" id="{A4EA0256-5DF5-437A-98A7-B79F3E6BB89A}"/>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612775" y="52466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it-IT"/>
            </a:p>
          </p:txBody>
        </p:sp>
        <p:sp>
          <p:nvSpPr>
            <p:cNvPr id="35" name="Freeform 29">
              <a:extLst>
                <a:ext uri="{FF2B5EF4-FFF2-40B4-BE49-F238E27FC236}">
                  <a16:creationId xmlns:a16="http://schemas.microsoft.com/office/drawing/2014/main" id="{90C9433D-9E1C-493B-BEBD-C3081FFA328F}"/>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612775" y="57642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it-IT"/>
            </a:p>
          </p:txBody>
        </p:sp>
        <p:sp>
          <p:nvSpPr>
            <p:cNvPr id="36" name="Freeform 30">
              <a:extLst>
                <a:ext uri="{FF2B5EF4-FFF2-40B4-BE49-F238E27FC236}">
                  <a16:creationId xmlns:a16="http://schemas.microsoft.com/office/drawing/2014/main" id="{352B39BB-F298-4285-A709-1FBA0CB722C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669925" y="6330950"/>
              <a:ext cx="417513" cy="517525"/>
            </a:xfrm>
            <a:custGeom>
              <a:avLst/>
              <a:gdLst/>
              <a:ahLst/>
              <a:cxnLst/>
              <a:rect l="0" t="0" r="r" b="b"/>
              <a:pathLst>
                <a:path w="263" h="326">
                  <a:moveTo>
                    <a:pt x="15" y="326"/>
                  </a:moveTo>
                  <a:lnTo>
                    <a:pt x="0" y="320"/>
                  </a:lnTo>
                  <a:lnTo>
                    <a:pt x="45" y="206"/>
                  </a:lnTo>
                  <a:lnTo>
                    <a:pt x="48" y="206"/>
                  </a:lnTo>
                  <a:lnTo>
                    <a:pt x="254" y="0"/>
                  </a:lnTo>
                  <a:lnTo>
                    <a:pt x="263" y="12"/>
                  </a:lnTo>
                  <a:lnTo>
                    <a:pt x="60" y="215"/>
                  </a:lnTo>
                  <a:lnTo>
                    <a:pt x="15" y="326"/>
                  </a:ln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it-IT"/>
            </a:p>
          </p:txBody>
        </p:sp>
        <p:sp>
          <p:nvSpPr>
            <p:cNvPr id="37" name="Freeform 31">
              <a:extLst>
                <a:ext uri="{FF2B5EF4-FFF2-40B4-BE49-F238E27FC236}">
                  <a16:creationId xmlns:a16="http://schemas.microsoft.com/office/drawing/2014/main" id="{31CAF2A0-CBA0-4E86-AA87-8750EC1AFB2E}"/>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1049337" y="6221413"/>
              <a:ext cx="157163" cy="147638"/>
            </a:xfrm>
            <a:custGeom>
              <a:avLst/>
              <a:gdLst/>
              <a:ahLst/>
              <a:cxnLst/>
              <a:rect l="0" t="0" r="r" b="b"/>
              <a:pathLst>
                <a:path w="33" h="31">
                  <a:moveTo>
                    <a:pt x="16" y="31"/>
                  </a:moveTo>
                  <a:cubicBezTo>
                    <a:pt x="12" y="31"/>
                    <a:pt x="8" y="29"/>
                    <a:pt x="5" y="26"/>
                  </a:cubicBezTo>
                  <a:cubicBezTo>
                    <a:pt x="2" y="24"/>
                    <a:pt x="0" y="20"/>
                    <a:pt x="0" y="15"/>
                  </a:cubicBezTo>
                  <a:cubicBezTo>
                    <a:pt x="0" y="11"/>
                    <a:pt x="2" y="7"/>
                    <a:pt x="5" y="4"/>
                  </a:cubicBezTo>
                  <a:cubicBezTo>
                    <a:pt x="8" y="1"/>
                    <a:pt x="12" y="0"/>
                    <a:pt x="16" y="0"/>
                  </a:cubicBezTo>
                  <a:cubicBezTo>
                    <a:pt x="20" y="0"/>
                    <a:pt x="24" y="1"/>
                    <a:pt x="27" y="4"/>
                  </a:cubicBezTo>
                  <a:cubicBezTo>
                    <a:pt x="33" y="10"/>
                    <a:pt x="33" y="20"/>
                    <a:pt x="27" y="26"/>
                  </a:cubicBezTo>
                  <a:cubicBezTo>
                    <a:pt x="24" y="29"/>
                    <a:pt x="20" y="31"/>
                    <a:pt x="16" y="31"/>
                  </a:cubicBezTo>
                  <a:close/>
                  <a:moveTo>
                    <a:pt x="16" y="4"/>
                  </a:moveTo>
                  <a:cubicBezTo>
                    <a:pt x="13" y="4"/>
                    <a:pt x="10" y="5"/>
                    <a:pt x="8" y="7"/>
                  </a:cubicBezTo>
                  <a:cubicBezTo>
                    <a:pt x="6" y="9"/>
                    <a:pt x="4" y="12"/>
                    <a:pt x="4" y="15"/>
                  </a:cubicBezTo>
                  <a:cubicBezTo>
                    <a:pt x="4" y="19"/>
                    <a:pt x="6" y="21"/>
                    <a:pt x="8" y="24"/>
                  </a:cubicBezTo>
                  <a:cubicBezTo>
                    <a:pt x="10" y="26"/>
                    <a:pt x="13" y="27"/>
                    <a:pt x="16" y="27"/>
                  </a:cubicBezTo>
                  <a:cubicBezTo>
                    <a:pt x="19" y="27"/>
                    <a:pt x="22" y="26"/>
                    <a:pt x="24" y="24"/>
                  </a:cubicBezTo>
                  <a:cubicBezTo>
                    <a:pt x="29" y="19"/>
                    <a:pt x="29" y="12"/>
                    <a:pt x="24" y="7"/>
                  </a:cubicBezTo>
                  <a:cubicBezTo>
                    <a:pt x="22" y="5"/>
                    <a:pt x="19" y="4"/>
                    <a:pt x="16" y="4"/>
                  </a:cubicBez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it-IT"/>
            </a:p>
          </p:txBody>
        </p:sp>
      </p:grpSp>
      <p:sp>
        <p:nvSpPr>
          <p:cNvPr id="2" name="Titolo 1">
            <a:extLst>
              <a:ext uri="{FF2B5EF4-FFF2-40B4-BE49-F238E27FC236}">
                <a16:creationId xmlns:a16="http://schemas.microsoft.com/office/drawing/2014/main" id="{94D5E1D8-08D7-0639-5C29-61B5F621E4C1}"/>
              </a:ext>
            </a:extLst>
          </p:cNvPr>
          <p:cNvSpPr>
            <a:spLocks noGrp="1"/>
          </p:cNvSpPr>
          <p:nvPr>
            <p:ph type="title"/>
          </p:nvPr>
        </p:nvSpPr>
        <p:spPr>
          <a:xfrm>
            <a:off x="1274595" y="1093788"/>
            <a:ext cx="3059969" cy="4697413"/>
          </a:xfrm>
        </p:spPr>
        <p:txBody>
          <a:bodyPr>
            <a:normAutofit/>
          </a:bodyPr>
          <a:lstStyle/>
          <a:p>
            <a:r>
              <a:rPr lang="it-IT" dirty="0"/>
              <a:t>Input and </a:t>
            </a:r>
            <a:r>
              <a:rPr lang="it-IT" dirty="0" err="1"/>
              <a:t>sensor</a:t>
            </a:r>
            <a:endParaRPr lang="it-IT" dirty="0"/>
          </a:p>
        </p:txBody>
      </p:sp>
      <p:sp useBgFill="1">
        <p:nvSpPr>
          <p:cNvPr id="39" name="Round Diagonal Corner Rectangle 7">
            <a:extLst>
              <a:ext uri="{FF2B5EF4-FFF2-40B4-BE49-F238E27FC236}">
                <a16:creationId xmlns:a16="http://schemas.microsoft.com/office/drawing/2014/main" id="{7D1C411D-0818-4640-8657-2AF78250C80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625084" y="0"/>
            <a:ext cx="7566916" cy="6848476"/>
          </a:xfrm>
          <a:prstGeom prst="round2DiagRect">
            <a:avLst>
              <a:gd name="adj1" fmla="val 0"/>
              <a:gd name="adj2" fmla="val 0"/>
            </a:avLst>
          </a:prstGeom>
          <a:ln w="19050" cap="sq">
            <a:noFill/>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 name="Segnaposto contenuto 2">
            <a:extLst>
              <a:ext uri="{FF2B5EF4-FFF2-40B4-BE49-F238E27FC236}">
                <a16:creationId xmlns:a16="http://schemas.microsoft.com/office/drawing/2014/main" id="{479A80B3-ADB6-D479-7FFE-44E59E949341}"/>
              </a:ext>
            </a:extLst>
          </p:cNvPr>
          <p:cNvSpPr>
            <a:spLocks noGrp="1"/>
          </p:cNvSpPr>
          <p:nvPr>
            <p:ph idx="1"/>
          </p:nvPr>
        </p:nvSpPr>
        <p:spPr>
          <a:xfrm>
            <a:off x="4891609" y="1858963"/>
            <a:ext cx="7014642" cy="3116263"/>
          </a:xfrm>
        </p:spPr>
        <p:txBody>
          <a:bodyPr>
            <a:normAutofit/>
          </a:bodyPr>
          <a:lstStyle/>
          <a:p>
            <a:pPr marL="0" indent="0">
              <a:buNone/>
            </a:pPr>
            <a:r>
              <a:rPr lang="it-IT" sz="2200" dirty="0">
                <a:latin typeface="Calibri Light" panose="020F0302020204030204" pitchFamily="34" charset="0"/>
                <a:ea typeface="Calibri Light" panose="020F0302020204030204" pitchFamily="34" charset="0"/>
                <a:cs typeface="Calibri Light" panose="020F0302020204030204" pitchFamily="34" charset="0"/>
              </a:rPr>
              <a:t>For the visual input of the robot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we</a:t>
            </a:r>
            <a:r>
              <a:rPr lang="it-IT" sz="2200" dirty="0">
                <a:latin typeface="Calibri Light" panose="020F0302020204030204" pitchFamily="34" charset="0"/>
                <a:ea typeface="Calibri Light" panose="020F0302020204030204" pitchFamily="34" charset="0"/>
                <a:cs typeface="Calibri Light" panose="020F0302020204030204" pitchFamily="34" charset="0"/>
              </a:rPr>
              <a:t>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want</a:t>
            </a:r>
            <a:r>
              <a:rPr lang="it-IT" sz="2200" dirty="0">
                <a:latin typeface="Calibri Light" panose="020F0302020204030204" pitchFamily="34" charset="0"/>
                <a:ea typeface="Calibri Light" panose="020F0302020204030204" pitchFamily="34" charset="0"/>
                <a:cs typeface="Calibri Light" panose="020F0302020204030204" pitchFamily="34" charset="0"/>
              </a:rPr>
              <a:t> to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exclusively</a:t>
            </a:r>
            <a:r>
              <a:rPr lang="it-IT" sz="2200" dirty="0">
                <a:latin typeface="Calibri Light" panose="020F0302020204030204" pitchFamily="34" charset="0"/>
                <a:ea typeface="Calibri Light" panose="020F0302020204030204" pitchFamily="34" charset="0"/>
                <a:cs typeface="Calibri Light" panose="020F0302020204030204" pitchFamily="34" charset="0"/>
              </a:rPr>
              <a:t> use the laser sensor: this is because we figured that the laser would be less burdensome than image processing.</a:t>
            </a:r>
          </a:p>
          <a:p>
            <a:pPr marL="0" indent="0">
              <a:buNone/>
            </a:pPr>
            <a:r>
              <a:rPr lang="it-IT" sz="2200" dirty="0">
                <a:latin typeface="Calibri Light" panose="020F0302020204030204" pitchFamily="34" charset="0"/>
                <a:ea typeface="Calibri Light" panose="020F0302020204030204" pitchFamily="34" charset="0"/>
                <a:cs typeface="Calibri Light" panose="020F0302020204030204" pitchFamily="34" charset="0"/>
              </a:rPr>
              <a:t>We also changed the number of scannings, from 5 scans (one every 72°) to 24 scans (one every 15°) to hopefully solve some problems with the original model, mainly the tendency to crash on the columns.</a:t>
            </a:r>
          </a:p>
        </p:txBody>
      </p:sp>
    </p:spTree>
    <p:extLst>
      <p:ext uri="{BB962C8B-B14F-4D97-AF65-F5344CB8AC3E}">
        <p14:creationId xmlns:p14="http://schemas.microsoft.com/office/powerpoint/2010/main" val="9014640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6BFC9644-673A-459F-B3C5-9310A4E50E3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bg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0" name="Group 9">
            <a:extLst>
              <a:ext uri="{FF2B5EF4-FFF2-40B4-BE49-F238E27FC236}">
                <a16:creationId xmlns:a16="http://schemas.microsoft.com/office/drawing/2014/main" id="{4ADB9295-9645-4BF2-ADFD-75800B7FAD06}"/>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4288" y="0"/>
            <a:ext cx="1220788" cy="6858001"/>
            <a:chOff x="-14288" y="0"/>
            <a:chExt cx="1220788" cy="6858001"/>
          </a:xfrm>
          <a:solidFill>
            <a:schemeClr val="bg2">
              <a:lumMod val="60000"/>
              <a:lumOff val="40000"/>
              <a:alpha val="60000"/>
            </a:schemeClr>
          </a:solidFill>
        </p:grpSpPr>
        <p:sp>
          <p:nvSpPr>
            <p:cNvPr id="11" name="Rectangle 5">
              <a:extLst>
                <a:ext uri="{FF2B5EF4-FFF2-40B4-BE49-F238E27FC236}">
                  <a16:creationId xmlns:a16="http://schemas.microsoft.com/office/drawing/2014/main" id="{95B061E9-E435-4E1B-B160-96584A116691}"/>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4300" y="4763"/>
              <a:ext cx="23813" cy="2181225"/>
            </a:xfrm>
            <a:prstGeom prst="rect">
              <a:avLst/>
            </a:pr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miter lim="800000"/>
                  <a:headEnd/>
                  <a:tailEnd/>
                </a14:hiddenLine>
              </a:ext>
            </a:extLst>
          </p:spPr>
          <p:txBody>
            <a:bodyPr/>
            <a:lstStyle/>
            <a:p>
              <a:endParaRPr lang="it-IT"/>
            </a:p>
          </p:txBody>
        </p:sp>
        <p:sp>
          <p:nvSpPr>
            <p:cNvPr id="12" name="Freeform 6">
              <a:extLst>
                <a:ext uri="{FF2B5EF4-FFF2-40B4-BE49-F238E27FC236}">
                  <a16:creationId xmlns:a16="http://schemas.microsoft.com/office/drawing/2014/main" id="{3CD7972E-7D38-40EE-A80B-E2A848811EDD}"/>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33337" y="217646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it-IT"/>
            </a:p>
          </p:txBody>
        </p:sp>
        <p:sp>
          <p:nvSpPr>
            <p:cNvPr id="13" name="Freeform 7">
              <a:extLst>
                <a:ext uri="{FF2B5EF4-FFF2-40B4-BE49-F238E27FC236}">
                  <a16:creationId xmlns:a16="http://schemas.microsoft.com/office/drawing/2014/main" id="{524A3B55-746F-419F-8CFF-5F3A4BE14345}"/>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28575" y="4021138"/>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it-IT"/>
            </a:p>
          </p:txBody>
        </p:sp>
        <p:sp>
          <p:nvSpPr>
            <p:cNvPr id="14" name="Freeform 8">
              <a:extLst>
                <a:ext uri="{FF2B5EF4-FFF2-40B4-BE49-F238E27FC236}">
                  <a16:creationId xmlns:a16="http://schemas.microsoft.com/office/drawing/2014/main" id="{9C63219B-AD72-4494-935E-F5C70DB5497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200025" y="4763"/>
              <a:ext cx="369888" cy="1811338"/>
            </a:xfrm>
            <a:custGeom>
              <a:avLst/>
              <a:gdLst/>
              <a:ahLst/>
              <a:cxnLst/>
              <a:rect l="0" t="0" r="r" b="b"/>
              <a:pathLst>
                <a:path w="233" h="1141">
                  <a:moveTo>
                    <a:pt x="218" y="1141"/>
                  </a:moveTo>
                  <a:lnTo>
                    <a:pt x="0" y="626"/>
                  </a:lnTo>
                  <a:lnTo>
                    <a:pt x="0" y="0"/>
                  </a:lnTo>
                  <a:lnTo>
                    <a:pt x="15" y="0"/>
                  </a:lnTo>
                  <a:lnTo>
                    <a:pt x="15" y="623"/>
                  </a:lnTo>
                  <a:lnTo>
                    <a:pt x="233" y="1135"/>
                  </a:lnTo>
                  <a:lnTo>
                    <a:pt x="218" y="1141"/>
                  </a:ln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it-IT"/>
            </a:p>
          </p:txBody>
        </p:sp>
        <p:sp>
          <p:nvSpPr>
            <p:cNvPr id="15" name="Freeform 9">
              <a:extLst>
                <a:ext uri="{FF2B5EF4-FFF2-40B4-BE49-F238E27FC236}">
                  <a16:creationId xmlns:a16="http://schemas.microsoft.com/office/drawing/2014/main" id="{15B41FD2-05E2-44E7-8760-09E65D1C6034}"/>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503237" y="1801813"/>
              <a:ext cx="190500" cy="188913"/>
            </a:xfrm>
            <a:custGeom>
              <a:avLst/>
              <a:gdLst/>
              <a:ahLst/>
              <a:cxnLst/>
              <a:rect l="0" t="0" r="r" b="b"/>
              <a:pathLst>
                <a:path w="40" h="40">
                  <a:moveTo>
                    <a:pt x="20" y="40"/>
                  </a:moveTo>
                  <a:cubicBezTo>
                    <a:pt x="9" y="40"/>
                    <a:pt x="0" y="31"/>
                    <a:pt x="0" y="20"/>
                  </a:cubicBezTo>
                  <a:cubicBezTo>
                    <a:pt x="0" y="9"/>
                    <a:pt x="9" y="0"/>
                    <a:pt x="20" y="0"/>
                  </a:cubicBezTo>
                  <a:cubicBezTo>
                    <a:pt x="33" y="0"/>
                    <a:pt x="40" y="6"/>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9"/>
                    <a:pt x="31" y="4"/>
                    <a:pt x="20" y="4"/>
                  </a:cubicBez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it-IT"/>
            </a:p>
          </p:txBody>
        </p:sp>
        <p:sp>
          <p:nvSpPr>
            <p:cNvPr id="16" name="Freeform 10">
              <a:extLst>
                <a:ext uri="{FF2B5EF4-FFF2-40B4-BE49-F238E27FC236}">
                  <a16:creationId xmlns:a16="http://schemas.microsoft.com/office/drawing/2014/main" id="{FE6D63D0-3347-4EE2-8F65-F1C32168FA2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285750" y="4763"/>
              <a:ext cx="369888" cy="1430338"/>
            </a:xfrm>
            <a:custGeom>
              <a:avLst/>
              <a:gdLst/>
              <a:ahLst/>
              <a:cxnLst/>
              <a:rect l="0" t="0" r="r" b="b"/>
              <a:pathLst>
                <a:path w="233" h="901">
                  <a:moveTo>
                    <a:pt x="221" y="901"/>
                  </a:moveTo>
                  <a:lnTo>
                    <a:pt x="0" y="383"/>
                  </a:lnTo>
                  <a:lnTo>
                    <a:pt x="0" y="0"/>
                  </a:lnTo>
                  <a:lnTo>
                    <a:pt x="18" y="0"/>
                  </a:lnTo>
                  <a:lnTo>
                    <a:pt x="18" y="380"/>
                  </a:lnTo>
                  <a:lnTo>
                    <a:pt x="233" y="895"/>
                  </a:lnTo>
                  <a:lnTo>
                    <a:pt x="221" y="901"/>
                  </a:ln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it-IT"/>
            </a:p>
          </p:txBody>
        </p:sp>
        <p:sp>
          <p:nvSpPr>
            <p:cNvPr id="17" name="Freeform 11">
              <a:extLst>
                <a:ext uri="{FF2B5EF4-FFF2-40B4-BE49-F238E27FC236}">
                  <a16:creationId xmlns:a16="http://schemas.microsoft.com/office/drawing/2014/main" id="{538A46A3-DB16-45D5-B636-03EFE39FE96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546100" y="0"/>
              <a:ext cx="152400" cy="912813"/>
            </a:xfrm>
            <a:custGeom>
              <a:avLst/>
              <a:gdLst/>
              <a:ahLst/>
              <a:cxnLst/>
              <a:rect l="0" t="0" r="r" b="b"/>
              <a:pathLst>
                <a:path w="96" h="575">
                  <a:moveTo>
                    <a:pt x="96" y="575"/>
                  </a:moveTo>
                  <a:lnTo>
                    <a:pt x="78" y="575"/>
                  </a:lnTo>
                  <a:lnTo>
                    <a:pt x="78" y="192"/>
                  </a:lnTo>
                  <a:lnTo>
                    <a:pt x="0" y="6"/>
                  </a:lnTo>
                  <a:lnTo>
                    <a:pt x="15" y="0"/>
                  </a:lnTo>
                  <a:lnTo>
                    <a:pt x="96" y="189"/>
                  </a:lnTo>
                  <a:lnTo>
                    <a:pt x="96" y="575"/>
                  </a:ln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it-IT"/>
            </a:p>
          </p:txBody>
        </p:sp>
        <p:sp>
          <p:nvSpPr>
            <p:cNvPr id="18" name="Freeform 12">
              <a:extLst>
                <a:ext uri="{FF2B5EF4-FFF2-40B4-BE49-F238E27FC236}">
                  <a16:creationId xmlns:a16="http://schemas.microsoft.com/office/drawing/2014/main" id="{0B8A2B0E-823F-4BE8-9359-45143BB1248E}"/>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588962" y="1420813"/>
              <a:ext cx="190500" cy="190500"/>
            </a:xfrm>
            <a:custGeom>
              <a:avLst/>
              <a:gdLst/>
              <a:ahLst/>
              <a:cxnLst/>
              <a:rect l="0" t="0" r="r" b="b"/>
              <a:pathLst>
                <a:path w="40" h="40">
                  <a:moveTo>
                    <a:pt x="20" y="40"/>
                  </a:moveTo>
                  <a:cubicBezTo>
                    <a:pt x="9" y="40"/>
                    <a:pt x="0" y="31"/>
                    <a:pt x="0" y="20"/>
                  </a:cubicBezTo>
                  <a:cubicBezTo>
                    <a:pt x="0" y="9"/>
                    <a:pt x="9" y="0"/>
                    <a:pt x="20" y="0"/>
                  </a:cubicBezTo>
                  <a:cubicBezTo>
                    <a:pt x="33" y="0"/>
                    <a:pt x="40" y="7"/>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9"/>
                    <a:pt x="31" y="4"/>
                    <a:pt x="20" y="4"/>
                  </a:cubicBez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it-IT"/>
            </a:p>
          </p:txBody>
        </p:sp>
        <p:sp>
          <p:nvSpPr>
            <p:cNvPr id="19" name="Freeform 13">
              <a:extLst>
                <a:ext uri="{FF2B5EF4-FFF2-40B4-BE49-F238E27FC236}">
                  <a16:creationId xmlns:a16="http://schemas.microsoft.com/office/drawing/2014/main" id="{44516B3C-A8BE-46FC-B643-3DFEB7F28386}"/>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588962" y="9032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it-IT"/>
            </a:p>
          </p:txBody>
        </p:sp>
        <p:sp>
          <p:nvSpPr>
            <p:cNvPr id="20" name="Freeform 14">
              <a:extLst>
                <a:ext uri="{FF2B5EF4-FFF2-40B4-BE49-F238E27FC236}">
                  <a16:creationId xmlns:a16="http://schemas.microsoft.com/office/drawing/2014/main" id="{59FD699C-3920-4E57-BE27-165A3F036C2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641350" y="0"/>
              <a:ext cx="422275" cy="527050"/>
            </a:xfrm>
            <a:custGeom>
              <a:avLst/>
              <a:gdLst/>
              <a:ahLst/>
              <a:cxnLst/>
              <a:rect l="0" t="0" r="r" b="b"/>
              <a:pathLst>
                <a:path w="266" h="332">
                  <a:moveTo>
                    <a:pt x="257" y="332"/>
                  </a:moveTo>
                  <a:lnTo>
                    <a:pt x="48" y="123"/>
                  </a:lnTo>
                  <a:lnTo>
                    <a:pt x="0" y="6"/>
                  </a:lnTo>
                  <a:lnTo>
                    <a:pt x="15" y="0"/>
                  </a:lnTo>
                  <a:lnTo>
                    <a:pt x="63" y="114"/>
                  </a:lnTo>
                  <a:lnTo>
                    <a:pt x="266" y="320"/>
                  </a:lnTo>
                  <a:lnTo>
                    <a:pt x="257" y="332"/>
                  </a:ln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it-IT"/>
            </a:p>
          </p:txBody>
        </p:sp>
        <p:sp>
          <p:nvSpPr>
            <p:cNvPr id="21" name="Freeform 15">
              <a:extLst>
                <a:ext uri="{FF2B5EF4-FFF2-40B4-BE49-F238E27FC236}">
                  <a16:creationId xmlns:a16="http://schemas.microsoft.com/office/drawing/2014/main" id="{0FB0C02E-3F53-4889-8ADF-80DBC43F693C}"/>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1020762" y="488950"/>
              <a:ext cx="161925" cy="147638"/>
            </a:xfrm>
            <a:custGeom>
              <a:avLst/>
              <a:gdLst/>
              <a:ahLst/>
              <a:cxnLst/>
              <a:rect l="0" t="0" r="r" b="b"/>
              <a:pathLst>
                <a:path w="34" h="31">
                  <a:moveTo>
                    <a:pt x="17" y="31"/>
                  </a:moveTo>
                  <a:cubicBezTo>
                    <a:pt x="13" y="31"/>
                    <a:pt x="9" y="30"/>
                    <a:pt x="6" y="27"/>
                  </a:cubicBezTo>
                  <a:cubicBezTo>
                    <a:pt x="0" y="20"/>
                    <a:pt x="0" y="10"/>
                    <a:pt x="6" y="4"/>
                  </a:cubicBezTo>
                  <a:cubicBezTo>
                    <a:pt x="9" y="1"/>
                    <a:pt x="13" y="0"/>
                    <a:pt x="17" y="0"/>
                  </a:cubicBezTo>
                  <a:cubicBezTo>
                    <a:pt x="21" y="0"/>
                    <a:pt x="25" y="1"/>
                    <a:pt x="28" y="4"/>
                  </a:cubicBezTo>
                  <a:cubicBezTo>
                    <a:pt x="34" y="10"/>
                    <a:pt x="34" y="20"/>
                    <a:pt x="28" y="27"/>
                  </a:cubicBezTo>
                  <a:cubicBezTo>
                    <a:pt x="25" y="30"/>
                    <a:pt x="21" y="31"/>
                    <a:pt x="17" y="31"/>
                  </a:cubicBezTo>
                  <a:close/>
                  <a:moveTo>
                    <a:pt x="17" y="4"/>
                  </a:moveTo>
                  <a:cubicBezTo>
                    <a:pt x="14" y="4"/>
                    <a:pt x="11" y="5"/>
                    <a:pt x="9" y="7"/>
                  </a:cubicBezTo>
                  <a:cubicBezTo>
                    <a:pt x="4" y="12"/>
                    <a:pt x="4" y="19"/>
                    <a:pt x="9" y="24"/>
                  </a:cubicBezTo>
                  <a:cubicBezTo>
                    <a:pt x="11" y="26"/>
                    <a:pt x="14" y="27"/>
                    <a:pt x="17" y="27"/>
                  </a:cubicBezTo>
                  <a:cubicBezTo>
                    <a:pt x="20" y="27"/>
                    <a:pt x="23" y="26"/>
                    <a:pt x="25" y="24"/>
                  </a:cubicBezTo>
                  <a:cubicBezTo>
                    <a:pt x="30" y="19"/>
                    <a:pt x="30" y="12"/>
                    <a:pt x="25" y="7"/>
                  </a:cubicBezTo>
                  <a:cubicBezTo>
                    <a:pt x="23" y="5"/>
                    <a:pt x="20" y="4"/>
                    <a:pt x="17" y="4"/>
                  </a:cubicBez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it-IT"/>
            </a:p>
          </p:txBody>
        </p:sp>
        <p:sp>
          <p:nvSpPr>
            <p:cNvPr id="22" name="Line 16">
              <a:extLst>
                <a:ext uri="{FF2B5EF4-FFF2-40B4-BE49-F238E27FC236}">
                  <a16:creationId xmlns:a16="http://schemas.microsoft.com/office/drawing/2014/main" id="{F8A0C89C-946F-4BCD-8A27-BB73E37FE525}"/>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a:off x="-4763" y="9525"/>
              <a:ext cx="0" cy="0"/>
            </a:xfrm>
            <a:prstGeom prst="line">
              <a:avLst/>
            </a:prstGeom>
            <a:grpFill/>
            <a:ln w="15" cap="flat">
              <a:solidFill>
                <a:srgbClr val="FFFFFF"/>
              </a:solidFill>
              <a:prstDash val="solid"/>
              <a:miter lim="800000"/>
              <a:headEnd/>
              <a:tailEnd/>
            </a:ln>
          </p:spPr>
          <p:txBody>
            <a:bodyPr/>
            <a:lstStyle/>
            <a:p>
              <a:endParaRPr lang="it-IT"/>
            </a:p>
          </p:txBody>
        </p:sp>
        <p:sp>
          <p:nvSpPr>
            <p:cNvPr id="23" name="Freeform 17">
              <a:extLst>
                <a:ext uri="{FF2B5EF4-FFF2-40B4-BE49-F238E27FC236}">
                  <a16:creationId xmlns:a16="http://schemas.microsoft.com/office/drawing/2014/main" id="{70C83EAF-4E92-4849-A240-B257871DC03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9525" y="1801813"/>
              <a:ext cx="123825" cy="127000"/>
            </a:xfrm>
            <a:custGeom>
              <a:avLst/>
              <a:gdLst/>
              <a:ahLst/>
              <a:cxnLst/>
              <a:rect l="0" t="0" r="r" b="b"/>
              <a:pathLst>
                <a:path w="78" h="80">
                  <a:moveTo>
                    <a:pt x="6" y="80"/>
                  </a:moveTo>
                  <a:lnTo>
                    <a:pt x="0" y="71"/>
                  </a:lnTo>
                  <a:lnTo>
                    <a:pt x="69" y="0"/>
                  </a:lnTo>
                  <a:lnTo>
                    <a:pt x="78" y="9"/>
                  </a:lnTo>
                  <a:lnTo>
                    <a:pt x="6" y="80"/>
                  </a:ln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it-IT"/>
            </a:p>
          </p:txBody>
        </p:sp>
        <p:sp>
          <p:nvSpPr>
            <p:cNvPr id="24" name="Freeform 18">
              <a:extLst>
                <a:ext uri="{FF2B5EF4-FFF2-40B4-BE49-F238E27FC236}">
                  <a16:creationId xmlns:a16="http://schemas.microsoft.com/office/drawing/2014/main" id="{320FD164-4D7A-469C-B3F4-B926BFACF53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9525" y="3549650"/>
              <a:ext cx="147638" cy="481013"/>
            </a:xfrm>
            <a:custGeom>
              <a:avLst/>
              <a:gdLst/>
              <a:ahLst/>
              <a:cxnLst/>
              <a:rect l="0" t="0" r="r" b="b"/>
              <a:pathLst>
                <a:path w="93" h="303">
                  <a:moveTo>
                    <a:pt x="93" y="303"/>
                  </a:moveTo>
                  <a:lnTo>
                    <a:pt x="78" y="303"/>
                  </a:lnTo>
                  <a:lnTo>
                    <a:pt x="78" y="78"/>
                  </a:lnTo>
                  <a:lnTo>
                    <a:pt x="0" y="12"/>
                  </a:lnTo>
                  <a:lnTo>
                    <a:pt x="12" y="0"/>
                  </a:lnTo>
                  <a:lnTo>
                    <a:pt x="93" y="69"/>
                  </a:lnTo>
                  <a:lnTo>
                    <a:pt x="93" y="303"/>
                  </a:ln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it-IT"/>
            </a:p>
          </p:txBody>
        </p:sp>
        <p:sp>
          <p:nvSpPr>
            <p:cNvPr id="25" name="Freeform 19">
              <a:extLst>
                <a:ext uri="{FF2B5EF4-FFF2-40B4-BE49-F238E27FC236}">
                  <a16:creationId xmlns:a16="http://schemas.microsoft.com/office/drawing/2014/main" id="{F6E14D9A-4E63-48FF-95C5-9E8DDFF86C4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28587" y="1382713"/>
              <a:ext cx="142875" cy="476250"/>
            </a:xfrm>
            <a:custGeom>
              <a:avLst/>
              <a:gdLst/>
              <a:ahLst/>
              <a:cxnLst/>
              <a:rect l="0" t="0" r="r" b="b"/>
              <a:pathLst>
                <a:path w="90" h="300">
                  <a:moveTo>
                    <a:pt x="90" y="300"/>
                  </a:moveTo>
                  <a:lnTo>
                    <a:pt x="78" y="300"/>
                  </a:lnTo>
                  <a:lnTo>
                    <a:pt x="78" y="84"/>
                  </a:lnTo>
                  <a:lnTo>
                    <a:pt x="0" y="9"/>
                  </a:lnTo>
                  <a:lnTo>
                    <a:pt x="9" y="0"/>
                  </a:lnTo>
                  <a:lnTo>
                    <a:pt x="90" y="81"/>
                  </a:lnTo>
                  <a:lnTo>
                    <a:pt x="90" y="300"/>
                  </a:ln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it-IT"/>
            </a:p>
          </p:txBody>
        </p:sp>
        <p:sp>
          <p:nvSpPr>
            <p:cNvPr id="26" name="Freeform 20">
              <a:extLst>
                <a:ext uri="{FF2B5EF4-FFF2-40B4-BE49-F238E27FC236}">
                  <a16:creationId xmlns:a16="http://schemas.microsoft.com/office/drawing/2014/main" id="{F3DCD24F-3CA8-4404-B22C-E4C928995F3B}"/>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204787" y="1849438"/>
              <a:ext cx="114300" cy="107950"/>
            </a:xfrm>
            <a:custGeom>
              <a:avLst/>
              <a:gdLst/>
              <a:ahLst/>
              <a:cxnLst/>
              <a:rect l="0" t="0" r="r" b="b"/>
              <a:pathLst>
                <a:path w="24" h="23">
                  <a:moveTo>
                    <a:pt x="12" y="23"/>
                  </a:moveTo>
                  <a:cubicBezTo>
                    <a:pt x="6" y="23"/>
                    <a:pt x="0" y="18"/>
                    <a:pt x="0" y="12"/>
                  </a:cubicBezTo>
                  <a:cubicBezTo>
                    <a:pt x="0" y="5"/>
                    <a:pt x="6" y="0"/>
                    <a:pt x="12" y="0"/>
                  </a:cubicBezTo>
                  <a:cubicBezTo>
                    <a:pt x="18" y="0"/>
                    <a:pt x="24" y="5"/>
                    <a:pt x="24" y="12"/>
                  </a:cubicBezTo>
                  <a:cubicBezTo>
                    <a:pt x="24" y="18"/>
                    <a:pt x="18" y="23"/>
                    <a:pt x="12" y="23"/>
                  </a:cubicBezTo>
                  <a:close/>
                  <a:moveTo>
                    <a:pt x="12" y="4"/>
                  </a:moveTo>
                  <a:cubicBezTo>
                    <a:pt x="8" y="4"/>
                    <a:pt x="4" y="8"/>
                    <a:pt x="4" y="12"/>
                  </a:cubicBezTo>
                  <a:cubicBezTo>
                    <a:pt x="4" y="16"/>
                    <a:pt x="8" y="19"/>
                    <a:pt x="12" y="19"/>
                  </a:cubicBezTo>
                  <a:cubicBezTo>
                    <a:pt x="16" y="19"/>
                    <a:pt x="20" y="16"/>
                    <a:pt x="20" y="12"/>
                  </a:cubicBezTo>
                  <a:cubicBezTo>
                    <a:pt x="20" y="8"/>
                    <a:pt x="16" y="4"/>
                    <a:pt x="12" y="4"/>
                  </a:cubicBez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it-IT"/>
            </a:p>
          </p:txBody>
        </p:sp>
        <p:sp>
          <p:nvSpPr>
            <p:cNvPr id="27" name="Rectangle 21">
              <a:extLst>
                <a:ext uri="{FF2B5EF4-FFF2-40B4-BE49-F238E27FC236}">
                  <a16:creationId xmlns:a16="http://schemas.microsoft.com/office/drawing/2014/main" id="{8AD2E827-32A3-4BE4-9CC6-8315629177AE}"/>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33350" y="4662488"/>
              <a:ext cx="23813" cy="2181225"/>
            </a:xfrm>
            <a:prstGeom prst="rect">
              <a:avLst/>
            </a:pr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miter lim="800000"/>
                  <a:headEnd/>
                  <a:tailEnd/>
                </a14:hiddenLine>
              </a:ext>
            </a:extLst>
          </p:spPr>
          <p:txBody>
            <a:bodyPr/>
            <a:lstStyle/>
            <a:p>
              <a:endParaRPr lang="it-IT"/>
            </a:p>
          </p:txBody>
        </p:sp>
        <p:sp>
          <p:nvSpPr>
            <p:cNvPr id="28" name="Freeform 22">
              <a:extLst>
                <a:ext uri="{FF2B5EF4-FFF2-40B4-BE49-F238E27FC236}">
                  <a16:creationId xmlns:a16="http://schemas.microsoft.com/office/drawing/2014/main" id="{47FB2CCC-1230-494F-B2D1-F05E5B8EDF5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223837" y="5041900"/>
              <a:ext cx="369888" cy="1801813"/>
            </a:xfrm>
            <a:custGeom>
              <a:avLst/>
              <a:gdLst/>
              <a:ahLst/>
              <a:cxnLst/>
              <a:rect l="0" t="0" r="r" b="b"/>
              <a:pathLst>
                <a:path w="233" h="1135">
                  <a:moveTo>
                    <a:pt x="15" y="1135"/>
                  </a:moveTo>
                  <a:lnTo>
                    <a:pt x="0" y="1135"/>
                  </a:lnTo>
                  <a:lnTo>
                    <a:pt x="0" y="515"/>
                  </a:lnTo>
                  <a:lnTo>
                    <a:pt x="0" y="512"/>
                  </a:lnTo>
                  <a:lnTo>
                    <a:pt x="218" y="0"/>
                  </a:lnTo>
                  <a:lnTo>
                    <a:pt x="233" y="6"/>
                  </a:lnTo>
                  <a:lnTo>
                    <a:pt x="15" y="518"/>
                  </a:lnTo>
                  <a:lnTo>
                    <a:pt x="15" y="1135"/>
                  </a:ln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it-IT"/>
            </a:p>
          </p:txBody>
        </p:sp>
        <p:sp>
          <p:nvSpPr>
            <p:cNvPr id="29" name="Freeform 23">
              <a:extLst>
                <a:ext uri="{FF2B5EF4-FFF2-40B4-BE49-F238E27FC236}">
                  <a16:creationId xmlns:a16="http://schemas.microsoft.com/office/drawing/2014/main" id="{A5F44514-9274-47E3-9243-CA9356C166B5}"/>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52387" y="44815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it-IT"/>
            </a:p>
          </p:txBody>
        </p:sp>
        <p:sp>
          <p:nvSpPr>
            <p:cNvPr id="30" name="Freeform 24">
              <a:extLst>
                <a:ext uri="{FF2B5EF4-FFF2-40B4-BE49-F238E27FC236}">
                  <a16:creationId xmlns:a16="http://schemas.microsoft.com/office/drawing/2014/main" id="{D06192CD-AD86-4DCA-8B53-4ACCA46583A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4288" y="5627688"/>
              <a:ext cx="85725" cy="1216025"/>
            </a:xfrm>
            <a:custGeom>
              <a:avLst/>
              <a:gdLst/>
              <a:ahLst/>
              <a:cxnLst/>
              <a:rect l="0" t="0" r="r" b="b"/>
              <a:pathLst>
                <a:path w="54" h="766">
                  <a:moveTo>
                    <a:pt x="54" y="766"/>
                  </a:moveTo>
                  <a:lnTo>
                    <a:pt x="36" y="766"/>
                  </a:lnTo>
                  <a:lnTo>
                    <a:pt x="36" y="149"/>
                  </a:lnTo>
                  <a:lnTo>
                    <a:pt x="0" y="3"/>
                  </a:lnTo>
                  <a:lnTo>
                    <a:pt x="18" y="0"/>
                  </a:lnTo>
                  <a:lnTo>
                    <a:pt x="54" y="146"/>
                  </a:lnTo>
                  <a:lnTo>
                    <a:pt x="54" y="766"/>
                  </a:ln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it-IT"/>
            </a:p>
          </p:txBody>
        </p:sp>
        <p:sp>
          <p:nvSpPr>
            <p:cNvPr id="31" name="Freeform 25">
              <a:extLst>
                <a:ext uri="{FF2B5EF4-FFF2-40B4-BE49-F238E27FC236}">
                  <a16:creationId xmlns:a16="http://schemas.microsoft.com/office/drawing/2014/main" id="{99E9203A-21E4-46D8-981A-4B28CA320A69}"/>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527050" y="4867275"/>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it-IT"/>
            </a:p>
          </p:txBody>
        </p:sp>
        <p:sp>
          <p:nvSpPr>
            <p:cNvPr id="32" name="Freeform 26">
              <a:extLst>
                <a:ext uri="{FF2B5EF4-FFF2-40B4-BE49-F238E27FC236}">
                  <a16:creationId xmlns:a16="http://schemas.microsoft.com/office/drawing/2014/main" id="{32FCE9B6-FB52-4045-8DCC-E5959B9A403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309562" y="5422900"/>
              <a:ext cx="374650" cy="1425575"/>
            </a:xfrm>
            <a:custGeom>
              <a:avLst/>
              <a:gdLst/>
              <a:ahLst/>
              <a:cxnLst/>
              <a:rect l="0" t="0" r="r" b="b"/>
              <a:pathLst>
                <a:path w="236" h="898">
                  <a:moveTo>
                    <a:pt x="18" y="898"/>
                  </a:moveTo>
                  <a:lnTo>
                    <a:pt x="0" y="898"/>
                  </a:lnTo>
                  <a:lnTo>
                    <a:pt x="0" y="515"/>
                  </a:lnTo>
                  <a:lnTo>
                    <a:pt x="3" y="512"/>
                  </a:lnTo>
                  <a:lnTo>
                    <a:pt x="221" y="0"/>
                  </a:lnTo>
                  <a:lnTo>
                    <a:pt x="236" y="6"/>
                  </a:lnTo>
                  <a:lnTo>
                    <a:pt x="18" y="518"/>
                  </a:lnTo>
                  <a:lnTo>
                    <a:pt x="18" y="898"/>
                  </a:ln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it-IT"/>
            </a:p>
          </p:txBody>
        </p:sp>
        <p:sp>
          <p:nvSpPr>
            <p:cNvPr id="33" name="Freeform 27">
              <a:extLst>
                <a:ext uri="{FF2B5EF4-FFF2-40B4-BE49-F238E27FC236}">
                  <a16:creationId xmlns:a16="http://schemas.microsoft.com/office/drawing/2014/main" id="{E4A7025C-CDE8-429A-BBB9-E7380C96238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569912" y="5945188"/>
              <a:ext cx="152400" cy="912813"/>
            </a:xfrm>
            <a:custGeom>
              <a:avLst/>
              <a:gdLst/>
              <a:ahLst/>
              <a:cxnLst/>
              <a:rect l="0" t="0" r="r" b="b"/>
              <a:pathLst>
                <a:path w="96" h="575">
                  <a:moveTo>
                    <a:pt x="15" y="575"/>
                  </a:moveTo>
                  <a:lnTo>
                    <a:pt x="0" y="569"/>
                  </a:lnTo>
                  <a:lnTo>
                    <a:pt x="81" y="383"/>
                  </a:lnTo>
                  <a:lnTo>
                    <a:pt x="81" y="0"/>
                  </a:lnTo>
                  <a:lnTo>
                    <a:pt x="96" y="0"/>
                  </a:lnTo>
                  <a:lnTo>
                    <a:pt x="96" y="386"/>
                  </a:lnTo>
                  <a:lnTo>
                    <a:pt x="15" y="575"/>
                  </a:ln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it-IT"/>
            </a:p>
          </p:txBody>
        </p:sp>
        <p:sp>
          <p:nvSpPr>
            <p:cNvPr id="34" name="Freeform 28">
              <a:extLst>
                <a:ext uri="{FF2B5EF4-FFF2-40B4-BE49-F238E27FC236}">
                  <a16:creationId xmlns:a16="http://schemas.microsoft.com/office/drawing/2014/main" id="{A4EA0256-5DF5-437A-98A7-B79F3E6BB89A}"/>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612775" y="52466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it-IT"/>
            </a:p>
          </p:txBody>
        </p:sp>
        <p:sp>
          <p:nvSpPr>
            <p:cNvPr id="35" name="Freeform 29">
              <a:extLst>
                <a:ext uri="{FF2B5EF4-FFF2-40B4-BE49-F238E27FC236}">
                  <a16:creationId xmlns:a16="http://schemas.microsoft.com/office/drawing/2014/main" id="{90C9433D-9E1C-493B-BEBD-C3081FFA328F}"/>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612775" y="57642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it-IT"/>
            </a:p>
          </p:txBody>
        </p:sp>
        <p:sp>
          <p:nvSpPr>
            <p:cNvPr id="36" name="Freeform 30">
              <a:extLst>
                <a:ext uri="{FF2B5EF4-FFF2-40B4-BE49-F238E27FC236}">
                  <a16:creationId xmlns:a16="http://schemas.microsoft.com/office/drawing/2014/main" id="{352B39BB-F298-4285-A709-1FBA0CB722C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669925" y="6330950"/>
              <a:ext cx="417513" cy="517525"/>
            </a:xfrm>
            <a:custGeom>
              <a:avLst/>
              <a:gdLst/>
              <a:ahLst/>
              <a:cxnLst/>
              <a:rect l="0" t="0" r="r" b="b"/>
              <a:pathLst>
                <a:path w="263" h="326">
                  <a:moveTo>
                    <a:pt x="15" y="326"/>
                  </a:moveTo>
                  <a:lnTo>
                    <a:pt x="0" y="320"/>
                  </a:lnTo>
                  <a:lnTo>
                    <a:pt x="45" y="206"/>
                  </a:lnTo>
                  <a:lnTo>
                    <a:pt x="48" y="206"/>
                  </a:lnTo>
                  <a:lnTo>
                    <a:pt x="254" y="0"/>
                  </a:lnTo>
                  <a:lnTo>
                    <a:pt x="263" y="12"/>
                  </a:lnTo>
                  <a:lnTo>
                    <a:pt x="60" y="215"/>
                  </a:lnTo>
                  <a:lnTo>
                    <a:pt x="15" y="326"/>
                  </a:ln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it-IT"/>
            </a:p>
          </p:txBody>
        </p:sp>
        <p:sp>
          <p:nvSpPr>
            <p:cNvPr id="37" name="Freeform 31">
              <a:extLst>
                <a:ext uri="{FF2B5EF4-FFF2-40B4-BE49-F238E27FC236}">
                  <a16:creationId xmlns:a16="http://schemas.microsoft.com/office/drawing/2014/main" id="{31CAF2A0-CBA0-4E86-AA87-8750EC1AFB2E}"/>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1049337" y="6221413"/>
              <a:ext cx="157163" cy="147638"/>
            </a:xfrm>
            <a:custGeom>
              <a:avLst/>
              <a:gdLst/>
              <a:ahLst/>
              <a:cxnLst/>
              <a:rect l="0" t="0" r="r" b="b"/>
              <a:pathLst>
                <a:path w="33" h="31">
                  <a:moveTo>
                    <a:pt x="16" y="31"/>
                  </a:moveTo>
                  <a:cubicBezTo>
                    <a:pt x="12" y="31"/>
                    <a:pt x="8" y="29"/>
                    <a:pt x="5" y="26"/>
                  </a:cubicBezTo>
                  <a:cubicBezTo>
                    <a:pt x="2" y="24"/>
                    <a:pt x="0" y="20"/>
                    <a:pt x="0" y="15"/>
                  </a:cubicBezTo>
                  <a:cubicBezTo>
                    <a:pt x="0" y="11"/>
                    <a:pt x="2" y="7"/>
                    <a:pt x="5" y="4"/>
                  </a:cubicBezTo>
                  <a:cubicBezTo>
                    <a:pt x="8" y="1"/>
                    <a:pt x="12" y="0"/>
                    <a:pt x="16" y="0"/>
                  </a:cubicBezTo>
                  <a:cubicBezTo>
                    <a:pt x="20" y="0"/>
                    <a:pt x="24" y="1"/>
                    <a:pt x="27" y="4"/>
                  </a:cubicBezTo>
                  <a:cubicBezTo>
                    <a:pt x="33" y="10"/>
                    <a:pt x="33" y="20"/>
                    <a:pt x="27" y="26"/>
                  </a:cubicBezTo>
                  <a:cubicBezTo>
                    <a:pt x="24" y="29"/>
                    <a:pt x="20" y="31"/>
                    <a:pt x="16" y="31"/>
                  </a:cubicBezTo>
                  <a:close/>
                  <a:moveTo>
                    <a:pt x="16" y="4"/>
                  </a:moveTo>
                  <a:cubicBezTo>
                    <a:pt x="13" y="4"/>
                    <a:pt x="10" y="5"/>
                    <a:pt x="8" y="7"/>
                  </a:cubicBezTo>
                  <a:cubicBezTo>
                    <a:pt x="6" y="9"/>
                    <a:pt x="4" y="12"/>
                    <a:pt x="4" y="15"/>
                  </a:cubicBezTo>
                  <a:cubicBezTo>
                    <a:pt x="4" y="19"/>
                    <a:pt x="6" y="21"/>
                    <a:pt x="8" y="24"/>
                  </a:cubicBezTo>
                  <a:cubicBezTo>
                    <a:pt x="10" y="26"/>
                    <a:pt x="13" y="27"/>
                    <a:pt x="16" y="27"/>
                  </a:cubicBezTo>
                  <a:cubicBezTo>
                    <a:pt x="19" y="27"/>
                    <a:pt x="22" y="26"/>
                    <a:pt x="24" y="24"/>
                  </a:cubicBezTo>
                  <a:cubicBezTo>
                    <a:pt x="29" y="19"/>
                    <a:pt x="29" y="12"/>
                    <a:pt x="24" y="7"/>
                  </a:cubicBezTo>
                  <a:cubicBezTo>
                    <a:pt x="22" y="5"/>
                    <a:pt x="19" y="4"/>
                    <a:pt x="16" y="4"/>
                  </a:cubicBez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it-IT"/>
            </a:p>
          </p:txBody>
        </p:sp>
      </p:grpSp>
      <p:sp>
        <p:nvSpPr>
          <p:cNvPr id="2" name="Titolo 1">
            <a:extLst>
              <a:ext uri="{FF2B5EF4-FFF2-40B4-BE49-F238E27FC236}">
                <a16:creationId xmlns:a16="http://schemas.microsoft.com/office/drawing/2014/main" id="{3C392B05-7D13-08FC-8B70-DD18B549C159}"/>
              </a:ext>
            </a:extLst>
          </p:cNvPr>
          <p:cNvSpPr>
            <a:spLocks noGrp="1"/>
          </p:cNvSpPr>
          <p:nvPr>
            <p:ph type="title"/>
          </p:nvPr>
        </p:nvSpPr>
        <p:spPr>
          <a:xfrm>
            <a:off x="1019015" y="1093787"/>
            <a:ext cx="3059969" cy="4697413"/>
          </a:xfrm>
        </p:spPr>
        <p:txBody>
          <a:bodyPr>
            <a:normAutofit/>
          </a:bodyPr>
          <a:lstStyle/>
          <a:p>
            <a:r>
              <a:rPr lang="it-IT" dirty="0" err="1"/>
              <a:t>Drl</a:t>
            </a:r>
            <a:r>
              <a:rPr lang="it-IT" dirty="0"/>
              <a:t> </a:t>
            </a:r>
            <a:r>
              <a:rPr lang="it-IT" dirty="0" err="1"/>
              <a:t>algorithm</a:t>
            </a:r>
            <a:endParaRPr lang="it-IT" dirty="0"/>
          </a:p>
        </p:txBody>
      </p:sp>
      <p:sp useBgFill="1">
        <p:nvSpPr>
          <p:cNvPr id="39" name="Round Diagonal Corner Rectangle 7">
            <a:extLst>
              <a:ext uri="{FF2B5EF4-FFF2-40B4-BE49-F238E27FC236}">
                <a16:creationId xmlns:a16="http://schemas.microsoft.com/office/drawing/2014/main" id="{7D1C411D-0818-4640-8657-2AF78250C80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625084" y="0"/>
            <a:ext cx="7566916" cy="6848476"/>
          </a:xfrm>
          <a:prstGeom prst="round2DiagRect">
            <a:avLst>
              <a:gd name="adj1" fmla="val 0"/>
              <a:gd name="adj2" fmla="val 0"/>
            </a:avLst>
          </a:prstGeom>
          <a:ln w="19050" cap="sq">
            <a:noFill/>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 name="Segnaposto contenuto 2">
            <a:extLst>
              <a:ext uri="{FF2B5EF4-FFF2-40B4-BE49-F238E27FC236}">
                <a16:creationId xmlns:a16="http://schemas.microsoft.com/office/drawing/2014/main" id="{7491F4A8-ED4C-CC79-0822-BBA51610FEEB}"/>
              </a:ext>
            </a:extLst>
          </p:cNvPr>
          <p:cNvSpPr>
            <a:spLocks noGrp="1"/>
          </p:cNvSpPr>
          <p:nvPr>
            <p:ph idx="1"/>
          </p:nvPr>
        </p:nvSpPr>
        <p:spPr>
          <a:xfrm>
            <a:off x="4852016" y="1975199"/>
            <a:ext cx="7113051" cy="2687289"/>
          </a:xfrm>
        </p:spPr>
        <p:txBody>
          <a:bodyPr>
            <a:normAutofit/>
          </a:bodyPr>
          <a:lstStyle/>
          <a:p>
            <a:pPr marL="0" indent="0">
              <a:buNone/>
            </a:pPr>
            <a:r>
              <a:rPr lang="it-IT" sz="2200" dirty="0">
                <a:latin typeface="Calibri Light" panose="020F0302020204030204" pitchFamily="34" charset="0"/>
                <a:ea typeface="Calibri Light" panose="020F0302020204030204" pitchFamily="34" charset="0"/>
                <a:cs typeface="Calibri Light" panose="020F0302020204030204" pitchFamily="34" charset="0"/>
              </a:rPr>
              <a:t>We intend to use DQN algorithm as its fast training time could allows us to try different combination of weights and parameter values in a relatively short amount of time.</a:t>
            </a:r>
          </a:p>
          <a:p>
            <a:pPr marL="0" indent="0">
              <a:buNone/>
            </a:pPr>
            <a:r>
              <a:rPr lang="it-IT" sz="2200" dirty="0">
                <a:latin typeface="Calibri Light" panose="020F0302020204030204" pitchFamily="34" charset="0"/>
                <a:ea typeface="Calibri Light" panose="020F0302020204030204" pitchFamily="34" charset="0"/>
                <a:cs typeface="Calibri Light" panose="020F0302020204030204" pitchFamily="34" charset="0"/>
              </a:rPr>
              <a:t>If we are not able to obtain good results, we plan to try Policy Optimization Algorithms (Reinforce or Actor Critic) which would require much more training time.</a:t>
            </a:r>
          </a:p>
        </p:txBody>
      </p:sp>
    </p:spTree>
    <p:extLst>
      <p:ext uri="{BB962C8B-B14F-4D97-AF65-F5344CB8AC3E}">
        <p14:creationId xmlns:p14="http://schemas.microsoft.com/office/powerpoint/2010/main" val="343577894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6BFC9644-673A-459F-B3C5-9310A4E50E3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bg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0" name="Group 9">
            <a:extLst>
              <a:ext uri="{FF2B5EF4-FFF2-40B4-BE49-F238E27FC236}">
                <a16:creationId xmlns:a16="http://schemas.microsoft.com/office/drawing/2014/main" id="{4ADB9295-9645-4BF2-ADFD-75800B7FAD06}"/>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4288" y="0"/>
            <a:ext cx="1220788" cy="6858001"/>
            <a:chOff x="-14288" y="0"/>
            <a:chExt cx="1220788" cy="6858001"/>
          </a:xfrm>
          <a:solidFill>
            <a:schemeClr val="bg2">
              <a:lumMod val="60000"/>
              <a:lumOff val="40000"/>
              <a:alpha val="60000"/>
            </a:schemeClr>
          </a:solidFill>
        </p:grpSpPr>
        <p:sp>
          <p:nvSpPr>
            <p:cNvPr id="11" name="Rectangle 5">
              <a:extLst>
                <a:ext uri="{FF2B5EF4-FFF2-40B4-BE49-F238E27FC236}">
                  <a16:creationId xmlns:a16="http://schemas.microsoft.com/office/drawing/2014/main" id="{95B061E9-E435-4E1B-B160-96584A116691}"/>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4300" y="4763"/>
              <a:ext cx="23813" cy="2181225"/>
            </a:xfrm>
            <a:prstGeom prst="rect">
              <a:avLst/>
            </a:pr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miter lim="800000"/>
                  <a:headEnd/>
                  <a:tailEnd/>
                </a14:hiddenLine>
              </a:ext>
            </a:extLst>
          </p:spPr>
          <p:txBody>
            <a:bodyPr/>
            <a:lstStyle/>
            <a:p>
              <a:endParaRPr lang="it-IT"/>
            </a:p>
          </p:txBody>
        </p:sp>
        <p:sp>
          <p:nvSpPr>
            <p:cNvPr id="12" name="Freeform 6">
              <a:extLst>
                <a:ext uri="{FF2B5EF4-FFF2-40B4-BE49-F238E27FC236}">
                  <a16:creationId xmlns:a16="http://schemas.microsoft.com/office/drawing/2014/main" id="{3CD7972E-7D38-40EE-A80B-E2A848811EDD}"/>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33337" y="217646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it-IT"/>
            </a:p>
          </p:txBody>
        </p:sp>
        <p:sp>
          <p:nvSpPr>
            <p:cNvPr id="13" name="Freeform 7">
              <a:extLst>
                <a:ext uri="{FF2B5EF4-FFF2-40B4-BE49-F238E27FC236}">
                  <a16:creationId xmlns:a16="http://schemas.microsoft.com/office/drawing/2014/main" id="{524A3B55-746F-419F-8CFF-5F3A4BE14345}"/>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28575" y="4021138"/>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it-IT"/>
            </a:p>
          </p:txBody>
        </p:sp>
        <p:sp>
          <p:nvSpPr>
            <p:cNvPr id="14" name="Freeform 8">
              <a:extLst>
                <a:ext uri="{FF2B5EF4-FFF2-40B4-BE49-F238E27FC236}">
                  <a16:creationId xmlns:a16="http://schemas.microsoft.com/office/drawing/2014/main" id="{9C63219B-AD72-4494-935E-F5C70DB5497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200025" y="4763"/>
              <a:ext cx="369888" cy="1811338"/>
            </a:xfrm>
            <a:custGeom>
              <a:avLst/>
              <a:gdLst/>
              <a:ahLst/>
              <a:cxnLst/>
              <a:rect l="0" t="0" r="r" b="b"/>
              <a:pathLst>
                <a:path w="233" h="1141">
                  <a:moveTo>
                    <a:pt x="218" y="1141"/>
                  </a:moveTo>
                  <a:lnTo>
                    <a:pt x="0" y="626"/>
                  </a:lnTo>
                  <a:lnTo>
                    <a:pt x="0" y="0"/>
                  </a:lnTo>
                  <a:lnTo>
                    <a:pt x="15" y="0"/>
                  </a:lnTo>
                  <a:lnTo>
                    <a:pt x="15" y="623"/>
                  </a:lnTo>
                  <a:lnTo>
                    <a:pt x="233" y="1135"/>
                  </a:lnTo>
                  <a:lnTo>
                    <a:pt x="218" y="1141"/>
                  </a:ln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it-IT"/>
            </a:p>
          </p:txBody>
        </p:sp>
        <p:sp>
          <p:nvSpPr>
            <p:cNvPr id="15" name="Freeform 9">
              <a:extLst>
                <a:ext uri="{FF2B5EF4-FFF2-40B4-BE49-F238E27FC236}">
                  <a16:creationId xmlns:a16="http://schemas.microsoft.com/office/drawing/2014/main" id="{15B41FD2-05E2-44E7-8760-09E65D1C6034}"/>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503237" y="1801813"/>
              <a:ext cx="190500" cy="188913"/>
            </a:xfrm>
            <a:custGeom>
              <a:avLst/>
              <a:gdLst/>
              <a:ahLst/>
              <a:cxnLst/>
              <a:rect l="0" t="0" r="r" b="b"/>
              <a:pathLst>
                <a:path w="40" h="40">
                  <a:moveTo>
                    <a:pt x="20" y="40"/>
                  </a:moveTo>
                  <a:cubicBezTo>
                    <a:pt x="9" y="40"/>
                    <a:pt x="0" y="31"/>
                    <a:pt x="0" y="20"/>
                  </a:cubicBezTo>
                  <a:cubicBezTo>
                    <a:pt x="0" y="9"/>
                    <a:pt x="9" y="0"/>
                    <a:pt x="20" y="0"/>
                  </a:cubicBezTo>
                  <a:cubicBezTo>
                    <a:pt x="33" y="0"/>
                    <a:pt x="40" y="6"/>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9"/>
                    <a:pt x="31" y="4"/>
                    <a:pt x="20" y="4"/>
                  </a:cubicBez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it-IT"/>
            </a:p>
          </p:txBody>
        </p:sp>
        <p:sp>
          <p:nvSpPr>
            <p:cNvPr id="16" name="Freeform 10">
              <a:extLst>
                <a:ext uri="{FF2B5EF4-FFF2-40B4-BE49-F238E27FC236}">
                  <a16:creationId xmlns:a16="http://schemas.microsoft.com/office/drawing/2014/main" id="{FE6D63D0-3347-4EE2-8F65-F1C32168FA2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285750" y="4763"/>
              <a:ext cx="369888" cy="1430338"/>
            </a:xfrm>
            <a:custGeom>
              <a:avLst/>
              <a:gdLst/>
              <a:ahLst/>
              <a:cxnLst/>
              <a:rect l="0" t="0" r="r" b="b"/>
              <a:pathLst>
                <a:path w="233" h="901">
                  <a:moveTo>
                    <a:pt x="221" y="901"/>
                  </a:moveTo>
                  <a:lnTo>
                    <a:pt x="0" y="383"/>
                  </a:lnTo>
                  <a:lnTo>
                    <a:pt x="0" y="0"/>
                  </a:lnTo>
                  <a:lnTo>
                    <a:pt x="18" y="0"/>
                  </a:lnTo>
                  <a:lnTo>
                    <a:pt x="18" y="380"/>
                  </a:lnTo>
                  <a:lnTo>
                    <a:pt x="233" y="895"/>
                  </a:lnTo>
                  <a:lnTo>
                    <a:pt x="221" y="901"/>
                  </a:ln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it-IT"/>
            </a:p>
          </p:txBody>
        </p:sp>
        <p:sp>
          <p:nvSpPr>
            <p:cNvPr id="17" name="Freeform 11">
              <a:extLst>
                <a:ext uri="{FF2B5EF4-FFF2-40B4-BE49-F238E27FC236}">
                  <a16:creationId xmlns:a16="http://schemas.microsoft.com/office/drawing/2014/main" id="{538A46A3-DB16-45D5-B636-03EFE39FE96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546100" y="0"/>
              <a:ext cx="152400" cy="912813"/>
            </a:xfrm>
            <a:custGeom>
              <a:avLst/>
              <a:gdLst/>
              <a:ahLst/>
              <a:cxnLst/>
              <a:rect l="0" t="0" r="r" b="b"/>
              <a:pathLst>
                <a:path w="96" h="575">
                  <a:moveTo>
                    <a:pt x="96" y="575"/>
                  </a:moveTo>
                  <a:lnTo>
                    <a:pt x="78" y="575"/>
                  </a:lnTo>
                  <a:lnTo>
                    <a:pt x="78" y="192"/>
                  </a:lnTo>
                  <a:lnTo>
                    <a:pt x="0" y="6"/>
                  </a:lnTo>
                  <a:lnTo>
                    <a:pt x="15" y="0"/>
                  </a:lnTo>
                  <a:lnTo>
                    <a:pt x="96" y="189"/>
                  </a:lnTo>
                  <a:lnTo>
                    <a:pt x="96" y="575"/>
                  </a:ln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it-IT"/>
            </a:p>
          </p:txBody>
        </p:sp>
        <p:sp>
          <p:nvSpPr>
            <p:cNvPr id="18" name="Freeform 12">
              <a:extLst>
                <a:ext uri="{FF2B5EF4-FFF2-40B4-BE49-F238E27FC236}">
                  <a16:creationId xmlns:a16="http://schemas.microsoft.com/office/drawing/2014/main" id="{0B8A2B0E-823F-4BE8-9359-45143BB1248E}"/>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588962" y="1420813"/>
              <a:ext cx="190500" cy="190500"/>
            </a:xfrm>
            <a:custGeom>
              <a:avLst/>
              <a:gdLst/>
              <a:ahLst/>
              <a:cxnLst/>
              <a:rect l="0" t="0" r="r" b="b"/>
              <a:pathLst>
                <a:path w="40" h="40">
                  <a:moveTo>
                    <a:pt x="20" y="40"/>
                  </a:moveTo>
                  <a:cubicBezTo>
                    <a:pt x="9" y="40"/>
                    <a:pt x="0" y="31"/>
                    <a:pt x="0" y="20"/>
                  </a:cubicBezTo>
                  <a:cubicBezTo>
                    <a:pt x="0" y="9"/>
                    <a:pt x="9" y="0"/>
                    <a:pt x="20" y="0"/>
                  </a:cubicBezTo>
                  <a:cubicBezTo>
                    <a:pt x="33" y="0"/>
                    <a:pt x="40" y="7"/>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9"/>
                    <a:pt x="31" y="4"/>
                    <a:pt x="20" y="4"/>
                  </a:cubicBez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it-IT"/>
            </a:p>
          </p:txBody>
        </p:sp>
        <p:sp>
          <p:nvSpPr>
            <p:cNvPr id="19" name="Freeform 13">
              <a:extLst>
                <a:ext uri="{FF2B5EF4-FFF2-40B4-BE49-F238E27FC236}">
                  <a16:creationId xmlns:a16="http://schemas.microsoft.com/office/drawing/2014/main" id="{44516B3C-A8BE-46FC-B643-3DFEB7F28386}"/>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588962" y="9032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it-IT"/>
            </a:p>
          </p:txBody>
        </p:sp>
        <p:sp>
          <p:nvSpPr>
            <p:cNvPr id="20" name="Freeform 14">
              <a:extLst>
                <a:ext uri="{FF2B5EF4-FFF2-40B4-BE49-F238E27FC236}">
                  <a16:creationId xmlns:a16="http://schemas.microsoft.com/office/drawing/2014/main" id="{59FD699C-3920-4E57-BE27-165A3F036C2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641350" y="0"/>
              <a:ext cx="422275" cy="527050"/>
            </a:xfrm>
            <a:custGeom>
              <a:avLst/>
              <a:gdLst/>
              <a:ahLst/>
              <a:cxnLst/>
              <a:rect l="0" t="0" r="r" b="b"/>
              <a:pathLst>
                <a:path w="266" h="332">
                  <a:moveTo>
                    <a:pt x="257" y="332"/>
                  </a:moveTo>
                  <a:lnTo>
                    <a:pt x="48" y="123"/>
                  </a:lnTo>
                  <a:lnTo>
                    <a:pt x="0" y="6"/>
                  </a:lnTo>
                  <a:lnTo>
                    <a:pt x="15" y="0"/>
                  </a:lnTo>
                  <a:lnTo>
                    <a:pt x="63" y="114"/>
                  </a:lnTo>
                  <a:lnTo>
                    <a:pt x="266" y="320"/>
                  </a:lnTo>
                  <a:lnTo>
                    <a:pt x="257" y="332"/>
                  </a:ln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it-IT"/>
            </a:p>
          </p:txBody>
        </p:sp>
        <p:sp>
          <p:nvSpPr>
            <p:cNvPr id="21" name="Freeform 15">
              <a:extLst>
                <a:ext uri="{FF2B5EF4-FFF2-40B4-BE49-F238E27FC236}">
                  <a16:creationId xmlns:a16="http://schemas.microsoft.com/office/drawing/2014/main" id="{0FB0C02E-3F53-4889-8ADF-80DBC43F693C}"/>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1020762" y="488950"/>
              <a:ext cx="161925" cy="147638"/>
            </a:xfrm>
            <a:custGeom>
              <a:avLst/>
              <a:gdLst/>
              <a:ahLst/>
              <a:cxnLst/>
              <a:rect l="0" t="0" r="r" b="b"/>
              <a:pathLst>
                <a:path w="34" h="31">
                  <a:moveTo>
                    <a:pt x="17" y="31"/>
                  </a:moveTo>
                  <a:cubicBezTo>
                    <a:pt x="13" y="31"/>
                    <a:pt x="9" y="30"/>
                    <a:pt x="6" y="27"/>
                  </a:cubicBezTo>
                  <a:cubicBezTo>
                    <a:pt x="0" y="20"/>
                    <a:pt x="0" y="10"/>
                    <a:pt x="6" y="4"/>
                  </a:cubicBezTo>
                  <a:cubicBezTo>
                    <a:pt x="9" y="1"/>
                    <a:pt x="13" y="0"/>
                    <a:pt x="17" y="0"/>
                  </a:cubicBezTo>
                  <a:cubicBezTo>
                    <a:pt x="21" y="0"/>
                    <a:pt x="25" y="1"/>
                    <a:pt x="28" y="4"/>
                  </a:cubicBezTo>
                  <a:cubicBezTo>
                    <a:pt x="34" y="10"/>
                    <a:pt x="34" y="20"/>
                    <a:pt x="28" y="27"/>
                  </a:cubicBezTo>
                  <a:cubicBezTo>
                    <a:pt x="25" y="30"/>
                    <a:pt x="21" y="31"/>
                    <a:pt x="17" y="31"/>
                  </a:cubicBezTo>
                  <a:close/>
                  <a:moveTo>
                    <a:pt x="17" y="4"/>
                  </a:moveTo>
                  <a:cubicBezTo>
                    <a:pt x="14" y="4"/>
                    <a:pt x="11" y="5"/>
                    <a:pt x="9" y="7"/>
                  </a:cubicBezTo>
                  <a:cubicBezTo>
                    <a:pt x="4" y="12"/>
                    <a:pt x="4" y="19"/>
                    <a:pt x="9" y="24"/>
                  </a:cubicBezTo>
                  <a:cubicBezTo>
                    <a:pt x="11" y="26"/>
                    <a:pt x="14" y="27"/>
                    <a:pt x="17" y="27"/>
                  </a:cubicBezTo>
                  <a:cubicBezTo>
                    <a:pt x="20" y="27"/>
                    <a:pt x="23" y="26"/>
                    <a:pt x="25" y="24"/>
                  </a:cubicBezTo>
                  <a:cubicBezTo>
                    <a:pt x="30" y="19"/>
                    <a:pt x="30" y="12"/>
                    <a:pt x="25" y="7"/>
                  </a:cubicBezTo>
                  <a:cubicBezTo>
                    <a:pt x="23" y="5"/>
                    <a:pt x="20" y="4"/>
                    <a:pt x="17" y="4"/>
                  </a:cubicBez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it-IT"/>
            </a:p>
          </p:txBody>
        </p:sp>
        <p:sp>
          <p:nvSpPr>
            <p:cNvPr id="22" name="Line 16">
              <a:extLst>
                <a:ext uri="{FF2B5EF4-FFF2-40B4-BE49-F238E27FC236}">
                  <a16:creationId xmlns:a16="http://schemas.microsoft.com/office/drawing/2014/main" id="{F8A0C89C-946F-4BCD-8A27-BB73E37FE525}"/>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a:off x="-4763" y="9525"/>
              <a:ext cx="0" cy="0"/>
            </a:xfrm>
            <a:prstGeom prst="line">
              <a:avLst/>
            </a:prstGeom>
            <a:grpFill/>
            <a:ln w="15" cap="flat">
              <a:solidFill>
                <a:srgbClr val="FFFFFF"/>
              </a:solidFill>
              <a:prstDash val="solid"/>
              <a:miter lim="800000"/>
              <a:headEnd/>
              <a:tailEnd/>
            </a:ln>
          </p:spPr>
          <p:txBody>
            <a:bodyPr/>
            <a:lstStyle/>
            <a:p>
              <a:endParaRPr lang="it-IT"/>
            </a:p>
          </p:txBody>
        </p:sp>
        <p:sp>
          <p:nvSpPr>
            <p:cNvPr id="23" name="Freeform 17">
              <a:extLst>
                <a:ext uri="{FF2B5EF4-FFF2-40B4-BE49-F238E27FC236}">
                  <a16:creationId xmlns:a16="http://schemas.microsoft.com/office/drawing/2014/main" id="{70C83EAF-4E92-4849-A240-B257871DC03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9525" y="1801813"/>
              <a:ext cx="123825" cy="127000"/>
            </a:xfrm>
            <a:custGeom>
              <a:avLst/>
              <a:gdLst/>
              <a:ahLst/>
              <a:cxnLst/>
              <a:rect l="0" t="0" r="r" b="b"/>
              <a:pathLst>
                <a:path w="78" h="80">
                  <a:moveTo>
                    <a:pt x="6" y="80"/>
                  </a:moveTo>
                  <a:lnTo>
                    <a:pt x="0" y="71"/>
                  </a:lnTo>
                  <a:lnTo>
                    <a:pt x="69" y="0"/>
                  </a:lnTo>
                  <a:lnTo>
                    <a:pt x="78" y="9"/>
                  </a:lnTo>
                  <a:lnTo>
                    <a:pt x="6" y="80"/>
                  </a:ln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it-IT"/>
            </a:p>
          </p:txBody>
        </p:sp>
        <p:sp>
          <p:nvSpPr>
            <p:cNvPr id="24" name="Freeform 18">
              <a:extLst>
                <a:ext uri="{FF2B5EF4-FFF2-40B4-BE49-F238E27FC236}">
                  <a16:creationId xmlns:a16="http://schemas.microsoft.com/office/drawing/2014/main" id="{320FD164-4D7A-469C-B3F4-B926BFACF53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9525" y="3549650"/>
              <a:ext cx="147638" cy="481013"/>
            </a:xfrm>
            <a:custGeom>
              <a:avLst/>
              <a:gdLst/>
              <a:ahLst/>
              <a:cxnLst/>
              <a:rect l="0" t="0" r="r" b="b"/>
              <a:pathLst>
                <a:path w="93" h="303">
                  <a:moveTo>
                    <a:pt x="93" y="303"/>
                  </a:moveTo>
                  <a:lnTo>
                    <a:pt x="78" y="303"/>
                  </a:lnTo>
                  <a:lnTo>
                    <a:pt x="78" y="78"/>
                  </a:lnTo>
                  <a:lnTo>
                    <a:pt x="0" y="12"/>
                  </a:lnTo>
                  <a:lnTo>
                    <a:pt x="12" y="0"/>
                  </a:lnTo>
                  <a:lnTo>
                    <a:pt x="93" y="69"/>
                  </a:lnTo>
                  <a:lnTo>
                    <a:pt x="93" y="303"/>
                  </a:ln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it-IT"/>
            </a:p>
          </p:txBody>
        </p:sp>
        <p:sp>
          <p:nvSpPr>
            <p:cNvPr id="25" name="Freeform 19">
              <a:extLst>
                <a:ext uri="{FF2B5EF4-FFF2-40B4-BE49-F238E27FC236}">
                  <a16:creationId xmlns:a16="http://schemas.microsoft.com/office/drawing/2014/main" id="{F6E14D9A-4E63-48FF-95C5-9E8DDFF86C4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28587" y="1382713"/>
              <a:ext cx="142875" cy="476250"/>
            </a:xfrm>
            <a:custGeom>
              <a:avLst/>
              <a:gdLst/>
              <a:ahLst/>
              <a:cxnLst/>
              <a:rect l="0" t="0" r="r" b="b"/>
              <a:pathLst>
                <a:path w="90" h="300">
                  <a:moveTo>
                    <a:pt x="90" y="300"/>
                  </a:moveTo>
                  <a:lnTo>
                    <a:pt x="78" y="300"/>
                  </a:lnTo>
                  <a:lnTo>
                    <a:pt x="78" y="84"/>
                  </a:lnTo>
                  <a:lnTo>
                    <a:pt x="0" y="9"/>
                  </a:lnTo>
                  <a:lnTo>
                    <a:pt x="9" y="0"/>
                  </a:lnTo>
                  <a:lnTo>
                    <a:pt x="90" y="81"/>
                  </a:lnTo>
                  <a:lnTo>
                    <a:pt x="90" y="300"/>
                  </a:ln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it-IT"/>
            </a:p>
          </p:txBody>
        </p:sp>
        <p:sp>
          <p:nvSpPr>
            <p:cNvPr id="26" name="Freeform 20">
              <a:extLst>
                <a:ext uri="{FF2B5EF4-FFF2-40B4-BE49-F238E27FC236}">
                  <a16:creationId xmlns:a16="http://schemas.microsoft.com/office/drawing/2014/main" id="{F3DCD24F-3CA8-4404-B22C-E4C928995F3B}"/>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204787" y="1849438"/>
              <a:ext cx="114300" cy="107950"/>
            </a:xfrm>
            <a:custGeom>
              <a:avLst/>
              <a:gdLst/>
              <a:ahLst/>
              <a:cxnLst/>
              <a:rect l="0" t="0" r="r" b="b"/>
              <a:pathLst>
                <a:path w="24" h="23">
                  <a:moveTo>
                    <a:pt x="12" y="23"/>
                  </a:moveTo>
                  <a:cubicBezTo>
                    <a:pt x="6" y="23"/>
                    <a:pt x="0" y="18"/>
                    <a:pt x="0" y="12"/>
                  </a:cubicBezTo>
                  <a:cubicBezTo>
                    <a:pt x="0" y="5"/>
                    <a:pt x="6" y="0"/>
                    <a:pt x="12" y="0"/>
                  </a:cubicBezTo>
                  <a:cubicBezTo>
                    <a:pt x="18" y="0"/>
                    <a:pt x="24" y="5"/>
                    <a:pt x="24" y="12"/>
                  </a:cubicBezTo>
                  <a:cubicBezTo>
                    <a:pt x="24" y="18"/>
                    <a:pt x="18" y="23"/>
                    <a:pt x="12" y="23"/>
                  </a:cubicBezTo>
                  <a:close/>
                  <a:moveTo>
                    <a:pt x="12" y="4"/>
                  </a:moveTo>
                  <a:cubicBezTo>
                    <a:pt x="8" y="4"/>
                    <a:pt x="4" y="8"/>
                    <a:pt x="4" y="12"/>
                  </a:cubicBezTo>
                  <a:cubicBezTo>
                    <a:pt x="4" y="16"/>
                    <a:pt x="8" y="19"/>
                    <a:pt x="12" y="19"/>
                  </a:cubicBezTo>
                  <a:cubicBezTo>
                    <a:pt x="16" y="19"/>
                    <a:pt x="20" y="16"/>
                    <a:pt x="20" y="12"/>
                  </a:cubicBezTo>
                  <a:cubicBezTo>
                    <a:pt x="20" y="8"/>
                    <a:pt x="16" y="4"/>
                    <a:pt x="12" y="4"/>
                  </a:cubicBez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it-IT"/>
            </a:p>
          </p:txBody>
        </p:sp>
        <p:sp>
          <p:nvSpPr>
            <p:cNvPr id="27" name="Rectangle 21">
              <a:extLst>
                <a:ext uri="{FF2B5EF4-FFF2-40B4-BE49-F238E27FC236}">
                  <a16:creationId xmlns:a16="http://schemas.microsoft.com/office/drawing/2014/main" id="{8AD2E827-32A3-4BE4-9CC6-8315629177AE}"/>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33350" y="4662488"/>
              <a:ext cx="23813" cy="2181225"/>
            </a:xfrm>
            <a:prstGeom prst="rect">
              <a:avLst/>
            </a:pr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miter lim="800000"/>
                  <a:headEnd/>
                  <a:tailEnd/>
                </a14:hiddenLine>
              </a:ext>
            </a:extLst>
          </p:spPr>
          <p:txBody>
            <a:bodyPr/>
            <a:lstStyle/>
            <a:p>
              <a:endParaRPr lang="it-IT"/>
            </a:p>
          </p:txBody>
        </p:sp>
        <p:sp>
          <p:nvSpPr>
            <p:cNvPr id="28" name="Freeform 22">
              <a:extLst>
                <a:ext uri="{FF2B5EF4-FFF2-40B4-BE49-F238E27FC236}">
                  <a16:creationId xmlns:a16="http://schemas.microsoft.com/office/drawing/2014/main" id="{47FB2CCC-1230-494F-B2D1-F05E5B8EDF5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223837" y="5041900"/>
              <a:ext cx="369888" cy="1801813"/>
            </a:xfrm>
            <a:custGeom>
              <a:avLst/>
              <a:gdLst/>
              <a:ahLst/>
              <a:cxnLst/>
              <a:rect l="0" t="0" r="r" b="b"/>
              <a:pathLst>
                <a:path w="233" h="1135">
                  <a:moveTo>
                    <a:pt x="15" y="1135"/>
                  </a:moveTo>
                  <a:lnTo>
                    <a:pt x="0" y="1135"/>
                  </a:lnTo>
                  <a:lnTo>
                    <a:pt x="0" y="515"/>
                  </a:lnTo>
                  <a:lnTo>
                    <a:pt x="0" y="512"/>
                  </a:lnTo>
                  <a:lnTo>
                    <a:pt x="218" y="0"/>
                  </a:lnTo>
                  <a:lnTo>
                    <a:pt x="233" y="6"/>
                  </a:lnTo>
                  <a:lnTo>
                    <a:pt x="15" y="518"/>
                  </a:lnTo>
                  <a:lnTo>
                    <a:pt x="15" y="1135"/>
                  </a:ln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it-IT"/>
            </a:p>
          </p:txBody>
        </p:sp>
        <p:sp>
          <p:nvSpPr>
            <p:cNvPr id="29" name="Freeform 23">
              <a:extLst>
                <a:ext uri="{FF2B5EF4-FFF2-40B4-BE49-F238E27FC236}">
                  <a16:creationId xmlns:a16="http://schemas.microsoft.com/office/drawing/2014/main" id="{A5F44514-9274-47E3-9243-CA9356C166B5}"/>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52387" y="44815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it-IT"/>
            </a:p>
          </p:txBody>
        </p:sp>
        <p:sp>
          <p:nvSpPr>
            <p:cNvPr id="30" name="Freeform 24">
              <a:extLst>
                <a:ext uri="{FF2B5EF4-FFF2-40B4-BE49-F238E27FC236}">
                  <a16:creationId xmlns:a16="http://schemas.microsoft.com/office/drawing/2014/main" id="{D06192CD-AD86-4DCA-8B53-4ACCA46583A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4288" y="5627688"/>
              <a:ext cx="85725" cy="1216025"/>
            </a:xfrm>
            <a:custGeom>
              <a:avLst/>
              <a:gdLst/>
              <a:ahLst/>
              <a:cxnLst/>
              <a:rect l="0" t="0" r="r" b="b"/>
              <a:pathLst>
                <a:path w="54" h="766">
                  <a:moveTo>
                    <a:pt x="54" y="766"/>
                  </a:moveTo>
                  <a:lnTo>
                    <a:pt x="36" y="766"/>
                  </a:lnTo>
                  <a:lnTo>
                    <a:pt x="36" y="149"/>
                  </a:lnTo>
                  <a:lnTo>
                    <a:pt x="0" y="3"/>
                  </a:lnTo>
                  <a:lnTo>
                    <a:pt x="18" y="0"/>
                  </a:lnTo>
                  <a:lnTo>
                    <a:pt x="54" y="146"/>
                  </a:lnTo>
                  <a:lnTo>
                    <a:pt x="54" y="766"/>
                  </a:ln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it-IT"/>
            </a:p>
          </p:txBody>
        </p:sp>
        <p:sp>
          <p:nvSpPr>
            <p:cNvPr id="31" name="Freeform 25">
              <a:extLst>
                <a:ext uri="{FF2B5EF4-FFF2-40B4-BE49-F238E27FC236}">
                  <a16:creationId xmlns:a16="http://schemas.microsoft.com/office/drawing/2014/main" id="{99E9203A-21E4-46D8-981A-4B28CA320A69}"/>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527050" y="4867275"/>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it-IT"/>
            </a:p>
          </p:txBody>
        </p:sp>
        <p:sp>
          <p:nvSpPr>
            <p:cNvPr id="32" name="Freeform 26">
              <a:extLst>
                <a:ext uri="{FF2B5EF4-FFF2-40B4-BE49-F238E27FC236}">
                  <a16:creationId xmlns:a16="http://schemas.microsoft.com/office/drawing/2014/main" id="{32FCE9B6-FB52-4045-8DCC-E5959B9A403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309562" y="5422900"/>
              <a:ext cx="374650" cy="1425575"/>
            </a:xfrm>
            <a:custGeom>
              <a:avLst/>
              <a:gdLst/>
              <a:ahLst/>
              <a:cxnLst/>
              <a:rect l="0" t="0" r="r" b="b"/>
              <a:pathLst>
                <a:path w="236" h="898">
                  <a:moveTo>
                    <a:pt x="18" y="898"/>
                  </a:moveTo>
                  <a:lnTo>
                    <a:pt x="0" y="898"/>
                  </a:lnTo>
                  <a:lnTo>
                    <a:pt x="0" y="515"/>
                  </a:lnTo>
                  <a:lnTo>
                    <a:pt x="3" y="512"/>
                  </a:lnTo>
                  <a:lnTo>
                    <a:pt x="221" y="0"/>
                  </a:lnTo>
                  <a:lnTo>
                    <a:pt x="236" y="6"/>
                  </a:lnTo>
                  <a:lnTo>
                    <a:pt x="18" y="518"/>
                  </a:lnTo>
                  <a:lnTo>
                    <a:pt x="18" y="898"/>
                  </a:ln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it-IT"/>
            </a:p>
          </p:txBody>
        </p:sp>
        <p:sp>
          <p:nvSpPr>
            <p:cNvPr id="33" name="Freeform 27">
              <a:extLst>
                <a:ext uri="{FF2B5EF4-FFF2-40B4-BE49-F238E27FC236}">
                  <a16:creationId xmlns:a16="http://schemas.microsoft.com/office/drawing/2014/main" id="{E4A7025C-CDE8-429A-BBB9-E7380C96238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569912" y="5945188"/>
              <a:ext cx="152400" cy="912813"/>
            </a:xfrm>
            <a:custGeom>
              <a:avLst/>
              <a:gdLst/>
              <a:ahLst/>
              <a:cxnLst/>
              <a:rect l="0" t="0" r="r" b="b"/>
              <a:pathLst>
                <a:path w="96" h="575">
                  <a:moveTo>
                    <a:pt x="15" y="575"/>
                  </a:moveTo>
                  <a:lnTo>
                    <a:pt x="0" y="569"/>
                  </a:lnTo>
                  <a:lnTo>
                    <a:pt x="81" y="383"/>
                  </a:lnTo>
                  <a:lnTo>
                    <a:pt x="81" y="0"/>
                  </a:lnTo>
                  <a:lnTo>
                    <a:pt x="96" y="0"/>
                  </a:lnTo>
                  <a:lnTo>
                    <a:pt x="96" y="386"/>
                  </a:lnTo>
                  <a:lnTo>
                    <a:pt x="15" y="575"/>
                  </a:ln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it-IT"/>
            </a:p>
          </p:txBody>
        </p:sp>
        <p:sp>
          <p:nvSpPr>
            <p:cNvPr id="34" name="Freeform 28">
              <a:extLst>
                <a:ext uri="{FF2B5EF4-FFF2-40B4-BE49-F238E27FC236}">
                  <a16:creationId xmlns:a16="http://schemas.microsoft.com/office/drawing/2014/main" id="{A4EA0256-5DF5-437A-98A7-B79F3E6BB89A}"/>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612775" y="52466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it-IT"/>
            </a:p>
          </p:txBody>
        </p:sp>
        <p:sp>
          <p:nvSpPr>
            <p:cNvPr id="35" name="Freeform 29">
              <a:extLst>
                <a:ext uri="{FF2B5EF4-FFF2-40B4-BE49-F238E27FC236}">
                  <a16:creationId xmlns:a16="http://schemas.microsoft.com/office/drawing/2014/main" id="{90C9433D-9E1C-493B-BEBD-C3081FFA328F}"/>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612775" y="57642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it-IT"/>
            </a:p>
          </p:txBody>
        </p:sp>
        <p:sp>
          <p:nvSpPr>
            <p:cNvPr id="36" name="Freeform 30">
              <a:extLst>
                <a:ext uri="{FF2B5EF4-FFF2-40B4-BE49-F238E27FC236}">
                  <a16:creationId xmlns:a16="http://schemas.microsoft.com/office/drawing/2014/main" id="{352B39BB-F298-4285-A709-1FBA0CB722C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669925" y="6330950"/>
              <a:ext cx="417513" cy="517525"/>
            </a:xfrm>
            <a:custGeom>
              <a:avLst/>
              <a:gdLst/>
              <a:ahLst/>
              <a:cxnLst/>
              <a:rect l="0" t="0" r="r" b="b"/>
              <a:pathLst>
                <a:path w="263" h="326">
                  <a:moveTo>
                    <a:pt x="15" y="326"/>
                  </a:moveTo>
                  <a:lnTo>
                    <a:pt x="0" y="320"/>
                  </a:lnTo>
                  <a:lnTo>
                    <a:pt x="45" y="206"/>
                  </a:lnTo>
                  <a:lnTo>
                    <a:pt x="48" y="206"/>
                  </a:lnTo>
                  <a:lnTo>
                    <a:pt x="254" y="0"/>
                  </a:lnTo>
                  <a:lnTo>
                    <a:pt x="263" y="12"/>
                  </a:lnTo>
                  <a:lnTo>
                    <a:pt x="60" y="215"/>
                  </a:lnTo>
                  <a:lnTo>
                    <a:pt x="15" y="326"/>
                  </a:ln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it-IT"/>
            </a:p>
          </p:txBody>
        </p:sp>
        <p:sp>
          <p:nvSpPr>
            <p:cNvPr id="37" name="Freeform 31">
              <a:extLst>
                <a:ext uri="{FF2B5EF4-FFF2-40B4-BE49-F238E27FC236}">
                  <a16:creationId xmlns:a16="http://schemas.microsoft.com/office/drawing/2014/main" id="{31CAF2A0-CBA0-4E86-AA87-8750EC1AFB2E}"/>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1049337" y="6221413"/>
              <a:ext cx="157163" cy="147638"/>
            </a:xfrm>
            <a:custGeom>
              <a:avLst/>
              <a:gdLst/>
              <a:ahLst/>
              <a:cxnLst/>
              <a:rect l="0" t="0" r="r" b="b"/>
              <a:pathLst>
                <a:path w="33" h="31">
                  <a:moveTo>
                    <a:pt x="16" y="31"/>
                  </a:moveTo>
                  <a:cubicBezTo>
                    <a:pt x="12" y="31"/>
                    <a:pt x="8" y="29"/>
                    <a:pt x="5" y="26"/>
                  </a:cubicBezTo>
                  <a:cubicBezTo>
                    <a:pt x="2" y="24"/>
                    <a:pt x="0" y="20"/>
                    <a:pt x="0" y="15"/>
                  </a:cubicBezTo>
                  <a:cubicBezTo>
                    <a:pt x="0" y="11"/>
                    <a:pt x="2" y="7"/>
                    <a:pt x="5" y="4"/>
                  </a:cubicBezTo>
                  <a:cubicBezTo>
                    <a:pt x="8" y="1"/>
                    <a:pt x="12" y="0"/>
                    <a:pt x="16" y="0"/>
                  </a:cubicBezTo>
                  <a:cubicBezTo>
                    <a:pt x="20" y="0"/>
                    <a:pt x="24" y="1"/>
                    <a:pt x="27" y="4"/>
                  </a:cubicBezTo>
                  <a:cubicBezTo>
                    <a:pt x="33" y="10"/>
                    <a:pt x="33" y="20"/>
                    <a:pt x="27" y="26"/>
                  </a:cubicBezTo>
                  <a:cubicBezTo>
                    <a:pt x="24" y="29"/>
                    <a:pt x="20" y="31"/>
                    <a:pt x="16" y="31"/>
                  </a:cubicBezTo>
                  <a:close/>
                  <a:moveTo>
                    <a:pt x="16" y="4"/>
                  </a:moveTo>
                  <a:cubicBezTo>
                    <a:pt x="13" y="4"/>
                    <a:pt x="10" y="5"/>
                    <a:pt x="8" y="7"/>
                  </a:cubicBezTo>
                  <a:cubicBezTo>
                    <a:pt x="6" y="9"/>
                    <a:pt x="4" y="12"/>
                    <a:pt x="4" y="15"/>
                  </a:cubicBezTo>
                  <a:cubicBezTo>
                    <a:pt x="4" y="19"/>
                    <a:pt x="6" y="21"/>
                    <a:pt x="8" y="24"/>
                  </a:cubicBezTo>
                  <a:cubicBezTo>
                    <a:pt x="10" y="26"/>
                    <a:pt x="13" y="27"/>
                    <a:pt x="16" y="27"/>
                  </a:cubicBezTo>
                  <a:cubicBezTo>
                    <a:pt x="19" y="27"/>
                    <a:pt x="22" y="26"/>
                    <a:pt x="24" y="24"/>
                  </a:cubicBezTo>
                  <a:cubicBezTo>
                    <a:pt x="29" y="19"/>
                    <a:pt x="29" y="12"/>
                    <a:pt x="24" y="7"/>
                  </a:cubicBezTo>
                  <a:cubicBezTo>
                    <a:pt x="22" y="5"/>
                    <a:pt x="19" y="4"/>
                    <a:pt x="16" y="4"/>
                  </a:cubicBez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it-IT"/>
            </a:p>
          </p:txBody>
        </p:sp>
      </p:grpSp>
      <p:sp>
        <p:nvSpPr>
          <p:cNvPr id="2" name="Titolo 1">
            <a:extLst>
              <a:ext uri="{FF2B5EF4-FFF2-40B4-BE49-F238E27FC236}">
                <a16:creationId xmlns:a16="http://schemas.microsoft.com/office/drawing/2014/main" id="{C5CDE8B4-FB85-7EB4-6460-A6DC6877A495}"/>
              </a:ext>
            </a:extLst>
          </p:cNvPr>
          <p:cNvSpPr>
            <a:spLocks noGrp="1"/>
          </p:cNvSpPr>
          <p:nvPr>
            <p:ph type="title"/>
          </p:nvPr>
        </p:nvSpPr>
        <p:spPr>
          <a:xfrm>
            <a:off x="1019015" y="1093787"/>
            <a:ext cx="3059969" cy="4697413"/>
          </a:xfrm>
        </p:spPr>
        <p:txBody>
          <a:bodyPr>
            <a:normAutofit/>
          </a:bodyPr>
          <a:lstStyle/>
          <a:p>
            <a:r>
              <a:rPr lang="it-IT" dirty="0" err="1"/>
              <a:t>Reward</a:t>
            </a:r>
            <a:r>
              <a:rPr lang="it-IT" dirty="0"/>
              <a:t> </a:t>
            </a:r>
            <a:r>
              <a:rPr lang="it-IT" dirty="0" err="1"/>
              <a:t>structure</a:t>
            </a:r>
            <a:r>
              <a:rPr lang="it-IT" dirty="0"/>
              <a:t> and curriculum</a:t>
            </a:r>
          </a:p>
        </p:txBody>
      </p:sp>
      <p:sp useBgFill="1">
        <p:nvSpPr>
          <p:cNvPr id="39" name="Round Diagonal Corner Rectangle 7">
            <a:extLst>
              <a:ext uri="{FF2B5EF4-FFF2-40B4-BE49-F238E27FC236}">
                <a16:creationId xmlns:a16="http://schemas.microsoft.com/office/drawing/2014/main" id="{7D1C411D-0818-4640-8657-2AF78250C80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625084" y="0"/>
            <a:ext cx="7566916" cy="6848476"/>
          </a:xfrm>
          <a:prstGeom prst="round2DiagRect">
            <a:avLst>
              <a:gd name="adj1" fmla="val 0"/>
              <a:gd name="adj2" fmla="val 0"/>
            </a:avLst>
          </a:prstGeom>
          <a:ln w="19050" cap="sq">
            <a:noFill/>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 name="Segnaposto contenuto 2">
            <a:extLst>
              <a:ext uri="{FF2B5EF4-FFF2-40B4-BE49-F238E27FC236}">
                <a16:creationId xmlns:a16="http://schemas.microsoft.com/office/drawing/2014/main" id="{4FE48175-44D0-64B3-A504-4925663E7AB8}"/>
              </a:ext>
            </a:extLst>
          </p:cNvPr>
          <p:cNvSpPr>
            <a:spLocks noGrp="1"/>
          </p:cNvSpPr>
          <p:nvPr>
            <p:ph idx="1"/>
          </p:nvPr>
        </p:nvSpPr>
        <p:spPr>
          <a:xfrm>
            <a:off x="4940836" y="1075531"/>
            <a:ext cx="7094001" cy="4697413"/>
          </a:xfrm>
        </p:spPr>
        <p:txBody>
          <a:bodyPr>
            <a:normAutofit fontScale="92500"/>
          </a:bodyPr>
          <a:lstStyle/>
          <a:p>
            <a:pPr marL="0" indent="0">
              <a:buNone/>
            </a:pPr>
            <a:r>
              <a:rPr lang="it-IT" dirty="0">
                <a:latin typeface="Calibri Light" panose="020F0302020204030204" pitchFamily="34" charset="0"/>
                <a:ea typeface="Calibri Light" panose="020F0302020204030204" pitchFamily="34" charset="0"/>
                <a:cs typeface="Calibri Light" panose="020F0302020204030204" pitchFamily="34" charset="0"/>
              </a:rPr>
              <a:t>We aim to use a more sparse reward scheme, specifically want to use goal sampling curriculum, meaning that we start from a simple objective (e.g. pass the first line of walls) and build up to a more complex one (reach the coordinates on the other side of the arena) and balance this with an exploration bonus; to optimize the maze navigation time and smoothness we also plan to implement factorized rewards (collision avoidance, time to target).</a:t>
            </a:r>
          </a:p>
          <a:p>
            <a:pPr marL="0" indent="0">
              <a:buNone/>
            </a:pPr>
            <a:r>
              <a:rPr lang="it-IT" dirty="0">
                <a:latin typeface="Calibri Light" panose="020F0302020204030204" pitchFamily="34" charset="0"/>
                <a:ea typeface="Calibri Light" panose="020F0302020204030204" pitchFamily="34" charset="0"/>
                <a:cs typeface="Calibri Light" panose="020F0302020204030204" pitchFamily="34" charset="0"/>
              </a:rPr>
              <a:t>We want the robot to perform the maze navigation precisely and, with limited outside information, the exploration bonus could provides adaptability to different types of mazes.</a:t>
            </a:r>
          </a:p>
        </p:txBody>
      </p:sp>
    </p:spTree>
    <p:extLst>
      <p:ext uri="{BB962C8B-B14F-4D97-AF65-F5344CB8AC3E}">
        <p14:creationId xmlns:p14="http://schemas.microsoft.com/office/powerpoint/2010/main" val="81635184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6BFC9644-673A-459F-B3C5-9310A4E50E3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bg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0" name="Group 9">
            <a:extLst>
              <a:ext uri="{FF2B5EF4-FFF2-40B4-BE49-F238E27FC236}">
                <a16:creationId xmlns:a16="http://schemas.microsoft.com/office/drawing/2014/main" id="{4ADB9295-9645-4BF2-ADFD-75800B7FAD06}"/>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4288" y="0"/>
            <a:ext cx="1220788" cy="6858001"/>
            <a:chOff x="-14288" y="0"/>
            <a:chExt cx="1220788" cy="6858001"/>
          </a:xfrm>
          <a:solidFill>
            <a:schemeClr val="bg2">
              <a:lumMod val="60000"/>
              <a:lumOff val="40000"/>
              <a:alpha val="60000"/>
            </a:schemeClr>
          </a:solidFill>
        </p:grpSpPr>
        <p:sp>
          <p:nvSpPr>
            <p:cNvPr id="11" name="Rectangle 5">
              <a:extLst>
                <a:ext uri="{FF2B5EF4-FFF2-40B4-BE49-F238E27FC236}">
                  <a16:creationId xmlns:a16="http://schemas.microsoft.com/office/drawing/2014/main" id="{95B061E9-E435-4E1B-B160-96584A116691}"/>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4300" y="4763"/>
              <a:ext cx="23813" cy="2181225"/>
            </a:xfrm>
            <a:prstGeom prst="rect">
              <a:avLst/>
            </a:pr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miter lim="800000"/>
                  <a:headEnd/>
                  <a:tailEnd/>
                </a14:hiddenLine>
              </a:ext>
            </a:extLst>
          </p:spPr>
          <p:txBody>
            <a:bodyPr/>
            <a:lstStyle/>
            <a:p>
              <a:endParaRPr lang="it-IT"/>
            </a:p>
          </p:txBody>
        </p:sp>
        <p:sp>
          <p:nvSpPr>
            <p:cNvPr id="12" name="Freeform 6">
              <a:extLst>
                <a:ext uri="{FF2B5EF4-FFF2-40B4-BE49-F238E27FC236}">
                  <a16:creationId xmlns:a16="http://schemas.microsoft.com/office/drawing/2014/main" id="{3CD7972E-7D38-40EE-A80B-E2A848811EDD}"/>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33337" y="217646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it-IT"/>
            </a:p>
          </p:txBody>
        </p:sp>
        <p:sp>
          <p:nvSpPr>
            <p:cNvPr id="13" name="Freeform 7">
              <a:extLst>
                <a:ext uri="{FF2B5EF4-FFF2-40B4-BE49-F238E27FC236}">
                  <a16:creationId xmlns:a16="http://schemas.microsoft.com/office/drawing/2014/main" id="{524A3B55-746F-419F-8CFF-5F3A4BE14345}"/>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28575" y="4021138"/>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it-IT"/>
            </a:p>
          </p:txBody>
        </p:sp>
        <p:sp>
          <p:nvSpPr>
            <p:cNvPr id="14" name="Freeform 8">
              <a:extLst>
                <a:ext uri="{FF2B5EF4-FFF2-40B4-BE49-F238E27FC236}">
                  <a16:creationId xmlns:a16="http://schemas.microsoft.com/office/drawing/2014/main" id="{9C63219B-AD72-4494-935E-F5C70DB5497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200025" y="4763"/>
              <a:ext cx="369888" cy="1811338"/>
            </a:xfrm>
            <a:custGeom>
              <a:avLst/>
              <a:gdLst/>
              <a:ahLst/>
              <a:cxnLst/>
              <a:rect l="0" t="0" r="r" b="b"/>
              <a:pathLst>
                <a:path w="233" h="1141">
                  <a:moveTo>
                    <a:pt x="218" y="1141"/>
                  </a:moveTo>
                  <a:lnTo>
                    <a:pt x="0" y="626"/>
                  </a:lnTo>
                  <a:lnTo>
                    <a:pt x="0" y="0"/>
                  </a:lnTo>
                  <a:lnTo>
                    <a:pt x="15" y="0"/>
                  </a:lnTo>
                  <a:lnTo>
                    <a:pt x="15" y="623"/>
                  </a:lnTo>
                  <a:lnTo>
                    <a:pt x="233" y="1135"/>
                  </a:lnTo>
                  <a:lnTo>
                    <a:pt x="218" y="1141"/>
                  </a:ln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it-IT"/>
            </a:p>
          </p:txBody>
        </p:sp>
        <p:sp>
          <p:nvSpPr>
            <p:cNvPr id="15" name="Freeform 9">
              <a:extLst>
                <a:ext uri="{FF2B5EF4-FFF2-40B4-BE49-F238E27FC236}">
                  <a16:creationId xmlns:a16="http://schemas.microsoft.com/office/drawing/2014/main" id="{15B41FD2-05E2-44E7-8760-09E65D1C6034}"/>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503237" y="1801813"/>
              <a:ext cx="190500" cy="188913"/>
            </a:xfrm>
            <a:custGeom>
              <a:avLst/>
              <a:gdLst/>
              <a:ahLst/>
              <a:cxnLst/>
              <a:rect l="0" t="0" r="r" b="b"/>
              <a:pathLst>
                <a:path w="40" h="40">
                  <a:moveTo>
                    <a:pt x="20" y="40"/>
                  </a:moveTo>
                  <a:cubicBezTo>
                    <a:pt x="9" y="40"/>
                    <a:pt x="0" y="31"/>
                    <a:pt x="0" y="20"/>
                  </a:cubicBezTo>
                  <a:cubicBezTo>
                    <a:pt x="0" y="9"/>
                    <a:pt x="9" y="0"/>
                    <a:pt x="20" y="0"/>
                  </a:cubicBezTo>
                  <a:cubicBezTo>
                    <a:pt x="33" y="0"/>
                    <a:pt x="40" y="6"/>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9"/>
                    <a:pt x="31" y="4"/>
                    <a:pt x="20" y="4"/>
                  </a:cubicBez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it-IT"/>
            </a:p>
          </p:txBody>
        </p:sp>
        <p:sp>
          <p:nvSpPr>
            <p:cNvPr id="16" name="Freeform 10">
              <a:extLst>
                <a:ext uri="{FF2B5EF4-FFF2-40B4-BE49-F238E27FC236}">
                  <a16:creationId xmlns:a16="http://schemas.microsoft.com/office/drawing/2014/main" id="{FE6D63D0-3347-4EE2-8F65-F1C32168FA2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285750" y="4763"/>
              <a:ext cx="369888" cy="1430338"/>
            </a:xfrm>
            <a:custGeom>
              <a:avLst/>
              <a:gdLst/>
              <a:ahLst/>
              <a:cxnLst/>
              <a:rect l="0" t="0" r="r" b="b"/>
              <a:pathLst>
                <a:path w="233" h="901">
                  <a:moveTo>
                    <a:pt x="221" y="901"/>
                  </a:moveTo>
                  <a:lnTo>
                    <a:pt x="0" y="383"/>
                  </a:lnTo>
                  <a:lnTo>
                    <a:pt x="0" y="0"/>
                  </a:lnTo>
                  <a:lnTo>
                    <a:pt x="18" y="0"/>
                  </a:lnTo>
                  <a:lnTo>
                    <a:pt x="18" y="380"/>
                  </a:lnTo>
                  <a:lnTo>
                    <a:pt x="233" y="895"/>
                  </a:lnTo>
                  <a:lnTo>
                    <a:pt x="221" y="901"/>
                  </a:ln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it-IT"/>
            </a:p>
          </p:txBody>
        </p:sp>
        <p:sp>
          <p:nvSpPr>
            <p:cNvPr id="17" name="Freeform 11">
              <a:extLst>
                <a:ext uri="{FF2B5EF4-FFF2-40B4-BE49-F238E27FC236}">
                  <a16:creationId xmlns:a16="http://schemas.microsoft.com/office/drawing/2014/main" id="{538A46A3-DB16-45D5-B636-03EFE39FE96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546100" y="0"/>
              <a:ext cx="152400" cy="912813"/>
            </a:xfrm>
            <a:custGeom>
              <a:avLst/>
              <a:gdLst/>
              <a:ahLst/>
              <a:cxnLst/>
              <a:rect l="0" t="0" r="r" b="b"/>
              <a:pathLst>
                <a:path w="96" h="575">
                  <a:moveTo>
                    <a:pt x="96" y="575"/>
                  </a:moveTo>
                  <a:lnTo>
                    <a:pt x="78" y="575"/>
                  </a:lnTo>
                  <a:lnTo>
                    <a:pt x="78" y="192"/>
                  </a:lnTo>
                  <a:lnTo>
                    <a:pt x="0" y="6"/>
                  </a:lnTo>
                  <a:lnTo>
                    <a:pt x="15" y="0"/>
                  </a:lnTo>
                  <a:lnTo>
                    <a:pt x="96" y="189"/>
                  </a:lnTo>
                  <a:lnTo>
                    <a:pt x="96" y="575"/>
                  </a:ln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it-IT"/>
            </a:p>
          </p:txBody>
        </p:sp>
        <p:sp>
          <p:nvSpPr>
            <p:cNvPr id="18" name="Freeform 12">
              <a:extLst>
                <a:ext uri="{FF2B5EF4-FFF2-40B4-BE49-F238E27FC236}">
                  <a16:creationId xmlns:a16="http://schemas.microsoft.com/office/drawing/2014/main" id="{0B8A2B0E-823F-4BE8-9359-45143BB1248E}"/>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588962" y="1420813"/>
              <a:ext cx="190500" cy="190500"/>
            </a:xfrm>
            <a:custGeom>
              <a:avLst/>
              <a:gdLst/>
              <a:ahLst/>
              <a:cxnLst/>
              <a:rect l="0" t="0" r="r" b="b"/>
              <a:pathLst>
                <a:path w="40" h="40">
                  <a:moveTo>
                    <a:pt x="20" y="40"/>
                  </a:moveTo>
                  <a:cubicBezTo>
                    <a:pt x="9" y="40"/>
                    <a:pt x="0" y="31"/>
                    <a:pt x="0" y="20"/>
                  </a:cubicBezTo>
                  <a:cubicBezTo>
                    <a:pt x="0" y="9"/>
                    <a:pt x="9" y="0"/>
                    <a:pt x="20" y="0"/>
                  </a:cubicBezTo>
                  <a:cubicBezTo>
                    <a:pt x="33" y="0"/>
                    <a:pt x="40" y="7"/>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9"/>
                    <a:pt x="31" y="4"/>
                    <a:pt x="20" y="4"/>
                  </a:cubicBez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it-IT"/>
            </a:p>
          </p:txBody>
        </p:sp>
        <p:sp>
          <p:nvSpPr>
            <p:cNvPr id="19" name="Freeform 13">
              <a:extLst>
                <a:ext uri="{FF2B5EF4-FFF2-40B4-BE49-F238E27FC236}">
                  <a16:creationId xmlns:a16="http://schemas.microsoft.com/office/drawing/2014/main" id="{44516B3C-A8BE-46FC-B643-3DFEB7F28386}"/>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588962" y="9032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it-IT"/>
            </a:p>
          </p:txBody>
        </p:sp>
        <p:sp>
          <p:nvSpPr>
            <p:cNvPr id="20" name="Freeform 14">
              <a:extLst>
                <a:ext uri="{FF2B5EF4-FFF2-40B4-BE49-F238E27FC236}">
                  <a16:creationId xmlns:a16="http://schemas.microsoft.com/office/drawing/2014/main" id="{59FD699C-3920-4E57-BE27-165A3F036C2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641350" y="0"/>
              <a:ext cx="422275" cy="527050"/>
            </a:xfrm>
            <a:custGeom>
              <a:avLst/>
              <a:gdLst/>
              <a:ahLst/>
              <a:cxnLst/>
              <a:rect l="0" t="0" r="r" b="b"/>
              <a:pathLst>
                <a:path w="266" h="332">
                  <a:moveTo>
                    <a:pt x="257" y="332"/>
                  </a:moveTo>
                  <a:lnTo>
                    <a:pt x="48" y="123"/>
                  </a:lnTo>
                  <a:lnTo>
                    <a:pt x="0" y="6"/>
                  </a:lnTo>
                  <a:lnTo>
                    <a:pt x="15" y="0"/>
                  </a:lnTo>
                  <a:lnTo>
                    <a:pt x="63" y="114"/>
                  </a:lnTo>
                  <a:lnTo>
                    <a:pt x="266" y="320"/>
                  </a:lnTo>
                  <a:lnTo>
                    <a:pt x="257" y="332"/>
                  </a:ln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it-IT"/>
            </a:p>
          </p:txBody>
        </p:sp>
        <p:sp>
          <p:nvSpPr>
            <p:cNvPr id="21" name="Freeform 15">
              <a:extLst>
                <a:ext uri="{FF2B5EF4-FFF2-40B4-BE49-F238E27FC236}">
                  <a16:creationId xmlns:a16="http://schemas.microsoft.com/office/drawing/2014/main" id="{0FB0C02E-3F53-4889-8ADF-80DBC43F693C}"/>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1020762" y="488950"/>
              <a:ext cx="161925" cy="147638"/>
            </a:xfrm>
            <a:custGeom>
              <a:avLst/>
              <a:gdLst/>
              <a:ahLst/>
              <a:cxnLst/>
              <a:rect l="0" t="0" r="r" b="b"/>
              <a:pathLst>
                <a:path w="34" h="31">
                  <a:moveTo>
                    <a:pt x="17" y="31"/>
                  </a:moveTo>
                  <a:cubicBezTo>
                    <a:pt x="13" y="31"/>
                    <a:pt x="9" y="30"/>
                    <a:pt x="6" y="27"/>
                  </a:cubicBezTo>
                  <a:cubicBezTo>
                    <a:pt x="0" y="20"/>
                    <a:pt x="0" y="10"/>
                    <a:pt x="6" y="4"/>
                  </a:cubicBezTo>
                  <a:cubicBezTo>
                    <a:pt x="9" y="1"/>
                    <a:pt x="13" y="0"/>
                    <a:pt x="17" y="0"/>
                  </a:cubicBezTo>
                  <a:cubicBezTo>
                    <a:pt x="21" y="0"/>
                    <a:pt x="25" y="1"/>
                    <a:pt x="28" y="4"/>
                  </a:cubicBezTo>
                  <a:cubicBezTo>
                    <a:pt x="34" y="10"/>
                    <a:pt x="34" y="20"/>
                    <a:pt x="28" y="27"/>
                  </a:cubicBezTo>
                  <a:cubicBezTo>
                    <a:pt x="25" y="30"/>
                    <a:pt x="21" y="31"/>
                    <a:pt x="17" y="31"/>
                  </a:cubicBezTo>
                  <a:close/>
                  <a:moveTo>
                    <a:pt x="17" y="4"/>
                  </a:moveTo>
                  <a:cubicBezTo>
                    <a:pt x="14" y="4"/>
                    <a:pt x="11" y="5"/>
                    <a:pt x="9" y="7"/>
                  </a:cubicBezTo>
                  <a:cubicBezTo>
                    <a:pt x="4" y="12"/>
                    <a:pt x="4" y="19"/>
                    <a:pt x="9" y="24"/>
                  </a:cubicBezTo>
                  <a:cubicBezTo>
                    <a:pt x="11" y="26"/>
                    <a:pt x="14" y="27"/>
                    <a:pt x="17" y="27"/>
                  </a:cubicBezTo>
                  <a:cubicBezTo>
                    <a:pt x="20" y="27"/>
                    <a:pt x="23" y="26"/>
                    <a:pt x="25" y="24"/>
                  </a:cubicBezTo>
                  <a:cubicBezTo>
                    <a:pt x="30" y="19"/>
                    <a:pt x="30" y="12"/>
                    <a:pt x="25" y="7"/>
                  </a:cubicBezTo>
                  <a:cubicBezTo>
                    <a:pt x="23" y="5"/>
                    <a:pt x="20" y="4"/>
                    <a:pt x="17" y="4"/>
                  </a:cubicBez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it-IT"/>
            </a:p>
          </p:txBody>
        </p:sp>
        <p:sp>
          <p:nvSpPr>
            <p:cNvPr id="22" name="Line 16">
              <a:extLst>
                <a:ext uri="{FF2B5EF4-FFF2-40B4-BE49-F238E27FC236}">
                  <a16:creationId xmlns:a16="http://schemas.microsoft.com/office/drawing/2014/main" id="{F8A0C89C-946F-4BCD-8A27-BB73E37FE525}"/>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a:off x="-4763" y="9525"/>
              <a:ext cx="0" cy="0"/>
            </a:xfrm>
            <a:prstGeom prst="line">
              <a:avLst/>
            </a:prstGeom>
            <a:grpFill/>
            <a:ln w="15" cap="flat">
              <a:solidFill>
                <a:srgbClr val="FFFFFF"/>
              </a:solidFill>
              <a:prstDash val="solid"/>
              <a:miter lim="800000"/>
              <a:headEnd/>
              <a:tailEnd/>
            </a:ln>
          </p:spPr>
          <p:txBody>
            <a:bodyPr/>
            <a:lstStyle/>
            <a:p>
              <a:endParaRPr lang="it-IT"/>
            </a:p>
          </p:txBody>
        </p:sp>
        <p:sp>
          <p:nvSpPr>
            <p:cNvPr id="23" name="Freeform 17">
              <a:extLst>
                <a:ext uri="{FF2B5EF4-FFF2-40B4-BE49-F238E27FC236}">
                  <a16:creationId xmlns:a16="http://schemas.microsoft.com/office/drawing/2014/main" id="{70C83EAF-4E92-4849-A240-B257871DC03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9525" y="1801813"/>
              <a:ext cx="123825" cy="127000"/>
            </a:xfrm>
            <a:custGeom>
              <a:avLst/>
              <a:gdLst/>
              <a:ahLst/>
              <a:cxnLst/>
              <a:rect l="0" t="0" r="r" b="b"/>
              <a:pathLst>
                <a:path w="78" h="80">
                  <a:moveTo>
                    <a:pt x="6" y="80"/>
                  </a:moveTo>
                  <a:lnTo>
                    <a:pt x="0" y="71"/>
                  </a:lnTo>
                  <a:lnTo>
                    <a:pt x="69" y="0"/>
                  </a:lnTo>
                  <a:lnTo>
                    <a:pt x="78" y="9"/>
                  </a:lnTo>
                  <a:lnTo>
                    <a:pt x="6" y="80"/>
                  </a:ln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it-IT"/>
            </a:p>
          </p:txBody>
        </p:sp>
        <p:sp>
          <p:nvSpPr>
            <p:cNvPr id="24" name="Freeform 18">
              <a:extLst>
                <a:ext uri="{FF2B5EF4-FFF2-40B4-BE49-F238E27FC236}">
                  <a16:creationId xmlns:a16="http://schemas.microsoft.com/office/drawing/2014/main" id="{320FD164-4D7A-469C-B3F4-B926BFACF53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9525" y="3549650"/>
              <a:ext cx="147638" cy="481013"/>
            </a:xfrm>
            <a:custGeom>
              <a:avLst/>
              <a:gdLst/>
              <a:ahLst/>
              <a:cxnLst/>
              <a:rect l="0" t="0" r="r" b="b"/>
              <a:pathLst>
                <a:path w="93" h="303">
                  <a:moveTo>
                    <a:pt x="93" y="303"/>
                  </a:moveTo>
                  <a:lnTo>
                    <a:pt x="78" y="303"/>
                  </a:lnTo>
                  <a:lnTo>
                    <a:pt x="78" y="78"/>
                  </a:lnTo>
                  <a:lnTo>
                    <a:pt x="0" y="12"/>
                  </a:lnTo>
                  <a:lnTo>
                    <a:pt x="12" y="0"/>
                  </a:lnTo>
                  <a:lnTo>
                    <a:pt x="93" y="69"/>
                  </a:lnTo>
                  <a:lnTo>
                    <a:pt x="93" y="303"/>
                  </a:ln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it-IT"/>
            </a:p>
          </p:txBody>
        </p:sp>
        <p:sp>
          <p:nvSpPr>
            <p:cNvPr id="25" name="Freeform 19">
              <a:extLst>
                <a:ext uri="{FF2B5EF4-FFF2-40B4-BE49-F238E27FC236}">
                  <a16:creationId xmlns:a16="http://schemas.microsoft.com/office/drawing/2014/main" id="{F6E14D9A-4E63-48FF-95C5-9E8DDFF86C4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28587" y="1382713"/>
              <a:ext cx="142875" cy="476250"/>
            </a:xfrm>
            <a:custGeom>
              <a:avLst/>
              <a:gdLst/>
              <a:ahLst/>
              <a:cxnLst/>
              <a:rect l="0" t="0" r="r" b="b"/>
              <a:pathLst>
                <a:path w="90" h="300">
                  <a:moveTo>
                    <a:pt x="90" y="300"/>
                  </a:moveTo>
                  <a:lnTo>
                    <a:pt x="78" y="300"/>
                  </a:lnTo>
                  <a:lnTo>
                    <a:pt x="78" y="84"/>
                  </a:lnTo>
                  <a:lnTo>
                    <a:pt x="0" y="9"/>
                  </a:lnTo>
                  <a:lnTo>
                    <a:pt x="9" y="0"/>
                  </a:lnTo>
                  <a:lnTo>
                    <a:pt x="90" y="81"/>
                  </a:lnTo>
                  <a:lnTo>
                    <a:pt x="90" y="300"/>
                  </a:ln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it-IT"/>
            </a:p>
          </p:txBody>
        </p:sp>
        <p:sp>
          <p:nvSpPr>
            <p:cNvPr id="26" name="Freeform 20">
              <a:extLst>
                <a:ext uri="{FF2B5EF4-FFF2-40B4-BE49-F238E27FC236}">
                  <a16:creationId xmlns:a16="http://schemas.microsoft.com/office/drawing/2014/main" id="{F3DCD24F-3CA8-4404-B22C-E4C928995F3B}"/>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204787" y="1849438"/>
              <a:ext cx="114300" cy="107950"/>
            </a:xfrm>
            <a:custGeom>
              <a:avLst/>
              <a:gdLst/>
              <a:ahLst/>
              <a:cxnLst/>
              <a:rect l="0" t="0" r="r" b="b"/>
              <a:pathLst>
                <a:path w="24" h="23">
                  <a:moveTo>
                    <a:pt x="12" y="23"/>
                  </a:moveTo>
                  <a:cubicBezTo>
                    <a:pt x="6" y="23"/>
                    <a:pt x="0" y="18"/>
                    <a:pt x="0" y="12"/>
                  </a:cubicBezTo>
                  <a:cubicBezTo>
                    <a:pt x="0" y="5"/>
                    <a:pt x="6" y="0"/>
                    <a:pt x="12" y="0"/>
                  </a:cubicBezTo>
                  <a:cubicBezTo>
                    <a:pt x="18" y="0"/>
                    <a:pt x="24" y="5"/>
                    <a:pt x="24" y="12"/>
                  </a:cubicBezTo>
                  <a:cubicBezTo>
                    <a:pt x="24" y="18"/>
                    <a:pt x="18" y="23"/>
                    <a:pt x="12" y="23"/>
                  </a:cubicBezTo>
                  <a:close/>
                  <a:moveTo>
                    <a:pt x="12" y="4"/>
                  </a:moveTo>
                  <a:cubicBezTo>
                    <a:pt x="8" y="4"/>
                    <a:pt x="4" y="8"/>
                    <a:pt x="4" y="12"/>
                  </a:cubicBezTo>
                  <a:cubicBezTo>
                    <a:pt x="4" y="16"/>
                    <a:pt x="8" y="19"/>
                    <a:pt x="12" y="19"/>
                  </a:cubicBezTo>
                  <a:cubicBezTo>
                    <a:pt x="16" y="19"/>
                    <a:pt x="20" y="16"/>
                    <a:pt x="20" y="12"/>
                  </a:cubicBezTo>
                  <a:cubicBezTo>
                    <a:pt x="20" y="8"/>
                    <a:pt x="16" y="4"/>
                    <a:pt x="12" y="4"/>
                  </a:cubicBez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it-IT"/>
            </a:p>
          </p:txBody>
        </p:sp>
        <p:sp>
          <p:nvSpPr>
            <p:cNvPr id="27" name="Rectangle 21">
              <a:extLst>
                <a:ext uri="{FF2B5EF4-FFF2-40B4-BE49-F238E27FC236}">
                  <a16:creationId xmlns:a16="http://schemas.microsoft.com/office/drawing/2014/main" id="{8AD2E827-32A3-4BE4-9CC6-8315629177AE}"/>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33350" y="4662488"/>
              <a:ext cx="23813" cy="2181225"/>
            </a:xfrm>
            <a:prstGeom prst="rect">
              <a:avLst/>
            </a:pr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miter lim="800000"/>
                  <a:headEnd/>
                  <a:tailEnd/>
                </a14:hiddenLine>
              </a:ext>
            </a:extLst>
          </p:spPr>
          <p:txBody>
            <a:bodyPr/>
            <a:lstStyle/>
            <a:p>
              <a:endParaRPr lang="it-IT"/>
            </a:p>
          </p:txBody>
        </p:sp>
        <p:sp>
          <p:nvSpPr>
            <p:cNvPr id="28" name="Freeform 22">
              <a:extLst>
                <a:ext uri="{FF2B5EF4-FFF2-40B4-BE49-F238E27FC236}">
                  <a16:creationId xmlns:a16="http://schemas.microsoft.com/office/drawing/2014/main" id="{47FB2CCC-1230-494F-B2D1-F05E5B8EDF5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223837" y="5041900"/>
              <a:ext cx="369888" cy="1801813"/>
            </a:xfrm>
            <a:custGeom>
              <a:avLst/>
              <a:gdLst/>
              <a:ahLst/>
              <a:cxnLst/>
              <a:rect l="0" t="0" r="r" b="b"/>
              <a:pathLst>
                <a:path w="233" h="1135">
                  <a:moveTo>
                    <a:pt x="15" y="1135"/>
                  </a:moveTo>
                  <a:lnTo>
                    <a:pt x="0" y="1135"/>
                  </a:lnTo>
                  <a:lnTo>
                    <a:pt x="0" y="515"/>
                  </a:lnTo>
                  <a:lnTo>
                    <a:pt x="0" y="512"/>
                  </a:lnTo>
                  <a:lnTo>
                    <a:pt x="218" y="0"/>
                  </a:lnTo>
                  <a:lnTo>
                    <a:pt x="233" y="6"/>
                  </a:lnTo>
                  <a:lnTo>
                    <a:pt x="15" y="518"/>
                  </a:lnTo>
                  <a:lnTo>
                    <a:pt x="15" y="1135"/>
                  </a:ln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it-IT"/>
            </a:p>
          </p:txBody>
        </p:sp>
        <p:sp>
          <p:nvSpPr>
            <p:cNvPr id="29" name="Freeform 23">
              <a:extLst>
                <a:ext uri="{FF2B5EF4-FFF2-40B4-BE49-F238E27FC236}">
                  <a16:creationId xmlns:a16="http://schemas.microsoft.com/office/drawing/2014/main" id="{A5F44514-9274-47E3-9243-CA9356C166B5}"/>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52387" y="44815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it-IT"/>
            </a:p>
          </p:txBody>
        </p:sp>
        <p:sp>
          <p:nvSpPr>
            <p:cNvPr id="30" name="Freeform 24">
              <a:extLst>
                <a:ext uri="{FF2B5EF4-FFF2-40B4-BE49-F238E27FC236}">
                  <a16:creationId xmlns:a16="http://schemas.microsoft.com/office/drawing/2014/main" id="{D06192CD-AD86-4DCA-8B53-4ACCA46583A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4288" y="5627688"/>
              <a:ext cx="85725" cy="1216025"/>
            </a:xfrm>
            <a:custGeom>
              <a:avLst/>
              <a:gdLst/>
              <a:ahLst/>
              <a:cxnLst/>
              <a:rect l="0" t="0" r="r" b="b"/>
              <a:pathLst>
                <a:path w="54" h="766">
                  <a:moveTo>
                    <a:pt x="54" y="766"/>
                  </a:moveTo>
                  <a:lnTo>
                    <a:pt x="36" y="766"/>
                  </a:lnTo>
                  <a:lnTo>
                    <a:pt x="36" y="149"/>
                  </a:lnTo>
                  <a:lnTo>
                    <a:pt x="0" y="3"/>
                  </a:lnTo>
                  <a:lnTo>
                    <a:pt x="18" y="0"/>
                  </a:lnTo>
                  <a:lnTo>
                    <a:pt x="54" y="146"/>
                  </a:lnTo>
                  <a:lnTo>
                    <a:pt x="54" y="766"/>
                  </a:ln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it-IT"/>
            </a:p>
          </p:txBody>
        </p:sp>
        <p:sp>
          <p:nvSpPr>
            <p:cNvPr id="31" name="Freeform 25">
              <a:extLst>
                <a:ext uri="{FF2B5EF4-FFF2-40B4-BE49-F238E27FC236}">
                  <a16:creationId xmlns:a16="http://schemas.microsoft.com/office/drawing/2014/main" id="{99E9203A-21E4-46D8-981A-4B28CA320A69}"/>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527050" y="4867275"/>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it-IT"/>
            </a:p>
          </p:txBody>
        </p:sp>
        <p:sp>
          <p:nvSpPr>
            <p:cNvPr id="32" name="Freeform 26">
              <a:extLst>
                <a:ext uri="{FF2B5EF4-FFF2-40B4-BE49-F238E27FC236}">
                  <a16:creationId xmlns:a16="http://schemas.microsoft.com/office/drawing/2014/main" id="{32FCE9B6-FB52-4045-8DCC-E5959B9A403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309562" y="5422900"/>
              <a:ext cx="374650" cy="1425575"/>
            </a:xfrm>
            <a:custGeom>
              <a:avLst/>
              <a:gdLst/>
              <a:ahLst/>
              <a:cxnLst/>
              <a:rect l="0" t="0" r="r" b="b"/>
              <a:pathLst>
                <a:path w="236" h="898">
                  <a:moveTo>
                    <a:pt x="18" y="898"/>
                  </a:moveTo>
                  <a:lnTo>
                    <a:pt x="0" y="898"/>
                  </a:lnTo>
                  <a:lnTo>
                    <a:pt x="0" y="515"/>
                  </a:lnTo>
                  <a:lnTo>
                    <a:pt x="3" y="512"/>
                  </a:lnTo>
                  <a:lnTo>
                    <a:pt x="221" y="0"/>
                  </a:lnTo>
                  <a:lnTo>
                    <a:pt x="236" y="6"/>
                  </a:lnTo>
                  <a:lnTo>
                    <a:pt x="18" y="518"/>
                  </a:lnTo>
                  <a:lnTo>
                    <a:pt x="18" y="898"/>
                  </a:ln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it-IT"/>
            </a:p>
          </p:txBody>
        </p:sp>
        <p:sp>
          <p:nvSpPr>
            <p:cNvPr id="33" name="Freeform 27">
              <a:extLst>
                <a:ext uri="{FF2B5EF4-FFF2-40B4-BE49-F238E27FC236}">
                  <a16:creationId xmlns:a16="http://schemas.microsoft.com/office/drawing/2014/main" id="{E4A7025C-CDE8-429A-BBB9-E7380C96238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569912" y="5945188"/>
              <a:ext cx="152400" cy="912813"/>
            </a:xfrm>
            <a:custGeom>
              <a:avLst/>
              <a:gdLst/>
              <a:ahLst/>
              <a:cxnLst/>
              <a:rect l="0" t="0" r="r" b="b"/>
              <a:pathLst>
                <a:path w="96" h="575">
                  <a:moveTo>
                    <a:pt x="15" y="575"/>
                  </a:moveTo>
                  <a:lnTo>
                    <a:pt x="0" y="569"/>
                  </a:lnTo>
                  <a:lnTo>
                    <a:pt x="81" y="383"/>
                  </a:lnTo>
                  <a:lnTo>
                    <a:pt x="81" y="0"/>
                  </a:lnTo>
                  <a:lnTo>
                    <a:pt x="96" y="0"/>
                  </a:lnTo>
                  <a:lnTo>
                    <a:pt x="96" y="386"/>
                  </a:lnTo>
                  <a:lnTo>
                    <a:pt x="15" y="575"/>
                  </a:ln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it-IT"/>
            </a:p>
          </p:txBody>
        </p:sp>
        <p:sp>
          <p:nvSpPr>
            <p:cNvPr id="34" name="Freeform 28">
              <a:extLst>
                <a:ext uri="{FF2B5EF4-FFF2-40B4-BE49-F238E27FC236}">
                  <a16:creationId xmlns:a16="http://schemas.microsoft.com/office/drawing/2014/main" id="{A4EA0256-5DF5-437A-98A7-B79F3E6BB89A}"/>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612775" y="52466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it-IT"/>
            </a:p>
          </p:txBody>
        </p:sp>
        <p:sp>
          <p:nvSpPr>
            <p:cNvPr id="35" name="Freeform 29">
              <a:extLst>
                <a:ext uri="{FF2B5EF4-FFF2-40B4-BE49-F238E27FC236}">
                  <a16:creationId xmlns:a16="http://schemas.microsoft.com/office/drawing/2014/main" id="{90C9433D-9E1C-493B-BEBD-C3081FFA328F}"/>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612775" y="57642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it-IT"/>
            </a:p>
          </p:txBody>
        </p:sp>
        <p:sp>
          <p:nvSpPr>
            <p:cNvPr id="36" name="Freeform 30">
              <a:extLst>
                <a:ext uri="{FF2B5EF4-FFF2-40B4-BE49-F238E27FC236}">
                  <a16:creationId xmlns:a16="http://schemas.microsoft.com/office/drawing/2014/main" id="{352B39BB-F298-4285-A709-1FBA0CB722C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669925" y="6330950"/>
              <a:ext cx="417513" cy="517525"/>
            </a:xfrm>
            <a:custGeom>
              <a:avLst/>
              <a:gdLst/>
              <a:ahLst/>
              <a:cxnLst/>
              <a:rect l="0" t="0" r="r" b="b"/>
              <a:pathLst>
                <a:path w="263" h="326">
                  <a:moveTo>
                    <a:pt x="15" y="326"/>
                  </a:moveTo>
                  <a:lnTo>
                    <a:pt x="0" y="320"/>
                  </a:lnTo>
                  <a:lnTo>
                    <a:pt x="45" y="206"/>
                  </a:lnTo>
                  <a:lnTo>
                    <a:pt x="48" y="206"/>
                  </a:lnTo>
                  <a:lnTo>
                    <a:pt x="254" y="0"/>
                  </a:lnTo>
                  <a:lnTo>
                    <a:pt x="263" y="12"/>
                  </a:lnTo>
                  <a:lnTo>
                    <a:pt x="60" y="215"/>
                  </a:lnTo>
                  <a:lnTo>
                    <a:pt x="15" y="326"/>
                  </a:ln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it-IT"/>
            </a:p>
          </p:txBody>
        </p:sp>
        <p:sp>
          <p:nvSpPr>
            <p:cNvPr id="37" name="Freeform 31">
              <a:extLst>
                <a:ext uri="{FF2B5EF4-FFF2-40B4-BE49-F238E27FC236}">
                  <a16:creationId xmlns:a16="http://schemas.microsoft.com/office/drawing/2014/main" id="{31CAF2A0-CBA0-4E86-AA87-8750EC1AFB2E}"/>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1049337" y="6221413"/>
              <a:ext cx="157163" cy="147638"/>
            </a:xfrm>
            <a:custGeom>
              <a:avLst/>
              <a:gdLst/>
              <a:ahLst/>
              <a:cxnLst/>
              <a:rect l="0" t="0" r="r" b="b"/>
              <a:pathLst>
                <a:path w="33" h="31">
                  <a:moveTo>
                    <a:pt x="16" y="31"/>
                  </a:moveTo>
                  <a:cubicBezTo>
                    <a:pt x="12" y="31"/>
                    <a:pt x="8" y="29"/>
                    <a:pt x="5" y="26"/>
                  </a:cubicBezTo>
                  <a:cubicBezTo>
                    <a:pt x="2" y="24"/>
                    <a:pt x="0" y="20"/>
                    <a:pt x="0" y="15"/>
                  </a:cubicBezTo>
                  <a:cubicBezTo>
                    <a:pt x="0" y="11"/>
                    <a:pt x="2" y="7"/>
                    <a:pt x="5" y="4"/>
                  </a:cubicBezTo>
                  <a:cubicBezTo>
                    <a:pt x="8" y="1"/>
                    <a:pt x="12" y="0"/>
                    <a:pt x="16" y="0"/>
                  </a:cubicBezTo>
                  <a:cubicBezTo>
                    <a:pt x="20" y="0"/>
                    <a:pt x="24" y="1"/>
                    <a:pt x="27" y="4"/>
                  </a:cubicBezTo>
                  <a:cubicBezTo>
                    <a:pt x="33" y="10"/>
                    <a:pt x="33" y="20"/>
                    <a:pt x="27" y="26"/>
                  </a:cubicBezTo>
                  <a:cubicBezTo>
                    <a:pt x="24" y="29"/>
                    <a:pt x="20" y="31"/>
                    <a:pt x="16" y="31"/>
                  </a:cubicBezTo>
                  <a:close/>
                  <a:moveTo>
                    <a:pt x="16" y="4"/>
                  </a:moveTo>
                  <a:cubicBezTo>
                    <a:pt x="13" y="4"/>
                    <a:pt x="10" y="5"/>
                    <a:pt x="8" y="7"/>
                  </a:cubicBezTo>
                  <a:cubicBezTo>
                    <a:pt x="6" y="9"/>
                    <a:pt x="4" y="12"/>
                    <a:pt x="4" y="15"/>
                  </a:cubicBezTo>
                  <a:cubicBezTo>
                    <a:pt x="4" y="19"/>
                    <a:pt x="6" y="21"/>
                    <a:pt x="8" y="24"/>
                  </a:cubicBezTo>
                  <a:cubicBezTo>
                    <a:pt x="10" y="26"/>
                    <a:pt x="13" y="27"/>
                    <a:pt x="16" y="27"/>
                  </a:cubicBezTo>
                  <a:cubicBezTo>
                    <a:pt x="19" y="27"/>
                    <a:pt x="22" y="26"/>
                    <a:pt x="24" y="24"/>
                  </a:cubicBezTo>
                  <a:cubicBezTo>
                    <a:pt x="29" y="19"/>
                    <a:pt x="29" y="12"/>
                    <a:pt x="24" y="7"/>
                  </a:cubicBezTo>
                  <a:cubicBezTo>
                    <a:pt x="22" y="5"/>
                    <a:pt x="19" y="4"/>
                    <a:pt x="16" y="4"/>
                  </a:cubicBez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it-IT"/>
            </a:p>
          </p:txBody>
        </p:sp>
      </p:grpSp>
      <p:sp>
        <p:nvSpPr>
          <p:cNvPr id="2" name="Titolo 1">
            <a:extLst>
              <a:ext uri="{FF2B5EF4-FFF2-40B4-BE49-F238E27FC236}">
                <a16:creationId xmlns:a16="http://schemas.microsoft.com/office/drawing/2014/main" id="{30DD7379-43FC-9C9D-5AC3-4EE8442067C2}"/>
              </a:ext>
            </a:extLst>
          </p:cNvPr>
          <p:cNvSpPr>
            <a:spLocks noGrp="1"/>
          </p:cNvSpPr>
          <p:nvPr>
            <p:ph type="title"/>
          </p:nvPr>
        </p:nvSpPr>
        <p:spPr>
          <a:xfrm>
            <a:off x="1019015" y="1093787"/>
            <a:ext cx="3059969" cy="4697413"/>
          </a:xfrm>
        </p:spPr>
        <p:txBody>
          <a:bodyPr>
            <a:normAutofit/>
          </a:bodyPr>
          <a:lstStyle/>
          <a:p>
            <a:r>
              <a:rPr lang="it-IT" dirty="0"/>
              <a:t>Training strategy</a:t>
            </a:r>
          </a:p>
        </p:txBody>
      </p:sp>
      <p:sp useBgFill="1">
        <p:nvSpPr>
          <p:cNvPr id="39" name="Round Diagonal Corner Rectangle 7">
            <a:extLst>
              <a:ext uri="{FF2B5EF4-FFF2-40B4-BE49-F238E27FC236}">
                <a16:creationId xmlns:a16="http://schemas.microsoft.com/office/drawing/2014/main" id="{7D1C411D-0818-4640-8657-2AF78250C80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625084" y="0"/>
            <a:ext cx="7566916" cy="6848476"/>
          </a:xfrm>
          <a:prstGeom prst="round2DiagRect">
            <a:avLst>
              <a:gd name="adj1" fmla="val 0"/>
              <a:gd name="adj2" fmla="val 0"/>
            </a:avLst>
          </a:prstGeom>
          <a:ln w="19050" cap="sq">
            <a:noFill/>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 name="Segnaposto contenuto 2">
            <a:extLst>
              <a:ext uri="{FF2B5EF4-FFF2-40B4-BE49-F238E27FC236}">
                <a16:creationId xmlns:a16="http://schemas.microsoft.com/office/drawing/2014/main" id="{6021F035-15C3-AAA5-AB38-D8E738AAC3FB}"/>
              </a:ext>
            </a:extLst>
          </p:cNvPr>
          <p:cNvSpPr>
            <a:spLocks noGrp="1"/>
          </p:cNvSpPr>
          <p:nvPr>
            <p:ph idx="1"/>
          </p:nvPr>
        </p:nvSpPr>
        <p:spPr>
          <a:xfrm>
            <a:off x="4940836" y="930275"/>
            <a:ext cx="7082729" cy="4697413"/>
          </a:xfrm>
        </p:spPr>
        <p:txBody>
          <a:bodyPr>
            <a:normAutofit fontScale="92500"/>
          </a:bodyPr>
          <a:lstStyle/>
          <a:p>
            <a:pPr marL="0" indent="0">
              <a:buNone/>
            </a:pPr>
            <a:r>
              <a:rPr lang="it-IT" dirty="0">
                <a:latin typeface="Calibri Light" panose="020F0302020204030204" pitchFamily="34" charset="0"/>
                <a:ea typeface="Calibri Light" panose="020F0302020204030204" pitchFamily="34" charset="0"/>
                <a:cs typeface="Calibri Light" panose="020F0302020204030204" pitchFamily="34" charset="0"/>
              </a:rPr>
              <a:t>In the past months, as we made some trainings on the different models provided we understood that a good choice of parameters and reward weights is crucial if we want to have good results: we want to train different models with less episodes to infer on what’s the best combination of parameters for these specific objectives (mainly the decay rate, the batch size, learning rate and the reward function).</a:t>
            </a:r>
          </a:p>
          <a:p>
            <a:pPr marL="0" indent="0">
              <a:buNone/>
            </a:pPr>
            <a:r>
              <a:rPr lang="it-IT" dirty="0">
                <a:latin typeface="Calibri Light" panose="020F0302020204030204" pitchFamily="34" charset="0"/>
                <a:ea typeface="Calibri Light" panose="020F0302020204030204" pitchFamily="34" charset="0"/>
                <a:cs typeface="Calibri Light" panose="020F0302020204030204" pitchFamily="34" charset="0"/>
              </a:rPr>
              <a:t>Also, choosing a good network architecture is pivital in ensuring the best outcome for the training so we plan to explore </a:t>
            </a:r>
            <a:r>
              <a:rPr lang="it-IT" dirty="0" err="1">
                <a:latin typeface="Calibri Light" panose="020F0302020204030204" pitchFamily="34" charset="0"/>
                <a:ea typeface="Calibri Light" panose="020F0302020204030204" pitchFamily="34" charset="0"/>
                <a:cs typeface="Calibri Light" panose="020F0302020204030204" pitchFamily="34" charset="0"/>
              </a:rPr>
              <a:t>different</a:t>
            </a:r>
            <a:r>
              <a:rPr lang="it-IT" dirty="0">
                <a:latin typeface="Calibri Light" panose="020F0302020204030204" pitchFamily="34" charset="0"/>
                <a:ea typeface="Calibri Light" panose="020F0302020204030204" pitchFamily="34" charset="0"/>
                <a:cs typeface="Calibri Light" panose="020F0302020204030204" pitchFamily="34" charset="0"/>
              </a:rPr>
              <a:t> </a:t>
            </a:r>
            <a:r>
              <a:rPr lang="it-IT" dirty="0" err="1">
                <a:latin typeface="Calibri Light" panose="020F0302020204030204" pitchFamily="34" charset="0"/>
                <a:ea typeface="Calibri Light" panose="020F0302020204030204" pitchFamily="34" charset="0"/>
                <a:cs typeface="Calibri Light" panose="020F0302020204030204" pitchFamily="34" charset="0"/>
              </a:rPr>
              <a:t>types</a:t>
            </a:r>
            <a:r>
              <a:rPr lang="it-IT" dirty="0">
                <a:latin typeface="Calibri Light" panose="020F0302020204030204" pitchFamily="34" charset="0"/>
                <a:ea typeface="Calibri Light" panose="020F0302020204030204" pitchFamily="34" charset="0"/>
                <a:cs typeface="Calibri Light" panose="020F0302020204030204" pitchFamily="34" charset="0"/>
              </a:rPr>
              <a:t> (e.g. Fully connected, Residual, RNN) to find the best suited one for our goals.</a:t>
            </a:r>
          </a:p>
        </p:txBody>
      </p:sp>
    </p:spTree>
    <p:extLst>
      <p:ext uri="{BB962C8B-B14F-4D97-AF65-F5344CB8AC3E}">
        <p14:creationId xmlns:p14="http://schemas.microsoft.com/office/powerpoint/2010/main" val="291568194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6BFC9644-673A-459F-B3C5-9310A4E50E3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bg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0" name="Group 9">
            <a:extLst>
              <a:ext uri="{FF2B5EF4-FFF2-40B4-BE49-F238E27FC236}">
                <a16:creationId xmlns:a16="http://schemas.microsoft.com/office/drawing/2014/main" id="{4ADB9295-9645-4BF2-ADFD-75800B7FAD06}"/>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4288" y="0"/>
            <a:ext cx="1220788" cy="6858001"/>
            <a:chOff x="-14288" y="0"/>
            <a:chExt cx="1220788" cy="6858001"/>
          </a:xfrm>
          <a:solidFill>
            <a:schemeClr val="bg2">
              <a:lumMod val="60000"/>
              <a:lumOff val="40000"/>
              <a:alpha val="60000"/>
            </a:schemeClr>
          </a:solidFill>
        </p:grpSpPr>
        <p:sp>
          <p:nvSpPr>
            <p:cNvPr id="11" name="Rectangle 5">
              <a:extLst>
                <a:ext uri="{FF2B5EF4-FFF2-40B4-BE49-F238E27FC236}">
                  <a16:creationId xmlns:a16="http://schemas.microsoft.com/office/drawing/2014/main" id="{95B061E9-E435-4E1B-B160-96584A116691}"/>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4300" y="4763"/>
              <a:ext cx="23813" cy="2181225"/>
            </a:xfrm>
            <a:prstGeom prst="rect">
              <a:avLst/>
            </a:pr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miter lim="800000"/>
                  <a:headEnd/>
                  <a:tailEnd/>
                </a14:hiddenLine>
              </a:ext>
            </a:extLst>
          </p:spPr>
          <p:txBody>
            <a:bodyPr/>
            <a:lstStyle/>
            <a:p>
              <a:endParaRPr lang="it-IT"/>
            </a:p>
          </p:txBody>
        </p:sp>
        <p:sp>
          <p:nvSpPr>
            <p:cNvPr id="12" name="Freeform 6">
              <a:extLst>
                <a:ext uri="{FF2B5EF4-FFF2-40B4-BE49-F238E27FC236}">
                  <a16:creationId xmlns:a16="http://schemas.microsoft.com/office/drawing/2014/main" id="{3CD7972E-7D38-40EE-A80B-E2A848811EDD}"/>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33337" y="217646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it-IT"/>
            </a:p>
          </p:txBody>
        </p:sp>
        <p:sp>
          <p:nvSpPr>
            <p:cNvPr id="13" name="Freeform 7">
              <a:extLst>
                <a:ext uri="{FF2B5EF4-FFF2-40B4-BE49-F238E27FC236}">
                  <a16:creationId xmlns:a16="http://schemas.microsoft.com/office/drawing/2014/main" id="{524A3B55-746F-419F-8CFF-5F3A4BE14345}"/>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28575" y="4021138"/>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it-IT"/>
            </a:p>
          </p:txBody>
        </p:sp>
        <p:sp>
          <p:nvSpPr>
            <p:cNvPr id="14" name="Freeform 8">
              <a:extLst>
                <a:ext uri="{FF2B5EF4-FFF2-40B4-BE49-F238E27FC236}">
                  <a16:creationId xmlns:a16="http://schemas.microsoft.com/office/drawing/2014/main" id="{9C63219B-AD72-4494-935E-F5C70DB5497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200025" y="4763"/>
              <a:ext cx="369888" cy="1811338"/>
            </a:xfrm>
            <a:custGeom>
              <a:avLst/>
              <a:gdLst/>
              <a:ahLst/>
              <a:cxnLst/>
              <a:rect l="0" t="0" r="r" b="b"/>
              <a:pathLst>
                <a:path w="233" h="1141">
                  <a:moveTo>
                    <a:pt x="218" y="1141"/>
                  </a:moveTo>
                  <a:lnTo>
                    <a:pt x="0" y="626"/>
                  </a:lnTo>
                  <a:lnTo>
                    <a:pt x="0" y="0"/>
                  </a:lnTo>
                  <a:lnTo>
                    <a:pt x="15" y="0"/>
                  </a:lnTo>
                  <a:lnTo>
                    <a:pt x="15" y="623"/>
                  </a:lnTo>
                  <a:lnTo>
                    <a:pt x="233" y="1135"/>
                  </a:lnTo>
                  <a:lnTo>
                    <a:pt x="218" y="1141"/>
                  </a:ln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it-IT"/>
            </a:p>
          </p:txBody>
        </p:sp>
        <p:sp>
          <p:nvSpPr>
            <p:cNvPr id="15" name="Freeform 9">
              <a:extLst>
                <a:ext uri="{FF2B5EF4-FFF2-40B4-BE49-F238E27FC236}">
                  <a16:creationId xmlns:a16="http://schemas.microsoft.com/office/drawing/2014/main" id="{15B41FD2-05E2-44E7-8760-09E65D1C6034}"/>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503237" y="1801813"/>
              <a:ext cx="190500" cy="188913"/>
            </a:xfrm>
            <a:custGeom>
              <a:avLst/>
              <a:gdLst/>
              <a:ahLst/>
              <a:cxnLst/>
              <a:rect l="0" t="0" r="r" b="b"/>
              <a:pathLst>
                <a:path w="40" h="40">
                  <a:moveTo>
                    <a:pt x="20" y="40"/>
                  </a:moveTo>
                  <a:cubicBezTo>
                    <a:pt x="9" y="40"/>
                    <a:pt x="0" y="31"/>
                    <a:pt x="0" y="20"/>
                  </a:cubicBezTo>
                  <a:cubicBezTo>
                    <a:pt x="0" y="9"/>
                    <a:pt x="9" y="0"/>
                    <a:pt x="20" y="0"/>
                  </a:cubicBezTo>
                  <a:cubicBezTo>
                    <a:pt x="33" y="0"/>
                    <a:pt x="40" y="6"/>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9"/>
                    <a:pt x="31" y="4"/>
                    <a:pt x="20" y="4"/>
                  </a:cubicBez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it-IT"/>
            </a:p>
          </p:txBody>
        </p:sp>
        <p:sp>
          <p:nvSpPr>
            <p:cNvPr id="16" name="Freeform 10">
              <a:extLst>
                <a:ext uri="{FF2B5EF4-FFF2-40B4-BE49-F238E27FC236}">
                  <a16:creationId xmlns:a16="http://schemas.microsoft.com/office/drawing/2014/main" id="{FE6D63D0-3347-4EE2-8F65-F1C32168FA2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285750" y="4763"/>
              <a:ext cx="369888" cy="1430338"/>
            </a:xfrm>
            <a:custGeom>
              <a:avLst/>
              <a:gdLst/>
              <a:ahLst/>
              <a:cxnLst/>
              <a:rect l="0" t="0" r="r" b="b"/>
              <a:pathLst>
                <a:path w="233" h="901">
                  <a:moveTo>
                    <a:pt x="221" y="901"/>
                  </a:moveTo>
                  <a:lnTo>
                    <a:pt x="0" y="383"/>
                  </a:lnTo>
                  <a:lnTo>
                    <a:pt x="0" y="0"/>
                  </a:lnTo>
                  <a:lnTo>
                    <a:pt x="18" y="0"/>
                  </a:lnTo>
                  <a:lnTo>
                    <a:pt x="18" y="380"/>
                  </a:lnTo>
                  <a:lnTo>
                    <a:pt x="233" y="895"/>
                  </a:lnTo>
                  <a:lnTo>
                    <a:pt x="221" y="901"/>
                  </a:ln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it-IT"/>
            </a:p>
          </p:txBody>
        </p:sp>
        <p:sp>
          <p:nvSpPr>
            <p:cNvPr id="17" name="Freeform 11">
              <a:extLst>
                <a:ext uri="{FF2B5EF4-FFF2-40B4-BE49-F238E27FC236}">
                  <a16:creationId xmlns:a16="http://schemas.microsoft.com/office/drawing/2014/main" id="{538A46A3-DB16-45D5-B636-03EFE39FE96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546100" y="0"/>
              <a:ext cx="152400" cy="912813"/>
            </a:xfrm>
            <a:custGeom>
              <a:avLst/>
              <a:gdLst/>
              <a:ahLst/>
              <a:cxnLst/>
              <a:rect l="0" t="0" r="r" b="b"/>
              <a:pathLst>
                <a:path w="96" h="575">
                  <a:moveTo>
                    <a:pt x="96" y="575"/>
                  </a:moveTo>
                  <a:lnTo>
                    <a:pt x="78" y="575"/>
                  </a:lnTo>
                  <a:lnTo>
                    <a:pt x="78" y="192"/>
                  </a:lnTo>
                  <a:lnTo>
                    <a:pt x="0" y="6"/>
                  </a:lnTo>
                  <a:lnTo>
                    <a:pt x="15" y="0"/>
                  </a:lnTo>
                  <a:lnTo>
                    <a:pt x="96" y="189"/>
                  </a:lnTo>
                  <a:lnTo>
                    <a:pt x="96" y="575"/>
                  </a:ln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it-IT"/>
            </a:p>
          </p:txBody>
        </p:sp>
        <p:sp>
          <p:nvSpPr>
            <p:cNvPr id="18" name="Freeform 12">
              <a:extLst>
                <a:ext uri="{FF2B5EF4-FFF2-40B4-BE49-F238E27FC236}">
                  <a16:creationId xmlns:a16="http://schemas.microsoft.com/office/drawing/2014/main" id="{0B8A2B0E-823F-4BE8-9359-45143BB1248E}"/>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588962" y="1420813"/>
              <a:ext cx="190500" cy="190500"/>
            </a:xfrm>
            <a:custGeom>
              <a:avLst/>
              <a:gdLst/>
              <a:ahLst/>
              <a:cxnLst/>
              <a:rect l="0" t="0" r="r" b="b"/>
              <a:pathLst>
                <a:path w="40" h="40">
                  <a:moveTo>
                    <a:pt x="20" y="40"/>
                  </a:moveTo>
                  <a:cubicBezTo>
                    <a:pt x="9" y="40"/>
                    <a:pt x="0" y="31"/>
                    <a:pt x="0" y="20"/>
                  </a:cubicBezTo>
                  <a:cubicBezTo>
                    <a:pt x="0" y="9"/>
                    <a:pt x="9" y="0"/>
                    <a:pt x="20" y="0"/>
                  </a:cubicBezTo>
                  <a:cubicBezTo>
                    <a:pt x="33" y="0"/>
                    <a:pt x="40" y="7"/>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9"/>
                    <a:pt x="31" y="4"/>
                    <a:pt x="20" y="4"/>
                  </a:cubicBez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it-IT"/>
            </a:p>
          </p:txBody>
        </p:sp>
        <p:sp>
          <p:nvSpPr>
            <p:cNvPr id="19" name="Freeform 13">
              <a:extLst>
                <a:ext uri="{FF2B5EF4-FFF2-40B4-BE49-F238E27FC236}">
                  <a16:creationId xmlns:a16="http://schemas.microsoft.com/office/drawing/2014/main" id="{44516B3C-A8BE-46FC-B643-3DFEB7F28386}"/>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588962" y="9032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it-IT"/>
            </a:p>
          </p:txBody>
        </p:sp>
        <p:sp>
          <p:nvSpPr>
            <p:cNvPr id="20" name="Freeform 14">
              <a:extLst>
                <a:ext uri="{FF2B5EF4-FFF2-40B4-BE49-F238E27FC236}">
                  <a16:creationId xmlns:a16="http://schemas.microsoft.com/office/drawing/2014/main" id="{59FD699C-3920-4E57-BE27-165A3F036C2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641350" y="0"/>
              <a:ext cx="422275" cy="527050"/>
            </a:xfrm>
            <a:custGeom>
              <a:avLst/>
              <a:gdLst/>
              <a:ahLst/>
              <a:cxnLst/>
              <a:rect l="0" t="0" r="r" b="b"/>
              <a:pathLst>
                <a:path w="266" h="332">
                  <a:moveTo>
                    <a:pt x="257" y="332"/>
                  </a:moveTo>
                  <a:lnTo>
                    <a:pt x="48" y="123"/>
                  </a:lnTo>
                  <a:lnTo>
                    <a:pt x="0" y="6"/>
                  </a:lnTo>
                  <a:lnTo>
                    <a:pt x="15" y="0"/>
                  </a:lnTo>
                  <a:lnTo>
                    <a:pt x="63" y="114"/>
                  </a:lnTo>
                  <a:lnTo>
                    <a:pt x="266" y="320"/>
                  </a:lnTo>
                  <a:lnTo>
                    <a:pt x="257" y="332"/>
                  </a:ln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it-IT"/>
            </a:p>
          </p:txBody>
        </p:sp>
        <p:sp>
          <p:nvSpPr>
            <p:cNvPr id="21" name="Freeform 15">
              <a:extLst>
                <a:ext uri="{FF2B5EF4-FFF2-40B4-BE49-F238E27FC236}">
                  <a16:creationId xmlns:a16="http://schemas.microsoft.com/office/drawing/2014/main" id="{0FB0C02E-3F53-4889-8ADF-80DBC43F693C}"/>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1020762" y="488950"/>
              <a:ext cx="161925" cy="147638"/>
            </a:xfrm>
            <a:custGeom>
              <a:avLst/>
              <a:gdLst/>
              <a:ahLst/>
              <a:cxnLst/>
              <a:rect l="0" t="0" r="r" b="b"/>
              <a:pathLst>
                <a:path w="34" h="31">
                  <a:moveTo>
                    <a:pt x="17" y="31"/>
                  </a:moveTo>
                  <a:cubicBezTo>
                    <a:pt x="13" y="31"/>
                    <a:pt x="9" y="30"/>
                    <a:pt x="6" y="27"/>
                  </a:cubicBezTo>
                  <a:cubicBezTo>
                    <a:pt x="0" y="20"/>
                    <a:pt x="0" y="10"/>
                    <a:pt x="6" y="4"/>
                  </a:cubicBezTo>
                  <a:cubicBezTo>
                    <a:pt x="9" y="1"/>
                    <a:pt x="13" y="0"/>
                    <a:pt x="17" y="0"/>
                  </a:cubicBezTo>
                  <a:cubicBezTo>
                    <a:pt x="21" y="0"/>
                    <a:pt x="25" y="1"/>
                    <a:pt x="28" y="4"/>
                  </a:cubicBezTo>
                  <a:cubicBezTo>
                    <a:pt x="34" y="10"/>
                    <a:pt x="34" y="20"/>
                    <a:pt x="28" y="27"/>
                  </a:cubicBezTo>
                  <a:cubicBezTo>
                    <a:pt x="25" y="30"/>
                    <a:pt x="21" y="31"/>
                    <a:pt x="17" y="31"/>
                  </a:cubicBezTo>
                  <a:close/>
                  <a:moveTo>
                    <a:pt x="17" y="4"/>
                  </a:moveTo>
                  <a:cubicBezTo>
                    <a:pt x="14" y="4"/>
                    <a:pt x="11" y="5"/>
                    <a:pt x="9" y="7"/>
                  </a:cubicBezTo>
                  <a:cubicBezTo>
                    <a:pt x="4" y="12"/>
                    <a:pt x="4" y="19"/>
                    <a:pt x="9" y="24"/>
                  </a:cubicBezTo>
                  <a:cubicBezTo>
                    <a:pt x="11" y="26"/>
                    <a:pt x="14" y="27"/>
                    <a:pt x="17" y="27"/>
                  </a:cubicBezTo>
                  <a:cubicBezTo>
                    <a:pt x="20" y="27"/>
                    <a:pt x="23" y="26"/>
                    <a:pt x="25" y="24"/>
                  </a:cubicBezTo>
                  <a:cubicBezTo>
                    <a:pt x="30" y="19"/>
                    <a:pt x="30" y="12"/>
                    <a:pt x="25" y="7"/>
                  </a:cubicBezTo>
                  <a:cubicBezTo>
                    <a:pt x="23" y="5"/>
                    <a:pt x="20" y="4"/>
                    <a:pt x="17" y="4"/>
                  </a:cubicBez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it-IT"/>
            </a:p>
          </p:txBody>
        </p:sp>
        <p:sp>
          <p:nvSpPr>
            <p:cNvPr id="22" name="Line 16">
              <a:extLst>
                <a:ext uri="{FF2B5EF4-FFF2-40B4-BE49-F238E27FC236}">
                  <a16:creationId xmlns:a16="http://schemas.microsoft.com/office/drawing/2014/main" id="{F8A0C89C-946F-4BCD-8A27-BB73E37FE525}"/>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a:off x="-4763" y="9525"/>
              <a:ext cx="0" cy="0"/>
            </a:xfrm>
            <a:prstGeom prst="line">
              <a:avLst/>
            </a:prstGeom>
            <a:grpFill/>
            <a:ln w="15" cap="flat">
              <a:solidFill>
                <a:srgbClr val="FFFFFF"/>
              </a:solidFill>
              <a:prstDash val="solid"/>
              <a:miter lim="800000"/>
              <a:headEnd/>
              <a:tailEnd/>
            </a:ln>
          </p:spPr>
          <p:txBody>
            <a:bodyPr/>
            <a:lstStyle/>
            <a:p>
              <a:endParaRPr lang="it-IT"/>
            </a:p>
          </p:txBody>
        </p:sp>
        <p:sp>
          <p:nvSpPr>
            <p:cNvPr id="23" name="Freeform 17">
              <a:extLst>
                <a:ext uri="{FF2B5EF4-FFF2-40B4-BE49-F238E27FC236}">
                  <a16:creationId xmlns:a16="http://schemas.microsoft.com/office/drawing/2014/main" id="{70C83EAF-4E92-4849-A240-B257871DC03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9525" y="1801813"/>
              <a:ext cx="123825" cy="127000"/>
            </a:xfrm>
            <a:custGeom>
              <a:avLst/>
              <a:gdLst/>
              <a:ahLst/>
              <a:cxnLst/>
              <a:rect l="0" t="0" r="r" b="b"/>
              <a:pathLst>
                <a:path w="78" h="80">
                  <a:moveTo>
                    <a:pt x="6" y="80"/>
                  </a:moveTo>
                  <a:lnTo>
                    <a:pt x="0" y="71"/>
                  </a:lnTo>
                  <a:lnTo>
                    <a:pt x="69" y="0"/>
                  </a:lnTo>
                  <a:lnTo>
                    <a:pt x="78" y="9"/>
                  </a:lnTo>
                  <a:lnTo>
                    <a:pt x="6" y="80"/>
                  </a:ln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it-IT"/>
            </a:p>
          </p:txBody>
        </p:sp>
        <p:sp>
          <p:nvSpPr>
            <p:cNvPr id="24" name="Freeform 18">
              <a:extLst>
                <a:ext uri="{FF2B5EF4-FFF2-40B4-BE49-F238E27FC236}">
                  <a16:creationId xmlns:a16="http://schemas.microsoft.com/office/drawing/2014/main" id="{320FD164-4D7A-469C-B3F4-B926BFACF53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9525" y="3549650"/>
              <a:ext cx="147638" cy="481013"/>
            </a:xfrm>
            <a:custGeom>
              <a:avLst/>
              <a:gdLst/>
              <a:ahLst/>
              <a:cxnLst/>
              <a:rect l="0" t="0" r="r" b="b"/>
              <a:pathLst>
                <a:path w="93" h="303">
                  <a:moveTo>
                    <a:pt x="93" y="303"/>
                  </a:moveTo>
                  <a:lnTo>
                    <a:pt x="78" y="303"/>
                  </a:lnTo>
                  <a:lnTo>
                    <a:pt x="78" y="78"/>
                  </a:lnTo>
                  <a:lnTo>
                    <a:pt x="0" y="12"/>
                  </a:lnTo>
                  <a:lnTo>
                    <a:pt x="12" y="0"/>
                  </a:lnTo>
                  <a:lnTo>
                    <a:pt x="93" y="69"/>
                  </a:lnTo>
                  <a:lnTo>
                    <a:pt x="93" y="303"/>
                  </a:ln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it-IT"/>
            </a:p>
          </p:txBody>
        </p:sp>
        <p:sp>
          <p:nvSpPr>
            <p:cNvPr id="25" name="Freeform 19">
              <a:extLst>
                <a:ext uri="{FF2B5EF4-FFF2-40B4-BE49-F238E27FC236}">
                  <a16:creationId xmlns:a16="http://schemas.microsoft.com/office/drawing/2014/main" id="{F6E14D9A-4E63-48FF-95C5-9E8DDFF86C4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28587" y="1382713"/>
              <a:ext cx="142875" cy="476250"/>
            </a:xfrm>
            <a:custGeom>
              <a:avLst/>
              <a:gdLst/>
              <a:ahLst/>
              <a:cxnLst/>
              <a:rect l="0" t="0" r="r" b="b"/>
              <a:pathLst>
                <a:path w="90" h="300">
                  <a:moveTo>
                    <a:pt x="90" y="300"/>
                  </a:moveTo>
                  <a:lnTo>
                    <a:pt x="78" y="300"/>
                  </a:lnTo>
                  <a:lnTo>
                    <a:pt x="78" y="84"/>
                  </a:lnTo>
                  <a:lnTo>
                    <a:pt x="0" y="9"/>
                  </a:lnTo>
                  <a:lnTo>
                    <a:pt x="9" y="0"/>
                  </a:lnTo>
                  <a:lnTo>
                    <a:pt x="90" y="81"/>
                  </a:lnTo>
                  <a:lnTo>
                    <a:pt x="90" y="300"/>
                  </a:ln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it-IT"/>
            </a:p>
          </p:txBody>
        </p:sp>
        <p:sp>
          <p:nvSpPr>
            <p:cNvPr id="26" name="Freeform 20">
              <a:extLst>
                <a:ext uri="{FF2B5EF4-FFF2-40B4-BE49-F238E27FC236}">
                  <a16:creationId xmlns:a16="http://schemas.microsoft.com/office/drawing/2014/main" id="{F3DCD24F-3CA8-4404-B22C-E4C928995F3B}"/>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204787" y="1849438"/>
              <a:ext cx="114300" cy="107950"/>
            </a:xfrm>
            <a:custGeom>
              <a:avLst/>
              <a:gdLst/>
              <a:ahLst/>
              <a:cxnLst/>
              <a:rect l="0" t="0" r="r" b="b"/>
              <a:pathLst>
                <a:path w="24" h="23">
                  <a:moveTo>
                    <a:pt x="12" y="23"/>
                  </a:moveTo>
                  <a:cubicBezTo>
                    <a:pt x="6" y="23"/>
                    <a:pt x="0" y="18"/>
                    <a:pt x="0" y="12"/>
                  </a:cubicBezTo>
                  <a:cubicBezTo>
                    <a:pt x="0" y="5"/>
                    <a:pt x="6" y="0"/>
                    <a:pt x="12" y="0"/>
                  </a:cubicBezTo>
                  <a:cubicBezTo>
                    <a:pt x="18" y="0"/>
                    <a:pt x="24" y="5"/>
                    <a:pt x="24" y="12"/>
                  </a:cubicBezTo>
                  <a:cubicBezTo>
                    <a:pt x="24" y="18"/>
                    <a:pt x="18" y="23"/>
                    <a:pt x="12" y="23"/>
                  </a:cubicBezTo>
                  <a:close/>
                  <a:moveTo>
                    <a:pt x="12" y="4"/>
                  </a:moveTo>
                  <a:cubicBezTo>
                    <a:pt x="8" y="4"/>
                    <a:pt x="4" y="8"/>
                    <a:pt x="4" y="12"/>
                  </a:cubicBezTo>
                  <a:cubicBezTo>
                    <a:pt x="4" y="16"/>
                    <a:pt x="8" y="19"/>
                    <a:pt x="12" y="19"/>
                  </a:cubicBezTo>
                  <a:cubicBezTo>
                    <a:pt x="16" y="19"/>
                    <a:pt x="20" y="16"/>
                    <a:pt x="20" y="12"/>
                  </a:cubicBezTo>
                  <a:cubicBezTo>
                    <a:pt x="20" y="8"/>
                    <a:pt x="16" y="4"/>
                    <a:pt x="12" y="4"/>
                  </a:cubicBez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it-IT"/>
            </a:p>
          </p:txBody>
        </p:sp>
        <p:sp>
          <p:nvSpPr>
            <p:cNvPr id="27" name="Rectangle 21">
              <a:extLst>
                <a:ext uri="{FF2B5EF4-FFF2-40B4-BE49-F238E27FC236}">
                  <a16:creationId xmlns:a16="http://schemas.microsoft.com/office/drawing/2014/main" id="{8AD2E827-32A3-4BE4-9CC6-8315629177AE}"/>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33350" y="4662488"/>
              <a:ext cx="23813" cy="2181225"/>
            </a:xfrm>
            <a:prstGeom prst="rect">
              <a:avLst/>
            </a:pr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miter lim="800000"/>
                  <a:headEnd/>
                  <a:tailEnd/>
                </a14:hiddenLine>
              </a:ext>
            </a:extLst>
          </p:spPr>
          <p:txBody>
            <a:bodyPr/>
            <a:lstStyle/>
            <a:p>
              <a:endParaRPr lang="it-IT"/>
            </a:p>
          </p:txBody>
        </p:sp>
        <p:sp>
          <p:nvSpPr>
            <p:cNvPr id="28" name="Freeform 22">
              <a:extLst>
                <a:ext uri="{FF2B5EF4-FFF2-40B4-BE49-F238E27FC236}">
                  <a16:creationId xmlns:a16="http://schemas.microsoft.com/office/drawing/2014/main" id="{47FB2CCC-1230-494F-B2D1-F05E5B8EDF5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223837" y="5041900"/>
              <a:ext cx="369888" cy="1801813"/>
            </a:xfrm>
            <a:custGeom>
              <a:avLst/>
              <a:gdLst/>
              <a:ahLst/>
              <a:cxnLst/>
              <a:rect l="0" t="0" r="r" b="b"/>
              <a:pathLst>
                <a:path w="233" h="1135">
                  <a:moveTo>
                    <a:pt x="15" y="1135"/>
                  </a:moveTo>
                  <a:lnTo>
                    <a:pt x="0" y="1135"/>
                  </a:lnTo>
                  <a:lnTo>
                    <a:pt x="0" y="515"/>
                  </a:lnTo>
                  <a:lnTo>
                    <a:pt x="0" y="512"/>
                  </a:lnTo>
                  <a:lnTo>
                    <a:pt x="218" y="0"/>
                  </a:lnTo>
                  <a:lnTo>
                    <a:pt x="233" y="6"/>
                  </a:lnTo>
                  <a:lnTo>
                    <a:pt x="15" y="518"/>
                  </a:lnTo>
                  <a:lnTo>
                    <a:pt x="15" y="1135"/>
                  </a:ln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it-IT"/>
            </a:p>
          </p:txBody>
        </p:sp>
        <p:sp>
          <p:nvSpPr>
            <p:cNvPr id="29" name="Freeform 23">
              <a:extLst>
                <a:ext uri="{FF2B5EF4-FFF2-40B4-BE49-F238E27FC236}">
                  <a16:creationId xmlns:a16="http://schemas.microsoft.com/office/drawing/2014/main" id="{A5F44514-9274-47E3-9243-CA9356C166B5}"/>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52387" y="44815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it-IT"/>
            </a:p>
          </p:txBody>
        </p:sp>
        <p:sp>
          <p:nvSpPr>
            <p:cNvPr id="30" name="Freeform 24">
              <a:extLst>
                <a:ext uri="{FF2B5EF4-FFF2-40B4-BE49-F238E27FC236}">
                  <a16:creationId xmlns:a16="http://schemas.microsoft.com/office/drawing/2014/main" id="{D06192CD-AD86-4DCA-8B53-4ACCA46583A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4288" y="5627688"/>
              <a:ext cx="85725" cy="1216025"/>
            </a:xfrm>
            <a:custGeom>
              <a:avLst/>
              <a:gdLst/>
              <a:ahLst/>
              <a:cxnLst/>
              <a:rect l="0" t="0" r="r" b="b"/>
              <a:pathLst>
                <a:path w="54" h="766">
                  <a:moveTo>
                    <a:pt x="54" y="766"/>
                  </a:moveTo>
                  <a:lnTo>
                    <a:pt x="36" y="766"/>
                  </a:lnTo>
                  <a:lnTo>
                    <a:pt x="36" y="149"/>
                  </a:lnTo>
                  <a:lnTo>
                    <a:pt x="0" y="3"/>
                  </a:lnTo>
                  <a:lnTo>
                    <a:pt x="18" y="0"/>
                  </a:lnTo>
                  <a:lnTo>
                    <a:pt x="54" y="146"/>
                  </a:lnTo>
                  <a:lnTo>
                    <a:pt x="54" y="766"/>
                  </a:ln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it-IT"/>
            </a:p>
          </p:txBody>
        </p:sp>
        <p:sp>
          <p:nvSpPr>
            <p:cNvPr id="31" name="Freeform 25">
              <a:extLst>
                <a:ext uri="{FF2B5EF4-FFF2-40B4-BE49-F238E27FC236}">
                  <a16:creationId xmlns:a16="http://schemas.microsoft.com/office/drawing/2014/main" id="{99E9203A-21E4-46D8-981A-4B28CA320A69}"/>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527050" y="4867275"/>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it-IT"/>
            </a:p>
          </p:txBody>
        </p:sp>
        <p:sp>
          <p:nvSpPr>
            <p:cNvPr id="32" name="Freeform 26">
              <a:extLst>
                <a:ext uri="{FF2B5EF4-FFF2-40B4-BE49-F238E27FC236}">
                  <a16:creationId xmlns:a16="http://schemas.microsoft.com/office/drawing/2014/main" id="{32FCE9B6-FB52-4045-8DCC-E5959B9A403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309562" y="5422900"/>
              <a:ext cx="374650" cy="1425575"/>
            </a:xfrm>
            <a:custGeom>
              <a:avLst/>
              <a:gdLst/>
              <a:ahLst/>
              <a:cxnLst/>
              <a:rect l="0" t="0" r="r" b="b"/>
              <a:pathLst>
                <a:path w="236" h="898">
                  <a:moveTo>
                    <a:pt x="18" y="898"/>
                  </a:moveTo>
                  <a:lnTo>
                    <a:pt x="0" y="898"/>
                  </a:lnTo>
                  <a:lnTo>
                    <a:pt x="0" y="515"/>
                  </a:lnTo>
                  <a:lnTo>
                    <a:pt x="3" y="512"/>
                  </a:lnTo>
                  <a:lnTo>
                    <a:pt x="221" y="0"/>
                  </a:lnTo>
                  <a:lnTo>
                    <a:pt x="236" y="6"/>
                  </a:lnTo>
                  <a:lnTo>
                    <a:pt x="18" y="518"/>
                  </a:lnTo>
                  <a:lnTo>
                    <a:pt x="18" y="898"/>
                  </a:ln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it-IT"/>
            </a:p>
          </p:txBody>
        </p:sp>
        <p:sp>
          <p:nvSpPr>
            <p:cNvPr id="33" name="Freeform 27">
              <a:extLst>
                <a:ext uri="{FF2B5EF4-FFF2-40B4-BE49-F238E27FC236}">
                  <a16:creationId xmlns:a16="http://schemas.microsoft.com/office/drawing/2014/main" id="{E4A7025C-CDE8-429A-BBB9-E7380C96238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569912" y="5945188"/>
              <a:ext cx="152400" cy="912813"/>
            </a:xfrm>
            <a:custGeom>
              <a:avLst/>
              <a:gdLst/>
              <a:ahLst/>
              <a:cxnLst/>
              <a:rect l="0" t="0" r="r" b="b"/>
              <a:pathLst>
                <a:path w="96" h="575">
                  <a:moveTo>
                    <a:pt x="15" y="575"/>
                  </a:moveTo>
                  <a:lnTo>
                    <a:pt x="0" y="569"/>
                  </a:lnTo>
                  <a:lnTo>
                    <a:pt x="81" y="383"/>
                  </a:lnTo>
                  <a:lnTo>
                    <a:pt x="81" y="0"/>
                  </a:lnTo>
                  <a:lnTo>
                    <a:pt x="96" y="0"/>
                  </a:lnTo>
                  <a:lnTo>
                    <a:pt x="96" y="386"/>
                  </a:lnTo>
                  <a:lnTo>
                    <a:pt x="15" y="575"/>
                  </a:ln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it-IT"/>
            </a:p>
          </p:txBody>
        </p:sp>
        <p:sp>
          <p:nvSpPr>
            <p:cNvPr id="34" name="Freeform 28">
              <a:extLst>
                <a:ext uri="{FF2B5EF4-FFF2-40B4-BE49-F238E27FC236}">
                  <a16:creationId xmlns:a16="http://schemas.microsoft.com/office/drawing/2014/main" id="{A4EA0256-5DF5-437A-98A7-B79F3E6BB89A}"/>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612775" y="52466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it-IT"/>
            </a:p>
          </p:txBody>
        </p:sp>
        <p:sp>
          <p:nvSpPr>
            <p:cNvPr id="35" name="Freeform 29">
              <a:extLst>
                <a:ext uri="{FF2B5EF4-FFF2-40B4-BE49-F238E27FC236}">
                  <a16:creationId xmlns:a16="http://schemas.microsoft.com/office/drawing/2014/main" id="{90C9433D-9E1C-493B-BEBD-C3081FFA328F}"/>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612775" y="57642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it-IT"/>
            </a:p>
          </p:txBody>
        </p:sp>
        <p:sp>
          <p:nvSpPr>
            <p:cNvPr id="36" name="Freeform 30">
              <a:extLst>
                <a:ext uri="{FF2B5EF4-FFF2-40B4-BE49-F238E27FC236}">
                  <a16:creationId xmlns:a16="http://schemas.microsoft.com/office/drawing/2014/main" id="{352B39BB-F298-4285-A709-1FBA0CB722C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669925" y="6330950"/>
              <a:ext cx="417513" cy="517525"/>
            </a:xfrm>
            <a:custGeom>
              <a:avLst/>
              <a:gdLst/>
              <a:ahLst/>
              <a:cxnLst/>
              <a:rect l="0" t="0" r="r" b="b"/>
              <a:pathLst>
                <a:path w="263" h="326">
                  <a:moveTo>
                    <a:pt x="15" y="326"/>
                  </a:moveTo>
                  <a:lnTo>
                    <a:pt x="0" y="320"/>
                  </a:lnTo>
                  <a:lnTo>
                    <a:pt x="45" y="206"/>
                  </a:lnTo>
                  <a:lnTo>
                    <a:pt x="48" y="206"/>
                  </a:lnTo>
                  <a:lnTo>
                    <a:pt x="254" y="0"/>
                  </a:lnTo>
                  <a:lnTo>
                    <a:pt x="263" y="12"/>
                  </a:lnTo>
                  <a:lnTo>
                    <a:pt x="60" y="215"/>
                  </a:lnTo>
                  <a:lnTo>
                    <a:pt x="15" y="326"/>
                  </a:ln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it-IT"/>
            </a:p>
          </p:txBody>
        </p:sp>
        <p:sp>
          <p:nvSpPr>
            <p:cNvPr id="37" name="Freeform 31">
              <a:extLst>
                <a:ext uri="{FF2B5EF4-FFF2-40B4-BE49-F238E27FC236}">
                  <a16:creationId xmlns:a16="http://schemas.microsoft.com/office/drawing/2014/main" id="{31CAF2A0-CBA0-4E86-AA87-8750EC1AFB2E}"/>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1049337" y="6221413"/>
              <a:ext cx="157163" cy="147638"/>
            </a:xfrm>
            <a:custGeom>
              <a:avLst/>
              <a:gdLst/>
              <a:ahLst/>
              <a:cxnLst/>
              <a:rect l="0" t="0" r="r" b="b"/>
              <a:pathLst>
                <a:path w="33" h="31">
                  <a:moveTo>
                    <a:pt x="16" y="31"/>
                  </a:moveTo>
                  <a:cubicBezTo>
                    <a:pt x="12" y="31"/>
                    <a:pt x="8" y="29"/>
                    <a:pt x="5" y="26"/>
                  </a:cubicBezTo>
                  <a:cubicBezTo>
                    <a:pt x="2" y="24"/>
                    <a:pt x="0" y="20"/>
                    <a:pt x="0" y="15"/>
                  </a:cubicBezTo>
                  <a:cubicBezTo>
                    <a:pt x="0" y="11"/>
                    <a:pt x="2" y="7"/>
                    <a:pt x="5" y="4"/>
                  </a:cubicBezTo>
                  <a:cubicBezTo>
                    <a:pt x="8" y="1"/>
                    <a:pt x="12" y="0"/>
                    <a:pt x="16" y="0"/>
                  </a:cubicBezTo>
                  <a:cubicBezTo>
                    <a:pt x="20" y="0"/>
                    <a:pt x="24" y="1"/>
                    <a:pt x="27" y="4"/>
                  </a:cubicBezTo>
                  <a:cubicBezTo>
                    <a:pt x="33" y="10"/>
                    <a:pt x="33" y="20"/>
                    <a:pt x="27" y="26"/>
                  </a:cubicBezTo>
                  <a:cubicBezTo>
                    <a:pt x="24" y="29"/>
                    <a:pt x="20" y="31"/>
                    <a:pt x="16" y="31"/>
                  </a:cubicBezTo>
                  <a:close/>
                  <a:moveTo>
                    <a:pt x="16" y="4"/>
                  </a:moveTo>
                  <a:cubicBezTo>
                    <a:pt x="13" y="4"/>
                    <a:pt x="10" y="5"/>
                    <a:pt x="8" y="7"/>
                  </a:cubicBezTo>
                  <a:cubicBezTo>
                    <a:pt x="6" y="9"/>
                    <a:pt x="4" y="12"/>
                    <a:pt x="4" y="15"/>
                  </a:cubicBezTo>
                  <a:cubicBezTo>
                    <a:pt x="4" y="19"/>
                    <a:pt x="6" y="21"/>
                    <a:pt x="8" y="24"/>
                  </a:cubicBezTo>
                  <a:cubicBezTo>
                    <a:pt x="10" y="26"/>
                    <a:pt x="13" y="27"/>
                    <a:pt x="16" y="27"/>
                  </a:cubicBezTo>
                  <a:cubicBezTo>
                    <a:pt x="19" y="27"/>
                    <a:pt x="22" y="26"/>
                    <a:pt x="24" y="24"/>
                  </a:cubicBezTo>
                  <a:cubicBezTo>
                    <a:pt x="29" y="19"/>
                    <a:pt x="29" y="12"/>
                    <a:pt x="24" y="7"/>
                  </a:cubicBezTo>
                  <a:cubicBezTo>
                    <a:pt x="22" y="5"/>
                    <a:pt x="19" y="4"/>
                    <a:pt x="16" y="4"/>
                  </a:cubicBez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it-IT"/>
            </a:p>
          </p:txBody>
        </p:sp>
      </p:grpSp>
      <p:sp>
        <p:nvSpPr>
          <p:cNvPr id="2" name="Titolo 1">
            <a:extLst>
              <a:ext uri="{FF2B5EF4-FFF2-40B4-BE49-F238E27FC236}">
                <a16:creationId xmlns:a16="http://schemas.microsoft.com/office/drawing/2014/main" id="{C4A7F217-EBD1-F279-9024-651A000AF3A7}"/>
              </a:ext>
            </a:extLst>
          </p:cNvPr>
          <p:cNvSpPr>
            <a:spLocks noGrp="1"/>
          </p:cNvSpPr>
          <p:nvPr>
            <p:ph type="title"/>
          </p:nvPr>
        </p:nvSpPr>
        <p:spPr>
          <a:xfrm>
            <a:off x="1019015" y="1093787"/>
            <a:ext cx="3059969" cy="4697413"/>
          </a:xfrm>
        </p:spPr>
        <p:txBody>
          <a:bodyPr>
            <a:normAutofit/>
          </a:bodyPr>
          <a:lstStyle/>
          <a:p>
            <a:r>
              <a:rPr lang="it-IT" dirty="0"/>
              <a:t>Evaluation </a:t>
            </a:r>
            <a:r>
              <a:rPr lang="it-IT" dirty="0" err="1"/>
              <a:t>metrics</a:t>
            </a:r>
            <a:endParaRPr lang="it-IT" dirty="0"/>
          </a:p>
        </p:txBody>
      </p:sp>
      <p:sp useBgFill="1">
        <p:nvSpPr>
          <p:cNvPr id="39" name="Round Diagonal Corner Rectangle 7">
            <a:extLst>
              <a:ext uri="{FF2B5EF4-FFF2-40B4-BE49-F238E27FC236}">
                <a16:creationId xmlns:a16="http://schemas.microsoft.com/office/drawing/2014/main" id="{7D1C411D-0818-4640-8657-2AF78250C80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625084" y="0"/>
            <a:ext cx="7566916" cy="6848476"/>
          </a:xfrm>
          <a:prstGeom prst="round2DiagRect">
            <a:avLst>
              <a:gd name="adj1" fmla="val 0"/>
              <a:gd name="adj2" fmla="val 0"/>
            </a:avLst>
          </a:prstGeom>
          <a:ln w="19050" cap="sq">
            <a:noFill/>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 name="Segnaposto contenuto 2">
            <a:extLst>
              <a:ext uri="{FF2B5EF4-FFF2-40B4-BE49-F238E27FC236}">
                <a16:creationId xmlns:a16="http://schemas.microsoft.com/office/drawing/2014/main" id="{B5A3A62C-9F20-EC47-7378-4B63560DDD1B}"/>
              </a:ext>
            </a:extLst>
          </p:cNvPr>
          <p:cNvSpPr>
            <a:spLocks noGrp="1"/>
          </p:cNvSpPr>
          <p:nvPr>
            <p:ph idx="1"/>
          </p:nvPr>
        </p:nvSpPr>
        <p:spPr>
          <a:xfrm>
            <a:off x="4910040" y="1550639"/>
            <a:ext cx="6997003" cy="3747198"/>
          </a:xfrm>
        </p:spPr>
        <p:txBody>
          <a:bodyPr>
            <a:normAutofit lnSpcReduction="10000"/>
          </a:bodyPr>
          <a:lstStyle/>
          <a:p>
            <a:pPr marL="0" indent="0">
              <a:buNone/>
            </a:pPr>
            <a:r>
              <a:rPr lang="it-IT" sz="2200" dirty="0">
                <a:latin typeface="Calibri Light" panose="020F0302020204030204" pitchFamily="34" charset="0"/>
                <a:ea typeface="Calibri Light" panose="020F0302020204030204" pitchFamily="34" charset="0"/>
                <a:cs typeface="Calibri Light" panose="020F0302020204030204" pitchFamily="34" charset="0"/>
              </a:rPr>
              <a:t>Having a number of clear objectives makes it easy to evaluate the success of the overall training process and, in addition to avoiding obstacles and reaching the final coordinates, we want to use the number of steps, meaning the time needed, to reach the final objective as another evalution metric.</a:t>
            </a:r>
          </a:p>
          <a:p>
            <a:pPr marL="0" indent="0">
              <a:buNone/>
            </a:pPr>
            <a:r>
              <a:rPr lang="it-IT" sz="2200" dirty="0">
                <a:latin typeface="Calibri Light" panose="020F0302020204030204" pitchFamily="34" charset="0"/>
                <a:ea typeface="Calibri Light" panose="020F0302020204030204" pitchFamily="34" charset="0"/>
                <a:cs typeface="Calibri Light" panose="020F0302020204030204" pitchFamily="34" charset="0"/>
              </a:rPr>
              <a:t>This has also the purpose of helping us troubleshooting, as a slower time helps us to evaluate if we need to change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our</a:t>
            </a:r>
            <a:r>
              <a:rPr lang="it-IT" sz="2200" dirty="0">
                <a:latin typeface="Calibri Light" panose="020F0302020204030204" pitchFamily="34" charset="0"/>
                <a:ea typeface="Calibri Light" panose="020F0302020204030204" pitchFamily="34" charset="0"/>
                <a:cs typeface="Calibri Light" panose="020F0302020204030204" pitchFamily="34" charset="0"/>
              </a:rPr>
              <a:t> training strategy.</a:t>
            </a:r>
          </a:p>
        </p:txBody>
      </p:sp>
    </p:spTree>
    <p:extLst>
      <p:ext uri="{BB962C8B-B14F-4D97-AF65-F5344CB8AC3E}">
        <p14:creationId xmlns:p14="http://schemas.microsoft.com/office/powerpoint/2010/main" val="2860758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CC892AB0-7D6D-4FC9-9105-0CB42716188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1"/>
            <a:ext cx="12192000" cy="6858001"/>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0" name="Group 9">
            <a:extLst>
              <a:ext uri="{FF2B5EF4-FFF2-40B4-BE49-F238E27FC236}">
                <a16:creationId xmlns:a16="http://schemas.microsoft.com/office/drawing/2014/main" id="{807353E4-FA19-40CB-8AF8-3A8E6704BE0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372533" y="0"/>
            <a:ext cx="598488" cy="1981201"/>
            <a:chOff x="194733" y="0"/>
            <a:chExt cx="598488" cy="1981201"/>
          </a:xfrm>
        </p:grpSpPr>
        <p:sp>
          <p:nvSpPr>
            <p:cNvPr id="11" name="Freeform 35">
              <a:extLst>
                <a:ext uri="{FF2B5EF4-FFF2-40B4-BE49-F238E27FC236}">
                  <a16:creationId xmlns:a16="http://schemas.microsoft.com/office/drawing/2014/main" id="{697D009D-8E70-460A-BE57-321BB076412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flipV="1">
              <a:off x="285221" y="0"/>
              <a:ext cx="298450" cy="1154113"/>
            </a:xfrm>
            <a:custGeom>
              <a:avLst/>
              <a:gdLst/>
              <a:ahLst/>
              <a:cxnLst/>
              <a:rect l="0" t="0" r="r" b="b"/>
              <a:pathLst>
                <a:path w="188" h="727">
                  <a:moveTo>
                    <a:pt x="15" y="727"/>
                  </a:moveTo>
                  <a:lnTo>
                    <a:pt x="0" y="727"/>
                  </a:lnTo>
                  <a:lnTo>
                    <a:pt x="0" y="407"/>
                  </a:lnTo>
                  <a:lnTo>
                    <a:pt x="0" y="407"/>
                  </a:lnTo>
                  <a:lnTo>
                    <a:pt x="176" y="0"/>
                  </a:lnTo>
                  <a:lnTo>
                    <a:pt x="188" y="6"/>
                  </a:lnTo>
                  <a:lnTo>
                    <a:pt x="15" y="410"/>
                  </a:lnTo>
                  <a:lnTo>
                    <a:pt x="15" y="727"/>
                  </a:lnTo>
                  <a:close/>
                </a:path>
              </a:pathLst>
            </a:custGeom>
            <a:solidFill>
              <a:schemeClr val="tx2">
                <a:alpha val="80000"/>
              </a:schemeClr>
            </a:solidFill>
            <a:ln>
              <a:noFill/>
            </a:ln>
          </p:spPr>
          <p:txBody>
            <a:bodyPr/>
            <a:lstStyle/>
            <a:p>
              <a:endParaRPr lang="it-IT"/>
            </a:p>
          </p:txBody>
        </p:sp>
        <p:sp>
          <p:nvSpPr>
            <p:cNvPr id="12" name="Freeform 36">
              <a:extLst>
                <a:ext uri="{FF2B5EF4-FFF2-40B4-BE49-F238E27FC236}">
                  <a16:creationId xmlns:a16="http://schemas.microsoft.com/office/drawing/2014/main" id="{D0001F35-F282-403E-8D08-0D204D851F7C}"/>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flipV="1">
              <a:off x="526521" y="1141413"/>
              <a:ext cx="157163" cy="155575"/>
            </a:xfrm>
            <a:custGeom>
              <a:avLst/>
              <a:gdLst/>
              <a:ahLst/>
              <a:cxnLst/>
              <a:rect l="0" t="0" r="r" b="b"/>
              <a:pathLst>
                <a:path w="33" h="33">
                  <a:moveTo>
                    <a:pt x="17" y="33"/>
                  </a:moveTo>
                  <a:cubicBezTo>
                    <a:pt x="8" y="33"/>
                    <a:pt x="0" y="25"/>
                    <a:pt x="0" y="16"/>
                  </a:cubicBezTo>
                  <a:cubicBezTo>
                    <a:pt x="0" y="7"/>
                    <a:pt x="8" y="0"/>
                    <a:pt x="17" y="0"/>
                  </a:cubicBezTo>
                  <a:cubicBezTo>
                    <a:pt x="26" y="0"/>
                    <a:pt x="33" y="7"/>
                    <a:pt x="33" y="16"/>
                  </a:cubicBezTo>
                  <a:cubicBezTo>
                    <a:pt x="33" y="25"/>
                    <a:pt x="26" y="33"/>
                    <a:pt x="17" y="33"/>
                  </a:cubicBezTo>
                  <a:close/>
                  <a:moveTo>
                    <a:pt x="17" y="4"/>
                  </a:moveTo>
                  <a:cubicBezTo>
                    <a:pt x="10" y="4"/>
                    <a:pt x="4" y="9"/>
                    <a:pt x="4" y="16"/>
                  </a:cubicBezTo>
                  <a:cubicBezTo>
                    <a:pt x="4" y="23"/>
                    <a:pt x="10" y="29"/>
                    <a:pt x="17" y="29"/>
                  </a:cubicBezTo>
                  <a:cubicBezTo>
                    <a:pt x="23" y="29"/>
                    <a:pt x="29" y="23"/>
                    <a:pt x="29" y="16"/>
                  </a:cubicBezTo>
                  <a:cubicBezTo>
                    <a:pt x="29" y="9"/>
                    <a:pt x="23" y="4"/>
                    <a:pt x="17" y="4"/>
                  </a:cubicBezTo>
                  <a:close/>
                </a:path>
              </a:pathLst>
            </a:custGeom>
            <a:solidFill>
              <a:schemeClr val="tx2">
                <a:alpha val="80000"/>
              </a:schemeClr>
            </a:solidFill>
            <a:ln>
              <a:noFill/>
            </a:ln>
          </p:spPr>
          <p:txBody>
            <a:bodyPr/>
            <a:lstStyle/>
            <a:p>
              <a:endParaRPr lang="it-IT"/>
            </a:p>
          </p:txBody>
        </p:sp>
        <p:sp>
          <p:nvSpPr>
            <p:cNvPr id="13" name="Freeform 38">
              <a:extLst>
                <a:ext uri="{FF2B5EF4-FFF2-40B4-BE49-F238E27FC236}">
                  <a16:creationId xmlns:a16="http://schemas.microsoft.com/office/drawing/2014/main" id="{3F8A69A2-2D15-40CD-8C14-A18643ABA578}"/>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flipV="1">
              <a:off x="389996" y="1792288"/>
              <a:ext cx="188913"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solidFill>
              <a:schemeClr val="tx2">
                <a:alpha val="80000"/>
              </a:schemeClr>
            </a:solidFill>
            <a:ln>
              <a:noFill/>
            </a:ln>
          </p:spPr>
          <p:txBody>
            <a:bodyPr/>
            <a:lstStyle/>
            <a:p>
              <a:endParaRPr lang="it-IT"/>
            </a:p>
          </p:txBody>
        </p:sp>
        <p:sp>
          <p:nvSpPr>
            <p:cNvPr id="14" name="Freeform 39">
              <a:extLst>
                <a:ext uri="{FF2B5EF4-FFF2-40B4-BE49-F238E27FC236}">
                  <a16:creationId xmlns:a16="http://schemas.microsoft.com/office/drawing/2014/main" id="{B665CA2A-9D55-4786-9343-EB46672627B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flipV="1">
              <a:off x="194733" y="0"/>
              <a:ext cx="307975" cy="1801813"/>
            </a:xfrm>
            <a:custGeom>
              <a:avLst/>
              <a:gdLst/>
              <a:ahLst/>
              <a:cxnLst/>
              <a:rect l="0" t="0" r="r" b="b"/>
              <a:pathLst>
                <a:path w="194" h="1135">
                  <a:moveTo>
                    <a:pt x="18" y="1135"/>
                  </a:moveTo>
                  <a:lnTo>
                    <a:pt x="0" y="1135"/>
                  </a:lnTo>
                  <a:lnTo>
                    <a:pt x="0" y="354"/>
                  </a:lnTo>
                  <a:lnTo>
                    <a:pt x="176" y="177"/>
                  </a:lnTo>
                  <a:lnTo>
                    <a:pt x="176" y="0"/>
                  </a:lnTo>
                  <a:lnTo>
                    <a:pt x="194" y="0"/>
                  </a:lnTo>
                  <a:lnTo>
                    <a:pt x="194" y="183"/>
                  </a:lnTo>
                  <a:lnTo>
                    <a:pt x="18" y="360"/>
                  </a:lnTo>
                  <a:lnTo>
                    <a:pt x="18" y="1135"/>
                  </a:lnTo>
                  <a:close/>
                </a:path>
              </a:pathLst>
            </a:custGeom>
            <a:solidFill>
              <a:schemeClr val="tx2">
                <a:alpha val="80000"/>
              </a:schemeClr>
            </a:solidFill>
            <a:ln>
              <a:noFill/>
            </a:ln>
          </p:spPr>
          <p:txBody>
            <a:bodyPr/>
            <a:lstStyle/>
            <a:p>
              <a:endParaRPr lang="it-IT"/>
            </a:p>
          </p:txBody>
        </p:sp>
        <p:sp>
          <p:nvSpPr>
            <p:cNvPr id="15" name="Freeform 40">
              <a:extLst>
                <a:ext uri="{FF2B5EF4-FFF2-40B4-BE49-F238E27FC236}">
                  <a16:creationId xmlns:a16="http://schemas.microsoft.com/office/drawing/2014/main" id="{CEE9BD85-96DF-4CDF-BC0F-C4E46062B3A6}"/>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flipV="1">
              <a:off x="602721" y="242888"/>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solidFill>
              <a:schemeClr val="tx2">
                <a:alpha val="80000"/>
              </a:schemeClr>
            </a:solidFill>
            <a:ln>
              <a:noFill/>
            </a:ln>
          </p:spPr>
          <p:txBody>
            <a:bodyPr/>
            <a:lstStyle/>
            <a:p>
              <a:endParaRPr lang="it-IT"/>
            </a:p>
          </p:txBody>
        </p:sp>
        <p:sp>
          <p:nvSpPr>
            <p:cNvPr id="16" name="Rectangle 41">
              <a:extLst>
                <a:ext uri="{FF2B5EF4-FFF2-40B4-BE49-F238E27FC236}">
                  <a16:creationId xmlns:a16="http://schemas.microsoft.com/office/drawing/2014/main" id="{6BB6F5E5-6CA3-4B20-86A7-1174D6E71FBD}"/>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flipV="1">
              <a:off x="693208" y="0"/>
              <a:ext cx="23813" cy="252413"/>
            </a:xfrm>
            <a:prstGeom prst="rect">
              <a:avLst/>
            </a:prstGeom>
            <a:solidFill>
              <a:schemeClr val="tx2">
                <a:alpha val="80000"/>
              </a:schemeClr>
            </a:solidFill>
            <a:ln>
              <a:noFill/>
            </a:ln>
          </p:spPr>
          <p:txBody>
            <a:bodyPr/>
            <a:lstStyle/>
            <a:p>
              <a:endParaRPr lang="it-IT"/>
            </a:p>
          </p:txBody>
        </p:sp>
      </p:grpSp>
      <p:grpSp>
        <p:nvGrpSpPr>
          <p:cNvPr id="18" name="Group 17">
            <a:extLst>
              <a:ext uri="{FF2B5EF4-FFF2-40B4-BE49-F238E27FC236}">
                <a16:creationId xmlns:a16="http://schemas.microsoft.com/office/drawing/2014/main" id="{0328E69E-CE3D-4110-8BF7-AD3C0C10CB1C}"/>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1085512" y="0"/>
            <a:ext cx="650875" cy="1730375"/>
            <a:chOff x="11347978" y="0"/>
            <a:chExt cx="650875" cy="1730375"/>
          </a:xfrm>
        </p:grpSpPr>
        <p:sp>
          <p:nvSpPr>
            <p:cNvPr id="19" name="Freeform 32">
              <a:extLst>
                <a:ext uri="{FF2B5EF4-FFF2-40B4-BE49-F238E27FC236}">
                  <a16:creationId xmlns:a16="http://schemas.microsoft.com/office/drawing/2014/main" id="{30F84C80-9E12-4460-B88F-D03839F0C8E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1467041" y="0"/>
              <a:ext cx="417513" cy="512763"/>
            </a:xfrm>
            <a:custGeom>
              <a:avLst/>
              <a:gdLst/>
              <a:ahLst/>
              <a:cxnLst/>
              <a:rect l="0" t="0" r="r" b="b"/>
              <a:pathLst>
                <a:path w="263" h="323">
                  <a:moveTo>
                    <a:pt x="12" y="323"/>
                  </a:moveTo>
                  <a:lnTo>
                    <a:pt x="0" y="314"/>
                  </a:lnTo>
                  <a:lnTo>
                    <a:pt x="203" y="108"/>
                  </a:lnTo>
                  <a:lnTo>
                    <a:pt x="248" y="0"/>
                  </a:lnTo>
                  <a:lnTo>
                    <a:pt x="263" y="6"/>
                  </a:lnTo>
                  <a:lnTo>
                    <a:pt x="218" y="117"/>
                  </a:lnTo>
                  <a:lnTo>
                    <a:pt x="218" y="117"/>
                  </a:lnTo>
                  <a:lnTo>
                    <a:pt x="12" y="323"/>
                  </a:lnTo>
                  <a:close/>
                </a:path>
              </a:pathLst>
            </a:custGeom>
            <a:solidFill>
              <a:schemeClr val="tx2">
                <a:alpha val="80000"/>
              </a:schemeClr>
            </a:solidFill>
            <a:ln>
              <a:noFill/>
            </a:ln>
          </p:spPr>
          <p:txBody>
            <a:bodyPr/>
            <a:lstStyle/>
            <a:p>
              <a:endParaRPr lang="it-IT"/>
            </a:p>
          </p:txBody>
        </p:sp>
        <p:sp>
          <p:nvSpPr>
            <p:cNvPr id="20" name="Freeform 33">
              <a:extLst>
                <a:ext uri="{FF2B5EF4-FFF2-40B4-BE49-F238E27FC236}">
                  <a16:creationId xmlns:a16="http://schemas.microsoft.com/office/drawing/2014/main" id="{2F84C18C-5783-48FF-9DE0-FDA327CFC4F2}"/>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11347978" y="474663"/>
              <a:ext cx="157163" cy="152400"/>
            </a:xfrm>
            <a:custGeom>
              <a:avLst/>
              <a:gdLst/>
              <a:ahLst/>
              <a:cxnLst/>
              <a:rect l="0" t="0" r="r" b="b"/>
              <a:pathLst>
                <a:path w="33" h="32">
                  <a:moveTo>
                    <a:pt x="17" y="32"/>
                  </a:moveTo>
                  <a:cubicBezTo>
                    <a:pt x="13" y="32"/>
                    <a:pt x="9" y="30"/>
                    <a:pt x="6" y="27"/>
                  </a:cubicBezTo>
                  <a:cubicBezTo>
                    <a:pt x="0" y="21"/>
                    <a:pt x="0" y="11"/>
                    <a:pt x="6" y="5"/>
                  </a:cubicBezTo>
                  <a:cubicBezTo>
                    <a:pt x="9" y="2"/>
                    <a:pt x="13" y="0"/>
                    <a:pt x="17" y="0"/>
                  </a:cubicBezTo>
                  <a:cubicBezTo>
                    <a:pt x="21" y="0"/>
                    <a:pt x="25" y="2"/>
                    <a:pt x="28" y="5"/>
                  </a:cubicBezTo>
                  <a:cubicBezTo>
                    <a:pt x="31" y="8"/>
                    <a:pt x="33" y="12"/>
                    <a:pt x="33" y="16"/>
                  </a:cubicBezTo>
                  <a:cubicBezTo>
                    <a:pt x="33" y="20"/>
                    <a:pt x="31" y="24"/>
                    <a:pt x="28" y="27"/>
                  </a:cubicBezTo>
                  <a:cubicBezTo>
                    <a:pt x="25" y="30"/>
                    <a:pt x="21" y="32"/>
                    <a:pt x="17" y="32"/>
                  </a:cubicBezTo>
                  <a:close/>
                  <a:moveTo>
                    <a:pt x="17" y="4"/>
                  </a:moveTo>
                  <a:cubicBezTo>
                    <a:pt x="14" y="4"/>
                    <a:pt x="11" y="6"/>
                    <a:pt x="9" y="8"/>
                  </a:cubicBezTo>
                  <a:cubicBezTo>
                    <a:pt x="4" y="12"/>
                    <a:pt x="4" y="20"/>
                    <a:pt x="9" y="24"/>
                  </a:cubicBezTo>
                  <a:cubicBezTo>
                    <a:pt x="11" y="27"/>
                    <a:pt x="14" y="28"/>
                    <a:pt x="17" y="28"/>
                  </a:cubicBezTo>
                  <a:cubicBezTo>
                    <a:pt x="20" y="28"/>
                    <a:pt x="23" y="27"/>
                    <a:pt x="26" y="24"/>
                  </a:cubicBezTo>
                  <a:cubicBezTo>
                    <a:pt x="30" y="20"/>
                    <a:pt x="30" y="12"/>
                    <a:pt x="26" y="8"/>
                  </a:cubicBezTo>
                  <a:cubicBezTo>
                    <a:pt x="23" y="6"/>
                    <a:pt x="20" y="4"/>
                    <a:pt x="17" y="4"/>
                  </a:cubicBezTo>
                  <a:close/>
                </a:path>
              </a:pathLst>
            </a:custGeom>
            <a:solidFill>
              <a:schemeClr val="tx2">
                <a:alpha val="80000"/>
              </a:schemeClr>
            </a:solidFill>
            <a:ln>
              <a:noFill/>
            </a:ln>
          </p:spPr>
          <p:txBody>
            <a:bodyPr/>
            <a:lstStyle/>
            <a:p>
              <a:endParaRPr lang="it-IT"/>
            </a:p>
          </p:txBody>
        </p:sp>
        <p:sp>
          <p:nvSpPr>
            <p:cNvPr id="21" name="Freeform 34">
              <a:extLst>
                <a:ext uri="{FF2B5EF4-FFF2-40B4-BE49-F238E27FC236}">
                  <a16:creationId xmlns:a16="http://schemas.microsoft.com/office/drawing/2014/main" id="{08C6A855-346C-4589-9AD4-5E15BCBC7A27}"/>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11614678" y="1539875"/>
              <a:ext cx="188913"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solidFill>
              <a:schemeClr val="tx2">
                <a:alpha val="80000"/>
              </a:schemeClr>
            </a:solidFill>
            <a:ln>
              <a:noFill/>
            </a:ln>
          </p:spPr>
          <p:txBody>
            <a:bodyPr/>
            <a:lstStyle/>
            <a:p>
              <a:endParaRPr lang="it-IT"/>
            </a:p>
          </p:txBody>
        </p:sp>
        <p:sp>
          <p:nvSpPr>
            <p:cNvPr id="22" name="Freeform 37">
              <a:extLst>
                <a:ext uri="{FF2B5EF4-FFF2-40B4-BE49-F238E27FC236}">
                  <a16:creationId xmlns:a16="http://schemas.microsoft.com/office/drawing/2014/main" id="{7E64BEE6-1157-421C-A02A-47639E4D9FC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1694053" y="4763"/>
              <a:ext cx="304800" cy="1544638"/>
            </a:xfrm>
            <a:custGeom>
              <a:avLst/>
              <a:gdLst/>
              <a:ahLst/>
              <a:cxnLst/>
              <a:rect l="0" t="0" r="r" b="b"/>
              <a:pathLst>
                <a:path w="192" h="973">
                  <a:moveTo>
                    <a:pt x="15" y="973"/>
                  </a:moveTo>
                  <a:lnTo>
                    <a:pt x="0" y="973"/>
                  </a:lnTo>
                  <a:lnTo>
                    <a:pt x="0" y="790"/>
                  </a:lnTo>
                  <a:lnTo>
                    <a:pt x="174" y="614"/>
                  </a:lnTo>
                  <a:lnTo>
                    <a:pt x="174" y="0"/>
                  </a:lnTo>
                  <a:lnTo>
                    <a:pt x="192" y="0"/>
                  </a:lnTo>
                  <a:lnTo>
                    <a:pt x="192" y="620"/>
                  </a:lnTo>
                  <a:lnTo>
                    <a:pt x="15" y="796"/>
                  </a:lnTo>
                  <a:lnTo>
                    <a:pt x="15" y="973"/>
                  </a:lnTo>
                  <a:close/>
                </a:path>
              </a:pathLst>
            </a:custGeom>
            <a:solidFill>
              <a:schemeClr val="tx2">
                <a:alpha val="80000"/>
              </a:schemeClr>
            </a:solidFill>
            <a:ln>
              <a:noFill/>
            </a:ln>
          </p:spPr>
          <p:txBody>
            <a:bodyPr/>
            <a:lstStyle/>
            <a:p>
              <a:endParaRPr lang="it-IT"/>
            </a:p>
          </p:txBody>
        </p:sp>
      </p:grpSp>
      <p:grpSp>
        <p:nvGrpSpPr>
          <p:cNvPr id="24" name="Group 23">
            <a:extLst>
              <a:ext uri="{FF2B5EF4-FFF2-40B4-BE49-F238E27FC236}">
                <a16:creationId xmlns:a16="http://schemas.microsoft.com/office/drawing/2014/main" id="{F64806C9-3599-45A7-BCFF-F762C54276F8}"/>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flipH="1">
            <a:off x="440267" y="5118101"/>
            <a:ext cx="650875" cy="1730375"/>
            <a:chOff x="118533" y="5118101"/>
            <a:chExt cx="650875" cy="1730375"/>
          </a:xfrm>
        </p:grpSpPr>
        <p:sp>
          <p:nvSpPr>
            <p:cNvPr id="25" name="Freeform 32">
              <a:extLst>
                <a:ext uri="{FF2B5EF4-FFF2-40B4-BE49-F238E27FC236}">
                  <a16:creationId xmlns:a16="http://schemas.microsoft.com/office/drawing/2014/main" id="{41D6E755-9558-4CAA-8F56-469D231C359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flipV="1">
              <a:off x="237596" y="6335713"/>
              <a:ext cx="417513" cy="512763"/>
            </a:xfrm>
            <a:custGeom>
              <a:avLst/>
              <a:gdLst/>
              <a:ahLst/>
              <a:cxnLst/>
              <a:rect l="0" t="0" r="r" b="b"/>
              <a:pathLst>
                <a:path w="263" h="323">
                  <a:moveTo>
                    <a:pt x="12" y="323"/>
                  </a:moveTo>
                  <a:lnTo>
                    <a:pt x="0" y="314"/>
                  </a:lnTo>
                  <a:lnTo>
                    <a:pt x="203" y="108"/>
                  </a:lnTo>
                  <a:lnTo>
                    <a:pt x="248" y="0"/>
                  </a:lnTo>
                  <a:lnTo>
                    <a:pt x="263" y="6"/>
                  </a:lnTo>
                  <a:lnTo>
                    <a:pt x="218" y="117"/>
                  </a:lnTo>
                  <a:lnTo>
                    <a:pt x="218" y="117"/>
                  </a:lnTo>
                  <a:lnTo>
                    <a:pt x="12" y="323"/>
                  </a:lnTo>
                  <a:close/>
                </a:path>
              </a:pathLst>
            </a:custGeom>
            <a:solidFill>
              <a:schemeClr val="tx2">
                <a:alpha val="80000"/>
              </a:schemeClr>
            </a:solidFill>
            <a:ln>
              <a:noFill/>
            </a:ln>
          </p:spPr>
          <p:txBody>
            <a:bodyPr/>
            <a:lstStyle/>
            <a:p>
              <a:endParaRPr lang="it-IT"/>
            </a:p>
          </p:txBody>
        </p:sp>
        <p:sp>
          <p:nvSpPr>
            <p:cNvPr id="26" name="Freeform 33">
              <a:extLst>
                <a:ext uri="{FF2B5EF4-FFF2-40B4-BE49-F238E27FC236}">
                  <a16:creationId xmlns:a16="http://schemas.microsoft.com/office/drawing/2014/main" id="{8FCD41C4-606C-446C-8C81-6353C64424AF}"/>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flipV="1">
              <a:off x="118533" y="6221413"/>
              <a:ext cx="157163" cy="152400"/>
            </a:xfrm>
            <a:custGeom>
              <a:avLst/>
              <a:gdLst/>
              <a:ahLst/>
              <a:cxnLst/>
              <a:rect l="0" t="0" r="r" b="b"/>
              <a:pathLst>
                <a:path w="33" h="32">
                  <a:moveTo>
                    <a:pt x="17" y="32"/>
                  </a:moveTo>
                  <a:cubicBezTo>
                    <a:pt x="13" y="32"/>
                    <a:pt x="9" y="30"/>
                    <a:pt x="6" y="27"/>
                  </a:cubicBezTo>
                  <a:cubicBezTo>
                    <a:pt x="0" y="21"/>
                    <a:pt x="0" y="11"/>
                    <a:pt x="6" y="5"/>
                  </a:cubicBezTo>
                  <a:cubicBezTo>
                    <a:pt x="9" y="2"/>
                    <a:pt x="13" y="0"/>
                    <a:pt x="17" y="0"/>
                  </a:cubicBezTo>
                  <a:cubicBezTo>
                    <a:pt x="21" y="0"/>
                    <a:pt x="25" y="2"/>
                    <a:pt x="28" y="5"/>
                  </a:cubicBezTo>
                  <a:cubicBezTo>
                    <a:pt x="31" y="8"/>
                    <a:pt x="33" y="12"/>
                    <a:pt x="33" y="16"/>
                  </a:cubicBezTo>
                  <a:cubicBezTo>
                    <a:pt x="33" y="20"/>
                    <a:pt x="31" y="24"/>
                    <a:pt x="28" y="27"/>
                  </a:cubicBezTo>
                  <a:cubicBezTo>
                    <a:pt x="25" y="30"/>
                    <a:pt x="21" y="32"/>
                    <a:pt x="17" y="32"/>
                  </a:cubicBezTo>
                  <a:close/>
                  <a:moveTo>
                    <a:pt x="17" y="4"/>
                  </a:moveTo>
                  <a:cubicBezTo>
                    <a:pt x="14" y="4"/>
                    <a:pt x="11" y="6"/>
                    <a:pt x="9" y="8"/>
                  </a:cubicBezTo>
                  <a:cubicBezTo>
                    <a:pt x="4" y="12"/>
                    <a:pt x="4" y="20"/>
                    <a:pt x="9" y="24"/>
                  </a:cubicBezTo>
                  <a:cubicBezTo>
                    <a:pt x="11" y="27"/>
                    <a:pt x="14" y="28"/>
                    <a:pt x="17" y="28"/>
                  </a:cubicBezTo>
                  <a:cubicBezTo>
                    <a:pt x="20" y="28"/>
                    <a:pt x="23" y="27"/>
                    <a:pt x="26" y="24"/>
                  </a:cubicBezTo>
                  <a:cubicBezTo>
                    <a:pt x="30" y="20"/>
                    <a:pt x="30" y="12"/>
                    <a:pt x="26" y="8"/>
                  </a:cubicBezTo>
                  <a:cubicBezTo>
                    <a:pt x="23" y="6"/>
                    <a:pt x="20" y="4"/>
                    <a:pt x="17" y="4"/>
                  </a:cubicBezTo>
                  <a:close/>
                </a:path>
              </a:pathLst>
            </a:custGeom>
            <a:solidFill>
              <a:schemeClr val="tx2">
                <a:alpha val="80000"/>
              </a:schemeClr>
            </a:solidFill>
            <a:ln>
              <a:noFill/>
            </a:ln>
          </p:spPr>
          <p:txBody>
            <a:bodyPr/>
            <a:lstStyle/>
            <a:p>
              <a:endParaRPr lang="it-IT"/>
            </a:p>
          </p:txBody>
        </p:sp>
        <p:sp>
          <p:nvSpPr>
            <p:cNvPr id="27" name="Freeform 34">
              <a:extLst>
                <a:ext uri="{FF2B5EF4-FFF2-40B4-BE49-F238E27FC236}">
                  <a16:creationId xmlns:a16="http://schemas.microsoft.com/office/drawing/2014/main" id="{274CFBE4-CEA6-4C81-BB1E-83E1896771D7}"/>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flipV="1">
              <a:off x="385233" y="5118101"/>
              <a:ext cx="188913"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solidFill>
              <a:schemeClr val="tx2">
                <a:alpha val="80000"/>
              </a:schemeClr>
            </a:solidFill>
            <a:ln>
              <a:noFill/>
            </a:ln>
          </p:spPr>
          <p:txBody>
            <a:bodyPr/>
            <a:lstStyle/>
            <a:p>
              <a:endParaRPr lang="it-IT"/>
            </a:p>
          </p:txBody>
        </p:sp>
        <p:sp>
          <p:nvSpPr>
            <p:cNvPr id="28" name="Freeform 37">
              <a:extLst>
                <a:ext uri="{FF2B5EF4-FFF2-40B4-BE49-F238E27FC236}">
                  <a16:creationId xmlns:a16="http://schemas.microsoft.com/office/drawing/2014/main" id="{24813D3D-7B30-42F2-9065-1B40F140C7D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flipV="1">
              <a:off x="464608" y="5299075"/>
              <a:ext cx="304800" cy="1544638"/>
            </a:xfrm>
            <a:custGeom>
              <a:avLst/>
              <a:gdLst/>
              <a:ahLst/>
              <a:cxnLst/>
              <a:rect l="0" t="0" r="r" b="b"/>
              <a:pathLst>
                <a:path w="192" h="973">
                  <a:moveTo>
                    <a:pt x="15" y="973"/>
                  </a:moveTo>
                  <a:lnTo>
                    <a:pt x="0" y="973"/>
                  </a:lnTo>
                  <a:lnTo>
                    <a:pt x="0" y="790"/>
                  </a:lnTo>
                  <a:lnTo>
                    <a:pt x="174" y="614"/>
                  </a:lnTo>
                  <a:lnTo>
                    <a:pt x="174" y="0"/>
                  </a:lnTo>
                  <a:lnTo>
                    <a:pt x="192" y="0"/>
                  </a:lnTo>
                  <a:lnTo>
                    <a:pt x="192" y="620"/>
                  </a:lnTo>
                  <a:lnTo>
                    <a:pt x="15" y="796"/>
                  </a:lnTo>
                  <a:lnTo>
                    <a:pt x="15" y="973"/>
                  </a:lnTo>
                  <a:close/>
                </a:path>
              </a:pathLst>
            </a:custGeom>
            <a:solidFill>
              <a:schemeClr val="tx2">
                <a:alpha val="80000"/>
              </a:schemeClr>
            </a:solidFill>
            <a:ln>
              <a:noFill/>
            </a:ln>
          </p:spPr>
          <p:txBody>
            <a:bodyPr/>
            <a:lstStyle/>
            <a:p>
              <a:endParaRPr lang="it-IT"/>
            </a:p>
          </p:txBody>
        </p:sp>
      </p:grpSp>
      <p:grpSp>
        <p:nvGrpSpPr>
          <p:cNvPr id="30" name="Group 29">
            <a:extLst>
              <a:ext uri="{FF2B5EF4-FFF2-40B4-BE49-F238E27FC236}">
                <a16:creationId xmlns:a16="http://schemas.microsoft.com/office/drawing/2014/main" id="{1287AC97-A8E8-4B45-A50A-3057A88B4088}"/>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flipH="1">
            <a:off x="11229445" y="4867275"/>
            <a:ext cx="598488" cy="1981201"/>
            <a:chOff x="11424178" y="4867275"/>
            <a:chExt cx="598488" cy="1981201"/>
          </a:xfrm>
        </p:grpSpPr>
        <p:sp>
          <p:nvSpPr>
            <p:cNvPr id="31" name="Freeform 35">
              <a:extLst>
                <a:ext uri="{FF2B5EF4-FFF2-40B4-BE49-F238E27FC236}">
                  <a16:creationId xmlns:a16="http://schemas.microsoft.com/office/drawing/2014/main" id="{57D70AA8-D36C-4DF9-B7D7-4E2C9BEFD9D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1514666" y="5694363"/>
              <a:ext cx="298450" cy="1154113"/>
            </a:xfrm>
            <a:custGeom>
              <a:avLst/>
              <a:gdLst/>
              <a:ahLst/>
              <a:cxnLst/>
              <a:rect l="0" t="0" r="r" b="b"/>
              <a:pathLst>
                <a:path w="188" h="727">
                  <a:moveTo>
                    <a:pt x="15" y="727"/>
                  </a:moveTo>
                  <a:lnTo>
                    <a:pt x="0" y="727"/>
                  </a:lnTo>
                  <a:lnTo>
                    <a:pt x="0" y="407"/>
                  </a:lnTo>
                  <a:lnTo>
                    <a:pt x="0" y="407"/>
                  </a:lnTo>
                  <a:lnTo>
                    <a:pt x="176" y="0"/>
                  </a:lnTo>
                  <a:lnTo>
                    <a:pt x="188" y="6"/>
                  </a:lnTo>
                  <a:lnTo>
                    <a:pt x="15" y="410"/>
                  </a:lnTo>
                  <a:lnTo>
                    <a:pt x="15" y="727"/>
                  </a:lnTo>
                  <a:close/>
                </a:path>
              </a:pathLst>
            </a:custGeom>
            <a:solidFill>
              <a:schemeClr val="tx2">
                <a:alpha val="80000"/>
              </a:schemeClr>
            </a:solidFill>
            <a:ln>
              <a:noFill/>
            </a:ln>
          </p:spPr>
          <p:txBody>
            <a:bodyPr/>
            <a:lstStyle/>
            <a:p>
              <a:endParaRPr lang="it-IT"/>
            </a:p>
          </p:txBody>
        </p:sp>
        <p:sp>
          <p:nvSpPr>
            <p:cNvPr id="32" name="Freeform 36">
              <a:extLst>
                <a:ext uri="{FF2B5EF4-FFF2-40B4-BE49-F238E27FC236}">
                  <a16:creationId xmlns:a16="http://schemas.microsoft.com/office/drawing/2014/main" id="{74D88556-8C5B-41AF-9FA0-92D2734708D4}"/>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11755966" y="5551488"/>
              <a:ext cx="157163" cy="155575"/>
            </a:xfrm>
            <a:custGeom>
              <a:avLst/>
              <a:gdLst/>
              <a:ahLst/>
              <a:cxnLst/>
              <a:rect l="0" t="0" r="r" b="b"/>
              <a:pathLst>
                <a:path w="33" h="33">
                  <a:moveTo>
                    <a:pt x="17" y="33"/>
                  </a:moveTo>
                  <a:cubicBezTo>
                    <a:pt x="8" y="33"/>
                    <a:pt x="0" y="25"/>
                    <a:pt x="0" y="16"/>
                  </a:cubicBezTo>
                  <a:cubicBezTo>
                    <a:pt x="0" y="7"/>
                    <a:pt x="8" y="0"/>
                    <a:pt x="17" y="0"/>
                  </a:cubicBezTo>
                  <a:cubicBezTo>
                    <a:pt x="26" y="0"/>
                    <a:pt x="33" y="7"/>
                    <a:pt x="33" y="16"/>
                  </a:cubicBezTo>
                  <a:cubicBezTo>
                    <a:pt x="33" y="25"/>
                    <a:pt x="26" y="33"/>
                    <a:pt x="17" y="33"/>
                  </a:cubicBezTo>
                  <a:close/>
                  <a:moveTo>
                    <a:pt x="17" y="4"/>
                  </a:moveTo>
                  <a:cubicBezTo>
                    <a:pt x="10" y="4"/>
                    <a:pt x="4" y="9"/>
                    <a:pt x="4" y="16"/>
                  </a:cubicBezTo>
                  <a:cubicBezTo>
                    <a:pt x="4" y="23"/>
                    <a:pt x="10" y="29"/>
                    <a:pt x="17" y="29"/>
                  </a:cubicBezTo>
                  <a:cubicBezTo>
                    <a:pt x="23" y="29"/>
                    <a:pt x="29" y="23"/>
                    <a:pt x="29" y="16"/>
                  </a:cubicBezTo>
                  <a:cubicBezTo>
                    <a:pt x="29" y="9"/>
                    <a:pt x="23" y="4"/>
                    <a:pt x="17" y="4"/>
                  </a:cubicBezTo>
                  <a:close/>
                </a:path>
              </a:pathLst>
            </a:custGeom>
            <a:solidFill>
              <a:schemeClr val="tx2">
                <a:alpha val="80000"/>
              </a:schemeClr>
            </a:solidFill>
            <a:ln>
              <a:noFill/>
            </a:ln>
          </p:spPr>
          <p:txBody>
            <a:bodyPr/>
            <a:lstStyle/>
            <a:p>
              <a:endParaRPr lang="it-IT"/>
            </a:p>
          </p:txBody>
        </p:sp>
        <p:sp>
          <p:nvSpPr>
            <p:cNvPr id="33" name="Freeform 38">
              <a:extLst>
                <a:ext uri="{FF2B5EF4-FFF2-40B4-BE49-F238E27FC236}">
                  <a16:creationId xmlns:a16="http://schemas.microsoft.com/office/drawing/2014/main" id="{17E00558-8912-48C6-8202-D8A2D854B7D9}"/>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11619441" y="4867275"/>
              <a:ext cx="188913"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solidFill>
              <a:schemeClr val="tx2">
                <a:alpha val="80000"/>
              </a:schemeClr>
            </a:solidFill>
            <a:ln>
              <a:noFill/>
            </a:ln>
          </p:spPr>
          <p:txBody>
            <a:bodyPr/>
            <a:lstStyle/>
            <a:p>
              <a:endParaRPr lang="it-IT"/>
            </a:p>
          </p:txBody>
        </p:sp>
        <p:sp>
          <p:nvSpPr>
            <p:cNvPr id="34" name="Freeform 39">
              <a:extLst>
                <a:ext uri="{FF2B5EF4-FFF2-40B4-BE49-F238E27FC236}">
                  <a16:creationId xmlns:a16="http://schemas.microsoft.com/office/drawing/2014/main" id="{7E4C092A-90EF-4870-97FC-C2D97FD2CEA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1424178" y="5046663"/>
              <a:ext cx="307975" cy="1801813"/>
            </a:xfrm>
            <a:custGeom>
              <a:avLst/>
              <a:gdLst/>
              <a:ahLst/>
              <a:cxnLst/>
              <a:rect l="0" t="0" r="r" b="b"/>
              <a:pathLst>
                <a:path w="194" h="1135">
                  <a:moveTo>
                    <a:pt x="18" y="1135"/>
                  </a:moveTo>
                  <a:lnTo>
                    <a:pt x="0" y="1135"/>
                  </a:lnTo>
                  <a:lnTo>
                    <a:pt x="0" y="354"/>
                  </a:lnTo>
                  <a:lnTo>
                    <a:pt x="176" y="177"/>
                  </a:lnTo>
                  <a:lnTo>
                    <a:pt x="176" y="0"/>
                  </a:lnTo>
                  <a:lnTo>
                    <a:pt x="194" y="0"/>
                  </a:lnTo>
                  <a:lnTo>
                    <a:pt x="194" y="183"/>
                  </a:lnTo>
                  <a:lnTo>
                    <a:pt x="18" y="360"/>
                  </a:lnTo>
                  <a:lnTo>
                    <a:pt x="18" y="1135"/>
                  </a:lnTo>
                  <a:close/>
                </a:path>
              </a:pathLst>
            </a:custGeom>
            <a:solidFill>
              <a:schemeClr val="tx2">
                <a:alpha val="80000"/>
              </a:schemeClr>
            </a:solidFill>
            <a:ln>
              <a:noFill/>
            </a:ln>
          </p:spPr>
          <p:txBody>
            <a:bodyPr/>
            <a:lstStyle/>
            <a:p>
              <a:endParaRPr lang="it-IT"/>
            </a:p>
          </p:txBody>
        </p:sp>
        <p:sp>
          <p:nvSpPr>
            <p:cNvPr id="35" name="Freeform 40">
              <a:extLst>
                <a:ext uri="{FF2B5EF4-FFF2-40B4-BE49-F238E27FC236}">
                  <a16:creationId xmlns:a16="http://schemas.microsoft.com/office/drawing/2014/main" id="{0C8C091A-4902-4B98-BB6B-AF6FA1174BB6}"/>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11832166" y="6416675"/>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solidFill>
              <a:schemeClr val="tx2">
                <a:alpha val="80000"/>
              </a:schemeClr>
            </a:solidFill>
            <a:ln>
              <a:noFill/>
            </a:ln>
          </p:spPr>
          <p:txBody>
            <a:bodyPr/>
            <a:lstStyle/>
            <a:p>
              <a:endParaRPr lang="it-IT"/>
            </a:p>
          </p:txBody>
        </p:sp>
        <p:sp>
          <p:nvSpPr>
            <p:cNvPr id="36" name="Rectangle 41">
              <a:extLst>
                <a:ext uri="{FF2B5EF4-FFF2-40B4-BE49-F238E27FC236}">
                  <a16:creationId xmlns:a16="http://schemas.microsoft.com/office/drawing/2014/main" id="{50C57AA3-5B6E-4C49-9AE3-D130A25404A7}"/>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922653" y="6596063"/>
              <a:ext cx="23813" cy="252413"/>
            </a:xfrm>
            <a:prstGeom prst="rect">
              <a:avLst/>
            </a:prstGeom>
            <a:solidFill>
              <a:schemeClr val="tx2">
                <a:alpha val="80000"/>
              </a:schemeClr>
            </a:solidFill>
            <a:ln>
              <a:noFill/>
            </a:ln>
          </p:spPr>
          <p:txBody>
            <a:bodyPr/>
            <a:lstStyle/>
            <a:p>
              <a:endParaRPr lang="it-IT"/>
            </a:p>
          </p:txBody>
        </p:sp>
      </p:grpSp>
      <p:sp>
        <p:nvSpPr>
          <p:cNvPr id="38" name="Rectangle 37">
            <a:extLst>
              <a:ext uri="{FF2B5EF4-FFF2-40B4-BE49-F238E27FC236}">
                <a16:creationId xmlns:a16="http://schemas.microsoft.com/office/drawing/2014/main" id="{6D29BE04-4454-4832-B83F-10D001BFF94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bg2">
              <a:lumMod val="50000"/>
              <a:alpha val="7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0" name="Round Diagonal Corner Rectangle 7">
            <a:extLst>
              <a:ext uri="{FF2B5EF4-FFF2-40B4-BE49-F238E27FC236}">
                <a16:creationId xmlns:a16="http://schemas.microsoft.com/office/drawing/2014/main" id="{98714CE9-3C2C-48E1-8B8F-CFB7735C43D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922867" y="766234"/>
            <a:ext cx="10346266" cy="5325532"/>
          </a:xfrm>
          <a:prstGeom prst="round2DiagRect">
            <a:avLst>
              <a:gd name="adj1" fmla="val 4147"/>
              <a:gd name="adj2" fmla="val 0"/>
            </a:avLst>
          </a:prstGeom>
          <a:solidFill>
            <a:schemeClr val="bg2">
              <a:lumMod val="50000"/>
              <a:alpha val="80000"/>
            </a:schemeClr>
          </a:solidFill>
          <a:ln w="19050" cap="sq">
            <a:solidFill>
              <a:srgbClr val="FFFFFF">
                <a:alpha val="60000"/>
              </a:srgbClr>
            </a:solidFill>
            <a:miter lim="800000"/>
          </a:ln>
          <a:effectLst>
            <a:outerShdw blurRad="88900" dist="38100" dir="5400000" algn="t"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 name="Titolo 1">
            <a:extLst>
              <a:ext uri="{FF2B5EF4-FFF2-40B4-BE49-F238E27FC236}">
                <a16:creationId xmlns:a16="http://schemas.microsoft.com/office/drawing/2014/main" id="{72BCD812-853D-1799-B0D4-B970F7EDD90F}"/>
              </a:ext>
            </a:extLst>
          </p:cNvPr>
          <p:cNvSpPr>
            <a:spLocks noGrp="1"/>
          </p:cNvSpPr>
          <p:nvPr>
            <p:ph type="title"/>
          </p:nvPr>
        </p:nvSpPr>
        <p:spPr>
          <a:xfrm>
            <a:off x="1571890" y="2672406"/>
            <a:ext cx="9048219" cy="1092200"/>
          </a:xfrm>
        </p:spPr>
        <p:txBody>
          <a:bodyPr anchor="ctr">
            <a:normAutofit/>
          </a:bodyPr>
          <a:lstStyle/>
          <a:p>
            <a:pPr algn="ctr"/>
            <a:r>
              <a:rPr lang="it-IT" dirty="0" err="1">
                <a:solidFill>
                  <a:srgbClr val="FFFFFF"/>
                </a:solidFill>
              </a:rPr>
              <a:t>Actual</a:t>
            </a:r>
            <a:r>
              <a:rPr lang="it-IT" dirty="0">
                <a:solidFill>
                  <a:srgbClr val="FFFFFF"/>
                </a:solidFill>
              </a:rPr>
              <a:t> </a:t>
            </a:r>
            <a:r>
              <a:rPr lang="it-IT" dirty="0" err="1">
                <a:solidFill>
                  <a:srgbClr val="FFFFFF"/>
                </a:solidFill>
              </a:rPr>
              <a:t>implementation</a:t>
            </a:r>
            <a:r>
              <a:rPr lang="it-IT" dirty="0">
                <a:solidFill>
                  <a:srgbClr val="FFFFFF"/>
                </a:solidFill>
              </a:rPr>
              <a:t> and </a:t>
            </a:r>
            <a:r>
              <a:rPr lang="it-IT" dirty="0" err="1">
                <a:solidFill>
                  <a:srgbClr val="FFFFFF"/>
                </a:solidFill>
              </a:rPr>
              <a:t>achieved</a:t>
            </a:r>
            <a:r>
              <a:rPr lang="it-IT" dirty="0">
                <a:solidFill>
                  <a:srgbClr val="FFFFFF"/>
                </a:solidFill>
              </a:rPr>
              <a:t> goals</a:t>
            </a:r>
          </a:p>
        </p:txBody>
      </p:sp>
    </p:spTree>
    <p:extLst>
      <p:ext uri="{BB962C8B-B14F-4D97-AF65-F5344CB8AC3E}">
        <p14:creationId xmlns:p14="http://schemas.microsoft.com/office/powerpoint/2010/main" val="133579106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6BFC9644-673A-459F-B3C5-9310A4E50E3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bg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0" name="Group 9">
            <a:extLst>
              <a:ext uri="{FF2B5EF4-FFF2-40B4-BE49-F238E27FC236}">
                <a16:creationId xmlns:a16="http://schemas.microsoft.com/office/drawing/2014/main" id="{4ADB9295-9645-4BF2-ADFD-75800B7FAD06}"/>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4288" y="0"/>
            <a:ext cx="1220788" cy="6858001"/>
            <a:chOff x="-14288" y="0"/>
            <a:chExt cx="1220788" cy="6858001"/>
          </a:xfrm>
          <a:solidFill>
            <a:schemeClr val="bg2">
              <a:lumMod val="60000"/>
              <a:lumOff val="40000"/>
              <a:alpha val="60000"/>
            </a:schemeClr>
          </a:solidFill>
        </p:grpSpPr>
        <p:sp>
          <p:nvSpPr>
            <p:cNvPr id="11" name="Rectangle 5">
              <a:extLst>
                <a:ext uri="{FF2B5EF4-FFF2-40B4-BE49-F238E27FC236}">
                  <a16:creationId xmlns:a16="http://schemas.microsoft.com/office/drawing/2014/main" id="{95B061E9-E435-4E1B-B160-96584A116691}"/>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4300" y="4763"/>
              <a:ext cx="23813" cy="2181225"/>
            </a:xfrm>
            <a:prstGeom prst="rect">
              <a:avLst/>
            </a:pr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miter lim="800000"/>
                  <a:headEnd/>
                  <a:tailEnd/>
                </a14:hiddenLine>
              </a:ext>
            </a:extLst>
          </p:spPr>
          <p:txBody>
            <a:bodyPr/>
            <a:lstStyle/>
            <a:p>
              <a:endParaRPr lang="it-IT"/>
            </a:p>
          </p:txBody>
        </p:sp>
        <p:sp>
          <p:nvSpPr>
            <p:cNvPr id="12" name="Freeform 6">
              <a:extLst>
                <a:ext uri="{FF2B5EF4-FFF2-40B4-BE49-F238E27FC236}">
                  <a16:creationId xmlns:a16="http://schemas.microsoft.com/office/drawing/2014/main" id="{3CD7972E-7D38-40EE-A80B-E2A848811EDD}"/>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33337" y="217646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13" name="Freeform 7">
              <a:extLst>
                <a:ext uri="{FF2B5EF4-FFF2-40B4-BE49-F238E27FC236}">
                  <a16:creationId xmlns:a16="http://schemas.microsoft.com/office/drawing/2014/main" id="{524A3B55-746F-419F-8CFF-5F3A4BE14345}"/>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28575" y="4021138"/>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14" name="Freeform 8">
              <a:extLst>
                <a:ext uri="{FF2B5EF4-FFF2-40B4-BE49-F238E27FC236}">
                  <a16:creationId xmlns:a16="http://schemas.microsoft.com/office/drawing/2014/main" id="{9C63219B-AD72-4494-935E-F5C70DB5497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200025" y="4763"/>
              <a:ext cx="369888" cy="1811338"/>
            </a:xfrm>
            <a:custGeom>
              <a:avLst/>
              <a:gdLst/>
              <a:ahLst/>
              <a:cxnLst/>
              <a:rect l="0" t="0" r="r" b="b"/>
              <a:pathLst>
                <a:path w="233" h="1141">
                  <a:moveTo>
                    <a:pt x="218" y="1141"/>
                  </a:moveTo>
                  <a:lnTo>
                    <a:pt x="0" y="626"/>
                  </a:lnTo>
                  <a:lnTo>
                    <a:pt x="0" y="0"/>
                  </a:lnTo>
                  <a:lnTo>
                    <a:pt x="15" y="0"/>
                  </a:lnTo>
                  <a:lnTo>
                    <a:pt x="15" y="623"/>
                  </a:lnTo>
                  <a:lnTo>
                    <a:pt x="233" y="1135"/>
                  </a:lnTo>
                  <a:lnTo>
                    <a:pt x="218" y="1141"/>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15" name="Freeform 9">
              <a:extLst>
                <a:ext uri="{FF2B5EF4-FFF2-40B4-BE49-F238E27FC236}">
                  <a16:creationId xmlns:a16="http://schemas.microsoft.com/office/drawing/2014/main" id="{15B41FD2-05E2-44E7-8760-09E65D1C6034}"/>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503237" y="1801813"/>
              <a:ext cx="190500" cy="188913"/>
            </a:xfrm>
            <a:custGeom>
              <a:avLst/>
              <a:gdLst/>
              <a:ahLst/>
              <a:cxnLst/>
              <a:rect l="0" t="0" r="r" b="b"/>
              <a:pathLst>
                <a:path w="40" h="40">
                  <a:moveTo>
                    <a:pt x="20" y="40"/>
                  </a:moveTo>
                  <a:cubicBezTo>
                    <a:pt x="9" y="40"/>
                    <a:pt x="0" y="31"/>
                    <a:pt x="0" y="20"/>
                  </a:cubicBezTo>
                  <a:cubicBezTo>
                    <a:pt x="0" y="9"/>
                    <a:pt x="9" y="0"/>
                    <a:pt x="20" y="0"/>
                  </a:cubicBezTo>
                  <a:cubicBezTo>
                    <a:pt x="33" y="0"/>
                    <a:pt x="40" y="6"/>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9"/>
                    <a:pt x="31"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16" name="Freeform 10">
              <a:extLst>
                <a:ext uri="{FF2B5EF4-FFF2-40B4-BE49-F238E27FC236}">
                  <a16:creationId xmlns:a16="http://schemas.microsoft.com/office/drawing/2014/main" id="{FE6D63D0-3347-4EE2-8F65-F1C32168FA2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285750" y="4763"/>
              <a:ext cx="369888" cy="1430338"/>
            </a:xfrm>
            <a:custGeom>
              <a:avLst/>
              <a:gdLst/>
              <a:ahLst/>
              <a:cxnLst/>
              <a:rect l="0" t="0" r="r" b="b"/>
              <a:pathLst>
                <a:path w="233" h="901">
                  <a:moveTo>
                    <a:pt x="221" y="901"/>
                  </a:moveTo>
                  <a:lnTo>
                    <a:pt x="0" y="383"/>
                  </a:lnTo>
                  <a:lnTo>
                    <a:pt x="0" y="0"/>
                  </a:lnTo>
                  <a:lnTo>
                    <a:pt x="18" y="0"/>
                  </a:lnTo>
                  <a:lnTo>
                    <a:pt x="18" y="380"/>
                  </a:lnTo>
                  <a:lnTo>
                    <a:pt x="233" y="895"/>
                  </a:lnTo>
                  <a:lnTo>
                    <a:pt x="221" y="901"/>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17" name="Freeform 11">
              <a:extLst>
                <a:ext uri="{FF2B5EF4-FFF2-40B4-BE49-F238E27FC236}">
                  <a16:creationId xmlns:a16="http://schemas.microsoft.com/office/drawing/2014/main" id="{538A46A3-DB16-45D5-B636-03EFE39FE96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546100" y="0"/>
              <a:ext cx="152400" cy="912813"/>
            </a:xfrm>
            <a:custGeom>
              <a:avLst/>
              <a:gdLst/>
              <a:ahLst/>
              <a:cxnLst/>
              <a:rect l="0" t="0" r="r" b="b"/>
              <a:pathLst>
                <a:path w="96" h="575">
                  <a:moveTo>
                    <a:pt x="96" y="575"/>
                  </a:moveTo>
                  <a:lnTo>
                    <a:pt x="78" y="575"/>
                  </a:lnTo>
                  <a:lnTo>
                    <a:pt x="78" y="192"/>
                  </a:lnTo>
                  <a:lnTo>
                    <a:pt x="0" y="6"/>
                  </a:lnTo>
                  <a:lnTo>
                    <a:pt x="15" y="0"/>
                  </a:lnTo>
                  <a:lnTo>
                    <a:pt x="96" y="189"/>
                  </a:lnTo>
                  <a:lnTo>
                    <a:pt x="96" y="575"/>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18" name="Freeform 12">
              <a:extLst>
                <a:ext uri="{FF2B5EF4-FFF2-40B4-BE49-F238E27FC236}">
                  <a16:creationId xmlns:a16="http://schemas.microsoft.com/office/drawing/2014/main" id="{0B8A2B0E-823F-4BE8-9359-45143BB1248E}"/>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588962" y="1420813"/>
              <a:ext cx="190500" cy="190500"/>
            </a:xfrm>
            <a:custGeom>
              <a:avLst/>
              <a:gdLst/>
              <a:ahLst/>
              <a:cxnLst/>
              <a:rect l="0" t="0" r="r" b="b"/>
              <a:pathLst>
                <a:path w="40" h="40">
                  <a:moveTo>
                    <a:pt x="20" y="40"/>
                  </a:moveTo>
                  <a:cubicBezTo>
                    <a:pt x="9" y="40"/>
                    <a:pt x="0" y="31"/>
                    <a:pt x="0" y="20"/>
                  </a:cubicBezTo>
                  <a:cubicBezTo>
                    <a:pt x="0" y="9"/>
                    <a:pt x="9" y="0"/>
                    <a:pt x="20" y="0"/>
                  </a:cubicBezTo>
                  <a:cubicBezTo>
                    <a:pt x="33" y="0"/>
                    <a:pt x="40" y="7"/>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9"/>
                    <a:pt x="31"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19" name="Freeform 13">
              <a:extLst>
                <a:ext uri="{FF2B5EF4-FFF2-40B4-BE49-F238E27FC236}">
                  <a16:creationId xmlns:a16="http://schemas.microsoft.com/office/drawing/2014/main" id="{44516B3C-A8BE-46FC-B643-3DFEB7F28386}"/>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588962" y="9032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20" name="Freeform 14">
              <a:extLst>
                <a:ext uri="{FF2B5EF4-FFF2-40B4-BE49-F238E27FC236}">
                  <a16:creationId xmlns:a16="http://schemas.microsoft.com/office/drawing/2014/main" id="{59FD699C-3920-4E57-BE27-165A3F036C2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641350" y="0"/>
              <a:ext cx="422275" cy="527050"/>
            </a:xfrm>
            <a:custGeom>
              <a:avLst/>
              <a:gdLst/>
              <a:ahLst/>
              <a:cxnLst/>
              <a:rect l="0" t="0" r="r" b="b"/>
              <a:pathLst>
                <a:path w="266" h="332">
                  <a:moveTo>
                    <a:pt x="257" y="332"/>
                  </a:moveTo>
                  <a:lnTo>
                    <a:pt x="48" y="123"/>
                  </a:lnTo>
                  <a:lnTo>
                    <a:pt x="0" y="6"/>
                  </a:lnTo>
                  <a:lnTo>
                    <a:pt x="15" y="0"/>
                  </a:lnTo>
                  <a:lnTo>
                    <a:pt x="63" y="114"/>
                  </a:lnTo>
                  <a:lnTo>
                    <a:pt x="266" y="320"/>
                  </a:lnTo>
                  <a:lnTo>
                    <a:pt x="257" y="332"/>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21" name="Freeform 15">
              <a:extLst>
                <a:ext uri="{FF2B5EF4-FFF2-40B4-BE49-F238E27FC236}">
                  <a16:creationId xmlns:a16="http://schemas.microsoft.com/office/drawing/2014/main" id="{0FB0C02E-3F53-4889-8ADF-80DBC43F693C}"/>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1020762" y="488950"/>
              <a:ext cx="161925" cy="147638"/>
            </a:xfrm>
            <a:custGeom>
              <a:avLst/>
              <a:gdLst/>
              <a:ahLst/>
              <a:cxnLst/>
              <a:rect l="0" t="0" r="r" b="b"/>
              <a:pathLst>
                <a:path w="34" h="31">
                  <a:moveTo>
                    <a:pt x="17" y="31"/>
                  </a:moveTo>
                  <a:cubicBezTo>
                    <a:pt x="13" y="31"/>
                    <a:pt x="9" y="30"/>
                    <a:pt x="6" y="27"/>
                  </a:cubicBezTo>
                  <a:cubicBezTo>
                    <a:pt x="0" y="20"/>
                    <a:pt x="0" y="10"/>
                    <a:pt x="6" y="4"/>
                  </a:cubicBezTo>
                  <a:cubicBezTo>
                    <a:pt x="9" y="1"/>
                    <a:pt x="13" y="0"/>
                    <a:pt x="17" y="0"/>
                  </a:cubicBezTo>
                  <a:cubicBezTo>
                    <a:pt x="21" y="0"/>
                    <a:pt x="25" y="1"/>
                    <a:pt x="28" y="4"/>
                  </a:cubicBezTo>
                  <a:cubicBezTo>
                    <a:pt x="34" y="10"/>
                    <a:pt x="34" y="20"/>
                    <a:pt x="28" y="27"/>
                  </a:cubicBezTo>
                  <a:cubicBezTo>
                    <a:pt x="25" y="30"/>
                    <a:pt x="21" y="31"/>
                    <a:pt x="17" y="31"/>
                  </a:cubicBezTo>
                  <a:close/>
                  <a:moveTo>
                    <a:pt x="17" y="4"/>
                  </a:moveTo>
                  <a:cubicBezTo>
                    <a:pt x="14" y="4"/>
                    <a:pt x="11" y="5"/>
                    <a:pt x="9" y="7"/>
                  </a:cubicBezTo>
                  <a:cubicBezTo>
                    <a:pt x="4" y="12"/>
                    <a:pt x="4" y="19"/>
                    <a:pt x="9" y="24"/>
                  </a:cubicBezTo>
                  <a:cubicBezTo>
                    <a:pt x="11" y="26"/>
                    <a:pt x="14" y="27"/>
                    <a:pt x="17" y="27"/>
                  </a:cubicBezTo>
                  <a:cubicBezTo>
                    <a:pt x="20" y="27"/>
                    <a:pt x="23" y="26"/>
                    <a:pt x="25" y="24"/>
                  </a:cubicBezTo>
                  <a:cubicBezTo>
                    <a:pt x="30" y="19"/>
                    <a:pt x="30" y="12"/>
                    <a:pt x="25" y="7"/>
                  </a:cubicBezTo>
                  <a:cubicBezTo>
                    <a:pt x="23" y="5"/>
                    <a:pt x="20" y="4"/>
                    <a:pt x="17"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22" name="Line 16">
              <a:extLst>
                <a:ext uri="{FF2B5EF4-FFF2-40B4-BE49-F238E27FC236}">
                  <a16:creationId xmlns:a16="http://schemas.microsoft.com/office/drawing/2014/main" id="{F8A0C89C-946F-4BCD-8A27-BB73E37FE525}"/>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a:off x="-4763" y="9525"/>
              <a:ext cx="0" cy="0"/>
            </a:xfrm>
            <a:prstGeom prst="line">
              <a:avLst/>
            </a:prstGeom>
            <a:grpFill/>
            <a:ln w="15" cap="flat">
              <a:solidFill>
                <a:srgbClr val="FFFFFF"/>
              </a:solidFill>
              <a:prstDash val="solid"/>
              <a:miter lim="800000"/>
              <a:headEnd/>
              <a:tailEnd/>
            </a:ln>
          </p:spPr>
          <p:txBody>
            <a:bodyPr/>
            <a:lstStyle/>
            <a:p>
              <a:endParaRPr lang="it-IT"/>
            </a:p>
          </p:txBody>
        </p:sp>
        <p:sp>
          <p:nvSpPr>
            <p:cNvPr id="23" name="Freeform 17">
              <a:extLst>
                <a:ext uri="{FF2B5EF4-FFF2-40B4-BE49-F238E27FC236}">
                  <a16:creationId xmlns:a16="http://schemas.microsoft.com/office/drawing/2014/main" id="{70C83EAF-4E92-4849-A240-B257871DC03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9525" y="1801813"/>
              <a:ext cx="123825" cy="127000"/>
            </a:xfrm>
            <a:custGeom>
              <a:avLst/>
              <a:gdLst/>
              <a:ahLst/>
              <a:cxnLst/>
              <a:rect l="0" t="0" r="r" b="b"/>
              <a:pathLst>
                <a:path w="78" h="80">
                  <a:moveTo>
                    <a:pt x="6" y="80"/>
                  </a:moveTo>
                  <a:lnTo>
                    <a:pt x="0" y="71"/>
                  </a:lnTo>
                  <a:lnTo>
                    <a:pt x="69" y="0"/>
                  </a:lnTo>
                  <a:lnTo>
                    <a:pt x="78" y="9"/>
                  </a:lnTo>
                  <a:lnTo>
                    <a:pt x="6" y="80"/>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24" name="Freeform 18">
              <a:extLst>
                <a:ext uri="{FF2B5EF4-FFF2-40B4-BE49-F238E27FC236}">
                  <a16:creationId xmlns:a16="http://schemas.microsoft.com/office/drawing/2014/main" id="{320FD164-4D7A-469C-B3F4-B926BFACF53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9525" y="3549650"/>
              <a:ext cx="147638" cy="481013"/>
            </a:xfrm>
            <a:custGeom>
              <a:avLst/>
              <a:gdLst/>
              <a:ahLst/>
              <a:cxnLst/>
              <a:rect l="0" t="0" r="r" b="b"/>
              <a:pathLst>
                <a:path w="93" h="303">
                  <a:moveTo>
                    <a:pt x="93" y="303"/>
                  </a:moveTo>
                  <a:lnTo>
                    <a:pt x="78" y="303"/>
                  </a:lnTo>
                  <a:lnTo>
                    <a:pt x="78" y="78"/>
                  </a:lnTo>
                  <a:lnTo>
                    <a:pt x="0" y="12"/>
                  </a:lnTo>
                  <a:lnTo>
                    <a:pt x="12" y="0"/>
                  </a:lnTo>
                  <a:lnTo>
                    <a:pt x="93" y="69"/>
                  </a:lnTo>
                  <a:lnTo>
                    <a:pt x="93" y="303"/>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25" name="Freeform 19">
              <a:extLst>
                <a:ext uri="{FF2B5EF4-FFF2-40B4-BE49-F238E27FC236}">
                  <a16:creationId xmlns:a16="http://schemas.microsoft.com/office/drawing/2014/main" id="{F6E14D9A-4E63-48FF-95C5-9E8DDFF86C4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28587" y="1382713"/>
              <a:ext cx="142875" cy="476250"/>
            </a:xfrm>
            <a:custGeom>
              <a:avLst/>
              <a:gdLst/>
              <a:ahLst/>
              <a:cxnLst/>
              <a:rect l="0" t="0" r="r" b="b"/>
              <a:pathLst>
                <a:path w="90" h="300">
                  <a:moveTo>
                    <a:pt x="90" y="300"/>
                  </a:moveTo>
                  <a:lnTo>
                    <a:pt x="78" y="300"/>
                  </a:lnTo>
                  <a:lnTo>
                    <a:pt x="78" y="84"/>
                  </a:lnTo>
                  <a:lnTo>
                    <a:pt x="0" y="9"/>
                  </a:lnTo>
                  <a:lnTo>
                    <a:pt x="9" y="0"/>
                  </a:lnTo>
                  <a:lnTo>
                    <a:pt x="90" y="81"/>
                  </a:lnTo>
                  <a:lnTo>
                    <a:pt x="90" y="300"/>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26" name="Freeform 20">
              <a:extLst>
                <a:ext uri="{FF2B5EF4-FFF2-40B4-BE49-F238E27FC236}">
                  <a16:creationId xmlns:a16="http://schemas.microsoft.com/office/drawing/2014/main" id="{F3DCD24F-3CA8-4404-B22C-E4C928995F3B}"/>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204787" y="1849438"/>
              <a:ext cx="114300" cy="107950"/>
            </a:xfrm>
            <a:custGeom>
              <a:avLst/>
              <a:gdLst/>
              <a:ahLst/>
              <a:cxnLst/>
              <a:rect l="0" t="0" r="r" b="b"/>
              <a:pathLst>
                <a:path w="24" h="23">
                  <a:moveTo>
                    <a:pt x="12" y="23"/>
                  </a:moveTo>
                  <a:cubicBezTo>
                    <a:pt x="6" y="23"/>
                    <a:pt x="0" y="18"/>
                    <a:pt x="0" y="12"/>
                  </a:cubicBezTo>
                  <a:cubicBezTo>
                    <a:pt x="0" y="5"/>
                    <a:pt x="6" y="0"/>
                    <a:pt x="12" y="0"/>
                  </a:cubicBezTo>
                  <a:cubicBezTo>
                    <a:pt x="18" y="0"/>
                    <a:pt x="24" y="5"/>
                    <a:pt x="24" y="12"/>
                  </a:cubicBezTo>
                  <a:cubicBezTo>
                    <a:pt x="24" y="18"/>
                    <a:pt x="18" y="23"/>
                    <a:pt x="12" y="23"/>
                  </a:cubicBezTo>
                  <a:close/>
                  <a:moveTo>
                    <a:pt x="12" y="4"/>
                  </a:moveTo>
                  <a:cubicBezTo>
                    <a:pt x="8" y="4"/>
                    <a:pt x="4" y="8"/>
                    <a:pt x="4" y="12"/>
                  </a:cubicBezTo>
                  <a:cubicBezTo>
                    <a:pt x="4" y="16"/>
                    <a:pt x="8" y="19"/>
                    <a:pt x="12" y="19"/>
                  </a:cubicBezTo>
                  <a:cubicBezTo>
                    <a:pt x="16" y="19"/>
                    <a:pt x="20" y="16"/>
                    <a:pt x="20" y="12"/>
                  </a:cubicBezTo>
                  <a:cubicBezTo>
                    <a:pt x="20" y="8"/>
                    <a:pt x="16" y="4"/>
                    <a:pt x="12"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27" name="Rectangle 21">
              <a:extLst>
                <a:ext uri="{FF2B5EF4-FFF2-40B4-BE49-F238E27FC236}">
                  <a16:creationId xmlns:a16="http://schemas.microsoft.com/office/drawing/2014/main" id="{8AD2E827-32A3-4BE4-9CC6-8315629177AE}"/>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33350" y="4662488"/>
              <a:ext cx="23813" cy="2181225"/>
            </a:xfrm>
            <a:prstGeom prst="rect">
              <a:avLst/>
            </a:pr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miter lim="800000"/>
                  <a:headEnd/>
                  <a:tailEnd/>
                </a14:hiddenLine>
              </a:ext>
            </a:extLst>
          </p:spPr>
          <p:txBody>
            <a:bodyPr/>
            <a:lstStyle/>
            <a:p>
              <a:endParaRPr lang="it-IT"/>
            </a:p>
          </p:txBody>
        </p:sp>
        <p:sp>
          <p:nvSpPr>
            <p:cNvPr id="28" name="Freeform 22">
              <a:extLst>
                <a:ext uri="{FF2B5EF4-FFF2-40B4-BE49-F238E27FC236}">
                  <a16:creationId xmlns:a16="http://schemas.microsoft.com/office/drawing/2014/main" id="{47FB2CCC-1230-494F-B2D1-F05E5B8EDF5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223837" y="5041900"/>
              <a:ext cx="369888" cy="1801813"/>
            </a:xfrm>
            <a:custGeom>
              <a:avLst/>
              <a:gdLst/>
              <a:ahLst/>
              <a:cxnLst/>
              <a:rect l="0" t="0" r="r" b="b"/>
              <a:pathLst>
                <a:path w="233" h="1135">
                  <a:moveTo>
                    <a:pt x="15" y="1135"/>
                  </a:moveTo>
                  <a:lnTo>
                    <a:pt x="0" y="1135"/>
                  </a:lnTo>
                  <a:lnTo>
                    <a:pt x="0" y="515"/>
                  </a:lnTo>
                  <a:lnTo>
                    <a:pt x="0" y="512"/>
                  </a:lnTo>
                  <a:lnTo>
                    <a:pt x="218" y="0"/>
                  </a:lnTo>
                  <a:lnTo>
                    <a:pt x="233" y="6"/>
                  </a:lnTo>
                  <a:lnTo>
                    <a:pt x="15" y="518"/>
                  </a:lnTo>
                  <a:lnTo>
                    <a:pt x="15" y="1135"/>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29" name="Freeform 23">
              <a:extLst>
                <a:ext uri="{FF2B5EF4-FFF2-40B4-BE49-F238E27FC236}">
                  <a16:creationId xmlns:a16="http://schemas.microsoft.com/office/drawing/2014/main" id="{A5F44514-9274-47E3-9243-CA9356C166B5}"/>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52387" y="44815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30" name="Freeform 24">
              <a:extLst>
                <a:ext uri="{FF2B5EF4-FFF2-40B4-BE49-F238E27FC236}">
                  <a16:creationId xmlns:a16="http://schemas.microsoft.com/office/drawing/2014/main" id="{D06192CD-AD86-4DCA-8B53-4ACCA46583A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4288" y="5627688"/>
              <a:ext cx="85725" cy="1216025"/>
            </a:xfrm>
            <a:custGeom>
              <a:avLst/>
              <a:gdLst/>
              <a:ahLst/>
              <a:cxnLst/>
              <a:rect l="0" t="0" r="r" b="b"/>
              <a:pathLst>
                <a:path w="54" h="766">
                  <a:moveTo>
                    <a:pt x="54" y="766"/>
                  </a:moveTo>
                  <a:lnTo>
                    <a:pt x="36" y="766"/>
                  </a:lnTo>
                  <a:lnTo>
                    <a:pt x="36" y="149"/>
                  </a:lnTo>
                  <a:lnTo>
                    <a:pt x="0" y="3"/>
                  </a:lnTo>
                  <a:lnTo>
                    <a:pt x="18" y="0"/>
                  </a:lnTo>
                  <a:lnTo>
                    <a:pt x="54" y="146"/>
                  </a:lnTo>
                  <a:lnTo>
                    <a:pt x="54" y="766"/>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31" name="Freeform 25">
              <a:extLst>
                <a:ext uri="{FF2B5EF4-FFF2-40B4-BE49-F238E27FC236}">
                  <a16:creationId xmlns:a16="http://schemas.microsoft.com/office/drawing/2014/main" id="{99E9203A-21E4-46D8-981A-4B28CA320A69}"/>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527050" y="4867275"/>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32" name="Freeform 26">
              <a:extLst>
                <a:ext uri="{FF2B5EF4-FFF2-40B4-BE49-F238E27FC236}">
                  <a16:creationId xmlns:a16="http://schemas.microsoft.com/office/drawing/2014/main" id="{32FCE9B6-FB52-4045-8DCC-E5959B9A403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309562" y="5422900"/>
              <a:ext cx="374650" cy="1425575"/>
            </a:xfrm>
            <a:custGeom>
              <a:avLst/>
              <a:gdLst/>
              <a:ahLst/>
              <a:cxnLst/>
              <a:rect l="0" t="0" r="r" b="b"/>
              <a:pathLst>
                <a:path w="236" h="898">
                  <a:moveTo>
                    <a:pt x="18" y="898"/>
                  </a:moveTo>
                  <a:lnTo>
                    <a:pt x="0" y="898"/>
                  </a:lnTo>
                  <a:lnTo>
                    <a:pt x="0" y="515"/>
                  </a:lnTo>
                  <a:lnTo>
                    <a:pt x="3" y="512"/>
                  </a:lnTo>
                  <a:lnTo>
                    <a:pt x="221" y="0"/>
                  </a:lnTo>
                  <a:lnTo>
                    <a:pt x="236" y="6"/>
                  </a:lnTo>
                  <a:lnTo>
                    <a:pt x="18" y="518"/>
                  </a:lnTo>
                  <a:lnTo>
                    <a:pt x="18" y="898"/>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33" name="Freeform 27">
              <a:extLst>
                <a:ext uri="{FF2B5EF4-FFF2-40B4-BE49-F238E27FC236}">
                  <a16:creationId xmlns:a16="http://schemas.microsoft.com/office/drawing/2014/main" id="{E4A7025C-CDE8-429A-BBB9-E7380C96238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569912" y="5945188"/>
              <a:ext cx="152400" cy="912813"/>
            </a:xfrm>
            <a:custGeom>
              <a:avLst/>
              <a:gdLst/>
              <a:ahLst/>
              <a:cxnLst/>
              <a:rect l="0" t="0" r="r" b="b"/>
              <a:pathLst>
                <a:path w="96" h="575">
                  <a:moveTo>
                    <a:pt x="15" y="575"/>
                  </a:moveTo>
                  <a:lnTo>
                    <a:pt x="0" y="569"/>
                  </a:lnTo>
                  <a:lnTo>
                    <a:pt x="81" y="383"/>
                  </a:lnTo>
                  <a:lnTo>
                    <a:pt x="81" y="0"/>
                  </a:lnTo>
                  <a:lnTo>
                    <a:pt x="96" y="0"/>
                  </a:lnTo>
                  <a:lnTo>
                    <a:pt x="96" y="386"/>
                  </a:lnTo>
                  <a:lnTo>
                    <a:pt x="15" y="575"/>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34" name="Freeform 28">
              <a:extLst>
                <a:ext uri="{FF2B5EF4-FFF2-40B4-BE49-F238E27FC236}">
                  <a16:creationId xmlns:a16="http://schemas.microsoft.com/office/drawing/2014/main" id="{A4EA0256-5DF5-437A-98A7-B79F3E6BB89A}"/>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612775" y="52466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35" name="Freeform 29">
              <a:extLst>
                <a:ext uri="{FF2B5EF4-FFF2-40B4-BE49-F238E27FC236}">
                  <a16:creationId xmlns:a16="http://schemas.microsoft.com/office/drawing/2014/main" id="{90C9433D-9E1C-493B-BEBD-C3081FFA328F}"/>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612775" y="57642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36" name="Freeform 30">
              <a:extLst>
                <a:ext uri="{FF2B5EF4-FFF2-40B4-BE49-F238E27FC236}">
                  <a16:creationId xmlns:a16="http://schemas.microsoft.com/office/drawing/2014/main" id="{352B39BB-F298-4285-A709-1FBA0CB722C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669925" y="6330950"/>
              <a:ext cx="417513" cy="517525"/>
            </a:xfrm>
            <a:custGeom>
              <a:avLst/>
              <a:gdLst/>
              <a:ahLst/>
              <a:cxnLst/>
              <a:rect l="0" t="0" r="r" b="b"/>
              <a:pathLst>
                <a:path w="263" h="326">
                  <a:moveTo>
                    <a:pt x="15" y="326"/>
                  </a:moveTo>
                  <a:lnTo>
                    <a:pt x="0" y="320"/>
                  </a:lnTo>
                  <a:lnTo>
                    <a:pt x="45" y="206"/>
                  </a:lnTo>
                  <a:lnTo>
                    <a:pt x="48" y="206"/>
                  </a:lnTo>
                  <a:lnTo>
                    <a:pt x="254" y="0"/>
                  </a:lnTo>
                  <a:lnTo>
                    <a:pt x="263" y="12"/>
                  </a:lnTo>
                  <a:lnTo>
                    <a:pt x="60" y="215"/>
                  </a:lnTo>
                  <a:lnTo>
                    <a:pt x="15" y="326"/>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37" name="Freeform 31">
              <a:extLst>
                <a:ext uri="{FF2B5EF4-FFF2-40B4-BE49-F238E27FC236}">
                  <a16:creationId xmlns:a16="http://schemas.microsoft.com/office/drawing/2014/main" id="{31CAF2A0-CBA0-4E86-AA87-8750EC1AFB2E}"/>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1049337" y="6221413"/>
              <a:ext cx="157163" cy="147638"/>
            </a:xfrm>
            <a:custGeom>
              <a:avLst/>
              <a:gdLst/>
              <a:ahLst/>
              <a:cxnLst/>
              <a:rect l="0" t="0" r="r" b="b"/>
              <a:pathLst>
                <a:path w="33" h="31">
                  <a:moveTo>
                    <a:pt x="16" y="31"/>
                  </a:moveTo>
                  <a:cubicBezTo>
                    <a:pt x="12" y="31"/>
                    <a:pt x="8" y="29"/>
                    <a:pt x="5" y="26"/>
                  </a:cubicBezTo>
                  <a:cubicBezTo>
                    <a:pt x="2" y="24"/>
                    <a:pt x="0" y="20"/>
                    <a:pt x="0" y="15"/>
                  </a:cubicBezTo>
                  <a:cubicBezTo>
                    <a:pt x="0" y="11"/>
                    <a:pt x="2" y="7"/>
                    <a:pt x="5" y="4"/>
                  </a:cubicBezTo>
                  <a:cubicBezTo>
                    <a:pt x="8" y="1"/>
                    <a:pt x="12" y="0"/>
                    <a:pt x="16" y="0"/>
                  </a:cubicBezTo>
                  <a:cubicBezTo>
                    <a:pt x="20" y="0"/>
                    <a:pt x="24" y="1"/>
                    <a:pt x="27" y="4"/>
                  </a:cubicBezTo>
                  <a:cubicBezTo>
                    <a:pt x="33" y="10"/>
                    <a:pt x="33" y="20"/>
                    <a:pt x="27" y="26"/>
                  </a:cubicBezTo>
                  <a:cubicBezTo>
                    <a:pt x="24" y="29"/>
                    <a:pt x="20" y="31"/>
                    <a:pt x="16" y="31"/>
                  </a:cubicBezTo>
                  <a:close/>
                  <a:moveTo>
                    <a:pt x="16" y="4"/>
                  </a:moveTo>
                  <a:cubicBezTo>
                    <a:pt x="13" y="4"/>
                    <a:pt x="10" y="5"/>
                    <a:pt x="8" y="7"/>
                  </a:cubicBezTo>
                  <a:cubicBezTo>
                    <a:pt x="6" y="9"/>
                    <a:pt x="4" y="12"/>
                    <a:pt x="4" y="15"/>
                  </a:cubicBezTo>
                  <a:cubicBezTo>
                    <a:pt x="4" y="19"/>
                    <a:pt x="6" y="21"/>
                    <a:pt x="8" y="24"/>
                  </a:cubicBezTo>
                  <a:cubicBezTo>
                    <a:pt x="10" y="26"/>
                    <a:pt x="13" y="27"/>
                    <a:pt x="16" y="27"/>
                  </a:cubicBezTo>
                  <a:cubicBezTo>
                    <a:pt x="19" y="27"/>
                    <a:pt x="22" y="26"/>
                    <a:pt x="24" y="24"/>
                  </a:cubicBezTo>
                  <a:cubicBezTo>
                    <a:pt x="29" y="19"/>
                    <a:pt x="29" y="12"/>
                    <a:pt x="24" y="7"/>
                  </a:cubicBezTo>
                  <a:cubicBezTo>
                    <a:pt x="22" y="5"/>
                    <a:pt x="19" y="4"/>
                    <a:pt x="16"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grpSp>
      <p:sp>
        <p:nvSpPr>
          <p:cNvPr id="2" name="Titolo 1">
            <a:extLst>
              <a:ext uri="{FF2B5EF4-FFF2-40B4-BE49-F238E27FC236}">
                <a16:creationId xmlns:a16="http://schemas.microsoft.com/office/drawing/2014/main" id="{E7BBA9A3-AEBC-AB89-8A17-880443368170}"/>
              </a:ext>
            </a:extLst>
          </p:cNvPr>
          <p:cNvSpPr>
            <a:spLocks noGrp="1"/>
          </p:cNvSpPr>
          <p:nvPr>
            <p:ph type="title"/>
          </p:nvPr>
        </p:nvSpPr>
        <p:spPr>
          <a:xfrm>
            <a:off x="1019015" y="1093787"/>
            <a:ext cx="3059969" cy="4697413"/>
          </a:xfrm>
        </p:spPr>
        <p:txBody>
          <a:bodyPr>
            <a:normAutofit/>
          </a:bodyPr>
          <a:lstStyle/>
          <a:p>
            <a:r>
              <a:rPr lang="it-IT" dirty="0"/>
              <a:t>Environment</a:t>
            </a:r>
          </a:p>
        </p:txBody>
      </p:sp>
      <p:sp useBgFill="1">
        <p:nvSpPr>
          <p:cNvPr id="39" name="Round Diagonal Corner Rectangle 7">
            <a:extLst>
              <a:ext uri="{FF2B5EF4-FFF2-40B4-BE49-F238E27FC236}">
                <a16:creationId xmlns:a16="http://schemas.microsoft.com/office/drawing/2014/main" id="{7D1C411D-0818-4640-8657-2AF78250C80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625084" y="0"/>
            <a:ext cx="7566916" cy="6848476"/>
          </a:xfrm>
          <a:prstGeom prst="round2DiagRect">
            <a:avLst>
              <a:gd name="adj1" fmla="val 0"/>
              <a:gd name="adj2" fmla="val 0"/>
            </a:avLst>
          </a:prstGeom>
          <a:ln w="19050" cap="sq">
            <a:noFill/>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 name="Segnaposto contenuto 2">
            <a:extLst>
              <a:ext uri="{FF2B5EF4-FFF2-40B4-BE49-F238E27FC236}">
                <a16:creationId xmlns:a16="http://schemas.microsoft.com/office/drawing/2014/main" id="{A1733E62-7B1E-231C-E034-7EE714A779DF}"/>
              </a:ext>
            </a:extLst>
          </p:cNvPr>
          <p:cNvSpPr>
            <a:spLocks noGrp="1"/>
          </p:cNvSpPr>
          <p:nvPr>
            <p:ph idx="1"/>
          </p:nvPr>
        </p:nvSpPr>
        <p:spPr>
          <a:xfrm>
            <a:off x="4940836" y="456406"/>
            <a:ext cx="6965414" cy="4697413"/>
          </a:xfrm>
        </p:spPr>
        <p:txBody>
          <a:bodyPr>
            <a:normAutofit/>
          </a:bodyPr>
          <a:lstStyle/>
          <a:p>
            <a:pPr marL="0" indent="0">
              <a:buNone/>
            </a:pPr>
            <a:r>
              <a:rPr lang="it-IT" sz="2200" dirty="0" err="1">
                <a:latin typeface="Calibri Light" panose="020F0302020204030204" pitchFamily="34" charset="0"/>
                <a:ea typeface="Calibri Light" panose="020F0302020204030204" pitchFamily="34" charset="0"/>
                <a:cs typeface="Calibri Light" panose="020F0302020204030204" pitchFamily="34" charset="0"/>
              </a:rPr>
              <a:t>As</a:t>
            </a:r>
            <a:r>
              <a:rPr lang="it-IT" sz="2200" dirty="0">
                <a:latin typeface="Calibri Light" panose="020F0302020204030204" pitchFamily="34" charset="0"/>
                <a:ea typeface="Calibri Light" panose="020F0302020204030204" pitchFamily="34" charset="0"/>
                <a:cs typeface="Calibri Light" panose="020F0302020204030204" pitchFamily="34" charset="0"/>
              </a:rPr>
              <a:t>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proposed</a:t>
            </a:r>
            <a:r>
              <a:rPr lang="it-IT" sz="2200" dirty="0">
                <a:latin typeface="Calibri Light" panose="020F0302020204030204" pitchFamily="34" charset="0"/>
                <a:ea typeface="Calibri Light" panose="020F0302020204030204" pitchFamily="34" charset="0"/>
                <a:cs typeface="Calibri Light" panose="020F0302020204030204" pitchFamily="34" charset="0"/>
              </a:rPr>
              <a:t>,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we</a:t>
            </a:r>
            <a:r>
              <a:rPr lang="it-IT" sz="2200" dirty="0">
                <a:latin typeface="Calibri Light" panose="020F0302020204030204" pitchFamily="34" charset="0"/>
                <a:ea typeface="Calibri Light" panose="020F0302020204030204" pitchFamily="34" charset="0"/>
                <a:cs typeface="Calibri Light" panose="020F0302020204030204" pitchFamily="34" charset="0"/>
              </a:rPr>
              <a:t>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used</a:t>
            </a:r>
            <a:r>
              <a:rPr lang="it-IT" sz="2200" dirty="0">
                <a:latin typeface="Calibri Light" panose="020F0302020204030204" pitchFamily="34" charset="0"/>
                <a:ea typeface="Calibri Light" panose="020F0302020204030204" pitchFamily="34" charset="0"/>
                <a:cs typeface="Calibri Light" panose="020F0302020204030204" pitchFamily="34" charset="0"/>
              </a:rPr>
              <a:t> the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original</a:t>
            </a:r>
            <a:r>
              <a:rPr lang="it-IT" sz="2200" dirty="0">
                <a:latin typeface="Calibri Light" panose="020F0302020204030204" pitchFamily="34" charset="0"/>
                <a:ea typeface="Calibri Light" panose="020F0302020204030204" pitchFamily="34" charset="0"/>
                <a:cs typeface="Calibri Light" panose="020F0302020204030204" pitchFamily="34" charset="0"/>
              </a:rPr>
              <a:t>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maze</a:t>
            </a:r>
            <a:r>
              <a:rPr lang="it-IT" sz="2200" dirty="0">
                <a:latin typeface="Calibri Light" panose="020F0302020204030204" pitchFamily="34" charset="0"/>
                <a:ea typeface="Calibri Light" panose="020F0302020204030204" pitchFamily="34" charset="0"/>
                <a:cs typeface="Calibri Light" panose="020F0302020204030204" pitchFamily="34" charset="0"/>
              </a:rPr>
              <a:t> for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all</a:t>
            </a:r>
            <a:r>
              <a:rPr lang="it-IT" sz="2200" dirty="0">
                <a:latin typeface="Calibri Light" panose="020F0302020204030204" pitchFamily="34" charset="0"/>
                <a:ea typeface="Calibri Light" panose="020F0302020204030204" pitchFamily="34" charset="0"/>
                <a:cs typeface="Calibri Light" panose="020F0302020204030204" pitchFamily="34" charset="0"/>
              </a:rPr>
              <a:t> the training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phases</a:t>
            </a:r>
            <a:r>
              <a:rPr lang="it-IT" sz="2200" dirty="0">
                <a:latin typeface="Calibri Light" panose="020F0302020204030204" pitchFamily="34" charset="0"/>
                <a:ea typeface="Calibri Light" panose="020F0302020204030204" pitchFamily="34" charset="0"/>
                <a:cs typeface="Calibri Light" panose="020F0302020204030204" pitchFamily="34" charset="0"/>
              </a:rPr>
              <a:t>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we</a:t>
            </a:r>
            <a:r>
              <a:rPr lang="it-IT" sz="2200" dirty="0">
                <a:latin typeface="Calibri Light" panose="020F0302020204030204" pitchFamily="34" charset="0"/>
                <a:ea typeface="Calibri Light" panose="020F0302020204030204" pitchFamily="34" charset="0"/>
                <a:cs typeface="Calibri Light" panose="020F0302020204030204" pitchFamily="34" charset="0"/>
              </a:rPr>
              <a:t>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did</a:t>
            </a:r>
            <a:r>
              <a:rPr lang="it-IT" sz="2200" dirty="0">
                <a:latin typeface="Calibri Light" panose="020F0302020204030204" pitchFamily="34" charset="0"/>
                <a:ea typeface="Calibri Light" panose="020F0302020204030204" pitchFamily="34" charset="0"/>
                <a:cs typeface="Calibri Light" panose="020F0302020204030204" pitchFamily="34" charset="0"/>
              </a:rPr>
              <a:t>.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As</a:t>
            </a:r>
            <a:r>
              <a:rPr lang="it-IT" sz="2200" dirty="0">
                <a:latin typeface="Calibri Light" panose="020F0302020204030204" pitchFamily="34" charset="0"/>
                <a:ea typeface="Calibri Light" panose="020F0302020204030204" pitchFamily="34" charset="0"/>
                <a:cs typeface="Calibri Light" panose="020F0302020204030204" pitchFamily="34" charset="0"/>
              </a:rPr>
              <a:t>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instructed</a:t>
            </a:r>
            <a:r>
              <a:rPr lang="it-IT" sz="2200" dirty="0">
                <a:latin typeface="Calibri Light" panose="020F0302020204030204" pitchFamily="34" charset="0"/>
                <a:ea typeface="Calibri Light" panose="020F0302020204030204" pitchFamily="34" charset="0"/>
                <a:cs typeface="Calibri Light" panose="020F0302020204030204" pitchFamily="34" charset="0"/>
              </a:rPr>
              <a:t> by the professor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we</a:t>
            </a:r>
            <a:r>
              <a:rPr lang="it-IT" sz="2200" dirty="0">
                <a:latin typeface="Calibri Light" panose="020F0302020204030204" pitchFamily="34" charset="0"/>
                <a:ea typeface="Calibri Light" panose="020F0302020204030204" pitchFamily="34" charset="0"/>
                <a:cs typeface="Calibri Light" panose="020F0302020204030204" pitchFamily="34" charset="0"/>
              </a:rPr>
              <a:t>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also</a:t>
            </a:r>
            <a:r>
              <a:rPr lang="it-IT" sz="2200" dirty="0">
                <a:latin typeface="Calibri Light" panose="020F0302020204030204" pitchFamily="34" charset="0"/>
                <a:ea typeface="Calibri Light" panose="020F0302020204030204" pitchFamily="34" charset="0"/>
                <a:cs typeface="Calibri Light" panose="020F0302020204030204" pitchFamily="34" charset="0"/>
              </a:rPr>
              <a:t>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created</a:t>
            </a:r>
            <a:r>
              <a:rPr lang="it-IT" sz="2200" dirty="0">
                <a:latin typeface="Calibri Light" panose="020F0302020204030204" pitchFamily="34" charset="0"/>
                <a:ea typeface="Calibri Light" panose="020F0302020204030204" pitchFamily="34" charset="0"/>
                <a:cs typeface="Calibri Light" panose="020F0302020204030204" pitchFamily="34" charset="0"/>
              </a:rPr>
              <a:t>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two</a:t>
            </a:r>
            <a:r>
              <a:rPr lang="it-IT" sz="2200" dirty="0">
                <a:latin typeface="Calibri Light" panose="020F0302020204030204" pitchFamily="34" charset="0"/>
                <a:ea typeface="Calibri Light" panose="020F0302020204030204" pitchFamily="34" charset="0"/>
                <a:cs typeface="Calibri Light" panose="020F0302020204030204" pitchFamily="34" charset="0"/>
              </a:rPr>
              <a:t> more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mazes</a:t>
            </a:r>
            <a:r>
              <a:rPr lang="it-IT" sz="2200" dirty="0">
                <a:latin typeface="Calibri Light" panose="020F0302020204030204" pitchFamily="34" charset="0"/>
                <a:ea typeface="Calibri Light" panose="020F0302020204030204" pitchFamily="34" charset="0"/>
                <a:cs typeface="Calibri Light" panose="020F0302020204030204" pitchFamily="34" charset="0"/>
              </a:rPr>
              <a:t> with the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aim</a:t>
            </a:r>
            <a:r>
              <a:rPr lang="it-IT" sz="2200" dirty="0">
                <a:latin typeface="Calibri Light" panose="020F0302020204030204" pitchFamily="34" charset="0"/>
                <a:ea typeface="Calibri Light" panose="020F0302020204030204" pitchFamily="34" charset="0"/>
                <a:cs typeface="Calibri Light" panose="020F0302020204030204" pitchFamily="34" charset="0"/>
              </a:rPr>
              <a:t> of testing the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generalization</a:t>
            </a:r>
            <a:r>
              <a:rPr lang="it-IT" sz="2200" dirty="0">
                <a:latin typeface="Calibri Light" panose="020F0302020204030204" pitchFamily="34" charset="0"/>
                <a:ea typeface="Calibri Light" panose="020F0302020204030204" pitchFamily="34" charset="0"/>
                <a:cs typeface="Calibri Light" panose="020F0302020204030204" pitchFamily="34" charset="0"/>
              </a:rPr>
              <a:t> of the training: one specular to the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original</a:t>
            </a:r>
            <a:r>
              <a:rPr lang="it-IT" sz="2200" dirty="0">
                <a:latin typeface="Calibri Light" panose="020F0302020204030204" pitchFamily="34" charset="0"/>
                <a:ea typeface="Calibri Light" panose="020F0302020204030204" pitchFamily="34" charset="0"/>
                <a:cs typeface="Calibri Light" panose="020F0302020204030204" pitchFamily="34" charset="0"/>
              </a:rPr>
              <a:t> one and a more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complex</a:t>
            </a:r>
            <a:r>
              <a:rPr lang="it-IT" sz="2200" dirty="0">
                <a:latin typeface="Calibri Light" panose="020F0302020204030204" pitchFamily="34" charset="0"/>
                <a:ea typeface="Calibri Light" panose="020F0302020204030204" pitchFamily="34" charset="0"/>
                <a:cs typeface="Calibri Light" panose="020F0302020204030204" pitchFamily="34" charset="0"/>
              </a:rPr>
              <a:t> one,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but</a:t>
            </a:r>
            <a:r>
              <a:rPr lang="it-IT" sz="2200" dirty="0">
                <a:latin typeface="Calibri Light" panose="020F0302020204030204" pitchFamily="34" charset="0"/>
                <a:ea typeface="Calibri Light" panose="020F0302020204030204" pitchFamily="34" charset="0"/>
                <a:cs typeface="Calibri Light" panose="020F0302020204030204" pitchFamily="34" charset="0"/>
              </a:rPr>
              <a:t>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sadly</a:t>
            </a:r>
            <a:r>
              <a:rPr lang="it-IT" sz="2200" dirty="0">
                <a:latin typeface="Calibri Light" panose="020F0302020204030204" pitchFamily="34" charset="0"/>
                <a:ea typeface="Calibri Light" panose="020F0302020204030204" pitchFamily="34" charset="0"/>
                <a:cs typeface="Calibri Light" panose="020F0302020204030204" pitchFamily="34" charset="0"/>
              </a:rPr>
              <a:t>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we</a:t>
            </a:r>
            <a:r>
              <a:rPr lang="it-IT" sz="2200" dirty="0">
                <a:latin typeface="Calibri Light" panose="020F0302020204030204" pitchFamily="34" charset="0"/>
                <a:ea typeface="Calibri Light" panose="020F0302020204030204" pitchFamily="34" charset="0"/>
                <a:cs typeface="Calibri Light" panose="020F0302020204030204" pitchFamily="34" charset="0"/>
              </a:rPr>
              <a:t>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didn’t</a:t>
            </a:r>
            <a:r>
              <a:rPr lang="it-IT" sz="2200" dirty="0">
                <a:latin typeface="Calibri Light" panose="020F0302020204030204" pitchFamily="34" charset="0"/>
                <a:ea typeface="Calibri Light" panose="020F0302020204030204" pitchFamily="34" charset="0"/>
                <a:cs typeface="Calibri Light" panose="020F0302020204030204" pitchFamily="34" charset="0"/>
              </a:rPr>
              <a:t>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get</a:t>
            </a:r>
            <a:r>
              <a:rPr lang="it-IT" sz="2200" dirty="0">
                <a:latin typeface="Calibri Light" panose="020F0302020204030204" pitchFamily="34" charset="0"/>
                <a:ea typeface="Calibri Light" panose="020F0302020204030204" pitchFamily="34" charset="0"/>
                <a:cs typeface="Calibri Light" panose="020F0302020204030204" pitchFamily="34" charset="0"/>
              </a:rPr>
              <a:t> to use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them</a:t>
            </a:r>
            <a:r>
              <a:rPr lang="it-IT" sz="2200" dirty="0">
                <a:latin typeface="Calibri Light" panose="020F0302020204030204" pitchFamily="34" charset="0"/>
                <a:ea typeface="Calibri Light" panose="020F0302020204030204" pitchFamily="34" charset="0"/>
                <a:cs typeface="Calibri Light" panose="020F0302020204030204" pitchFamily="34" charset="0"/>
              </a:rPr>
              <a:t>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as</a:t>
            </a:r>
            <a:r>
              <a:rPr lang="it-IT" sz="2200" dirty="0">
                <a:latin typeface="Calibri Light" panose="020F0302020204030204" pitchFamily="34" charset="0"/>
                <a:ea typeface="Calibri Light" panose="020F0302020204030204" pitchFamily="34" charset="0"/>
                <a:cs typeface="Calibri Light" panose="020F0302020204030204" pitchFamily="34" charset="0"/>
              </a:rPr>
              <a:t> the training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was</a:t>
            </a:r>
            <a:r>
              <a:rPr lang="it-IT" sz="2200" dirty="0">
                <a:latin typeface="Calibri Light" panose="020F0302020204030204" pitchFamily="34" charset="0"/>
                <a:ea typeface="Calibri Light" panose="020F0302020204030204" pitchFamily="34" charset="0"/>
                <a:cs typeface="Calibri Light" panose="020F0302020204030204" pitchFamily="34" charset="0"/>
              </a:rPr>
              <a:t>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never</a:t>
            </a:r>
            <a:r>
              <a:rPr lang="it-IT" sz="2200" dirty="0">
                <a:latin typeface="Calibri Light" panose="020F0302020204030204" pitchFamily="34" charset="0"/>
                <a:ea typeface="Calibri Light" panose="020F0302020204030204" pitchFamily="34" charset="0"/>
                <a:cs typeface="Calibri Light" panose="020F0302020204030204" pitchFamily="34" charset="0"/>
              </a:rPr>
              <a:t>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that</a:t>
            </a:r>
            <a:r>
              <a:rPr lang="it-IT" sz="2200" dirty="0">
                <a:latin typeface="Calibri Light" panose="020F0302020204030204" pitchFamily="34" charset="0"/>
                <a:ea typeface="Calibri Light" panose="020F0302020204030204" pitchFamily="34" charset="0"/>
                <a:cs typeface="Calibri Light" panose="020F0302020204030204" pitchFamily="34" charset="0"/>
              </a:rPr>
              <a:t>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successful</a:t>
            </a:r>
            <a:r>
              <a:rPr lang="it-IT" sz="2200" dirty="0">
                <a:latin typeface="Calibri Light" panose="020F0302020204030204" pitchFamily="34" charset="0"/>
                <a:ea typeface="Calibri Light" panose="020F0302020204030204" pitchFamily="34" charset="0"/>
                <a:cs typeface="Calibri Light" panose="020F0302020204030204" pitchFamily="34" charset="0"/>
              </a:rPr>
              <a:t>.</a:t>
            </a:r>
          </a:p>
        </p:txBody>
      </p:sp>
      <p:pic>
        <p:nvPicPr>
          <p:cNvPr id="5" name="Immagine 4" descr="Immagine che contiene Policromia, schermata, pixel, design&#10;&#10;Il contenuto generato dall'IA potrebbe non essere corretto.">
            <a:extLst>
              <a:ext uri="{FF2B5EF4-FFF2-40B4-BE49-F238E27FC236}">
                <a16:creationId xmlns:a16="http://schemas.microsoft.com/office/drawing/2014/main" id="{3FFFE290-580F-7645-79E8-95A3746DBD80}"/>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189330" y="3672491"/>
            <a:ext cx="2672470" cy="2962656"/>
          </a:xfrm>
          <a:prstGeom prst="rect">
            <a:avLst/>
          </a:prstGeom>
        </p:spPr>
      </p:pic>
    </p:spTree>
    <p:extLst>
      <p:ext uri="{BB962C8B-B14F-4D97-AF65-F5344CB8AC3E}">
        <p14:creationId xmlns:p14="http://schemas.microsoft.com/office/powerpoint/2010/main" val="428039484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6BFC9644-673A-459F-B3C5-9310A4E50E3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bg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0" name="Group 9">
            <a:extLst>
              <a:ext uri="{FF2B5EF4-FFF2-40B4-BE49-F238E27FC236}">
                <a16:creationId xmlns:a16="http://schemas.microsoft.com/office/drawing/2014/main" id="{4ADB9295-9645-4BF2-ADFD-75800B7FAD06}"/>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4288" y="0"/>
            <a:ext cx="1220788" cy="6858001"/>
            <a:chOff x="-14288" y="0"/>
            <a:chExt cx="1220788" cy="6858001"/>
          </a:xfrm>
          <a:solidFill>
            <a:schemeClr val="bg2">
              <a:lumMod val="60000"/>
              <a:lumOff val="40000"/>
              <a:alpha val="60000"/>
            </a:schemeClr>
          </a:solidFill>
        </p:grpSpPr>
        <p:sp>
          <p:nvSpPr>
            <p:cNvPr id="11" name="Rectangle 5">
              <a:extLst>
                <a:ext uri="{FF2B5EF4-FFF2-40B4-BE49-F238E27FC236}">
                  <a16:creationId xmlns:a16="http://schemas.microsoft.com/office/drawing/2014/main" id="{95B061E9-E435-4E1B-B160-96584A116691}"/>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4300" y="4763"/>
              <a:ext cx="23813" cy="2181225"/>
            </a:xfrm>
            <a:prstGeom prst="rect">
              <a:avLst/>
            </a:pr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miter lim="800000"/>
                  <a:headEnd/>
                  <a:tailEnd/>
                </a14:hiddenLine>
              </a:ext>
            </a:extLst>
          </p:spPr>
          <p:txBody>
            <a:bodyPr/>
            <a:lstStyle/>
            <a:p>
              <a:endParaRPr lang="it-IT"/>
            </a:p>
          </p:txBody>
        </p:sp>
        <p:sp>
          <p:nvSpPr>
            <p:cNvPr id="12" name="Freeform 6">
              <a:extLst>
                <a:ext uri="{FF2B5EF4-FFF2-40B4-BE49-F238E27FC236}">
                  <a16:creationId xmlns:a16="http://schemas.microsoft.com/office/drawing/2014/main" id="{3CD7972E-7D38-40EE-A80B-E2A848811EDD}"/>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33337" y="217646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13" name="Freeform 7">
              <a:extLst>
                <a:ext uri="{FF2B5EF4-FFF2-40B4-BE49-F238E27FC236}">
                  <a16:creationId xmlns:a16="http://schemas.microsoft.com/office/drawing/2014/main" id="{524A3B55-746F-419F-8CFF-5F3A4BE14345}"/>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28575" y="4021138"/>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14" name="Freeform 8">
              <a:extLst>
                <a:ext uri="{FF2B5EF4-FFF2-40B4-BE49-F238E27FC236}">
                  <a16:creationId xmlns:a16="http://schemas.microsoft.com/office/drawing/2014/main" id="{9C63219B-AD72-4494-935E-F5C70DB5497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200025" y="4763"/>
              <a:ext cx="369888" cy="1811338"/>
            </a:xfrm>
            <a:custGeom>
              <a:avLst/>
              <a:gdLst/>
              <a:ahLst/>
              <a:cxnLst/>
              <a:rect l="0" t="0" r="r" b="b"/>
              <a:pathLst>
                <a:path w="233" h="1141">
                  <a:moveTo>
                    <a:pt x="218" y="1141"/>
                  </a:moveTo>
                  <a:lnTo>
                    <a:pt x="0" y="626"/>
                  </a:lnTo>
                  <a:lnTo>
                    <a:pt x="0" y="0"/>
                  </a:lnTo>
                  <a:lnTo>
                    <a:pt x="15" y="0"/>
                  </a:lnTo>
                  <a:lnTo>
                    <a:pt x="15" y="623"/>
                  </a:lnTo>
                  <a:lnTo>
                    <a:pt x="233" y="1135"/>
                  </a:lnTo>
                  <a:lnTo>
                    <a:pt x="218" y="1141"/>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15" name="Freeform 9">
              <a:extLst>
                <a:ext uri="{FF2B5EF4-FFF2-40B4-BE49-F238E27FC236}">
                  <a16:creationId xmlns:a16="http://schemas.microsoft.com/office/drawing/2014/main" id="{15B41FD2-05E2-44E7-8760-09E65D1C6034}"/>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503237" y="1801813"/>
              <a:ext cx="190500" cy="188913"/>
            </a:xfrm>
            <a:custGeom>
              <a:avLst/>
              <a:gdLst/>
              <a:ahLst/>
              <a:cxnLst/>
              <a:rect l="0" t="0" r="r" b="b"/>
              <a:pathLst>
                <a:path w="40" h="40">
                  <a:moveTo>
                    <a:pt x="20" y="40"/>
                  </a:moveTo>
                  <a:cubicBezTo>
                    <a:pt x="9" y="40"/>
                    <a:pt x="0" y="31"/>
                    <a:pt x="0" y="20"/>
                  </a:cubicBezTo>
                  <a:cubicBezTo>
                    <a:pt x="0" y="9"/>
                    <a:pt x="9" y="0"/>
                    <a:pt x="20" y="0"/>
                  </a:cubicBezTo>
                  <a:cubicBezTo>
                    <a:pt x="33" y="0"/>
                    <a:pt x="40" y="6"/>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9"/>
                    <a:pt x="31"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16" name="Freeform 10">
              <a:extLst>
                <a:ext uri="{FF2B5EF4-FFF2-40B4-BE49-F238E27FC236}">
                  <a16:creationId xmlns:a16="http://schemas.microsoft.com/office/drawing/2014/main" id="{FE6D63D0-3347-4EE2-8F65-F1C32168FA2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285750" y="4763"/>
              <a:ext cx="369888" cy="1430338"/>
            </a:xfrm>
            <a:custGeom>
              <a:avLst/>
              <a:gdLst/>
              <a:ahLst/>
              <a:cxnLst/>
              <a:rect l="0" t="0" r="r" b="b"/>
              <a:pathLst>
                <a:path w="233" h="901">
                  <a:moveTo>
                    <a:pt x="221" y="901"/>
                  </a:moveTo>
                  <a:lnTo>
                    <a:pt x="0" y="383"/>
                  </a:lnTo>
                  <a:lnTo>
                    <a:pt x="0" y="0"/>
                  </a:lnTo>
                  <a:lnTo>
                    <a:pt x="18" y="0"/>
                  </a:lnTo>
                  <a:lnTo>
                    <a:pt x="18" y="380"/>
                  </a:lnTo>
                  <a:lnTo>
                    <a:pt x="233" y="895"/>
                  </a:lnTo>
                  <a:lnTo>
                    <a:pt x="221" y="901"/>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17" name="Freeform 11">
              <a:extLst>
                <a:ext uri="{FF2B5EF4-FFF2-40B4-BE49-F238E27FC236}">
                  <a16:creationId xmlns:a16="http://schemas.microsoft.com/office/drawing/2014/main" id="{538A46A3-DB16-45D5-B636-03EFE39FE96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546100" y="0"/>
              <a:ext cx="152400" cy="912813"/>
            </a:xfrm>
            <a:custGeom>
              <a:avLst/>
              <a:gdLst/>
              <a:ahLst/>
              <a:cxnLst/>
              <a:rect l="0" t="0" r="r" b="b"/>
              <a:pathLst>
                <a:path w="96" h="575">
                  <a:moveTo>
                    <a:pt x="96" y="575"/>
                  </a:moveTo>
                  <a:lnTo>
                    <a:pt x="78" y="575"/>
                  </a:lnTo>
                  <a:lnTo>
                    <a:pt x="78" y="192"/>
                  </a:lnTo>
                  <a:lnTo>
                    <a:pt x="0" y="6"/>
                  </a:lnTo>
                  <a:lnTo>
                    <a:pt x="15" y="0"/>
                  </a:lnTo>
                  <a:lnTo>
                    <a:pt x="96" y="189"/>
                  </a:lnTo>
                  <a:lnTo>
                    <a:pt x="96" y="575"/>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18" name="Freeform 12">
              <a:extLst>
                <a:ext uri="{FF2B5EF4-FFF2-40B4-BE49-F238E27FC236}">
                  <a16:creationId xmlns:a16="http://schemas.microsoft.com/office/drawing/2014/main" id="{0B8A2B0E-823F-4BE8-9359-45143BB1248E}"/>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588962" y="1420813"/>
              <a:ext cx="190500" cy="190500"/>
            </a:xfrm>
            <a:custGeom>
              <a:avLst/>
              <a:gdLst/>
              <a:ahLst/>
              <a:cxnLst/>
              <a:rect l="0" t="0" r="r" b="b"/>
              <a:pathLst>
                <a:path w="40" h="40">
                  <a:moveTo>
                    <a:pt x="20" y="40"/>
                  </a:moveTo>
                  <a:cubicBezTo>
                    <a:pt x="9" y="40"/>
                    <a:pt x="0" y="31"/>
                    <a:pt x="0" y="20"/>
                  </a:cubicBezTo>
                  <a:cubicBezTo>
                    <a:pt x="0" y="9"/>
                    <a:pt x="9" y="0"/>
                    <a:pt x="20" y="0"/>
                  </a:cubicBezTo>
                  <a:cubicBezTo>
                    <a:pt x="33" y="0"/>
                    <a:pt x="40" y="7"/>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9"/>
                    <a:pt x="31"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19" name="Freeform 13">
              <a:extLst>
                <a:ext uri="{FF2B5EF4-FFF2-40B4-BE49-F238E27FC236}">
                  <a16:creationId xmlns:a16="http://schemas.microsoft.com/office/drawing/2014/main" id="{44516B3C-A8BE-46FC-B643-3DFEB7F28386}"/>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588962" y="9032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20" name="Freeform 14">
              <a:extLst>
                <a:ext uri="{FF2B5EF4-FFF2-40B4-BE49-F238E27FC236}">
                  <a16:creationId xmlns:a16="http://schemas.microsoft.com/office/drawing/2014/main" id="{59FD699C-3920-4E57-BE27-165A3F036C2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641350" y="0"/>
              <a:ext cx="422275" cy="527050"/>
            </a:xfrm>
            <a:custGeom>
              <a:avLst/>
              <a:gdLst/>
              <a:ahLst/>
              <a:cxnLst/>
              <a:rect l="0" t="0" r="r" b="b"/>
              <a:pathLst>
                <a:path w="266" h="332">
                  <a:moveTo>
                    <a:pt x="257" y="332"/>
                  </a:moveTo>
                  <a:lnTo>
                    <a:pt x="48" y="123"/>
                  </a:lnTo>
                  <a:lnTo>
                    <a:pt x="0" y="6"/>
                  </a:lnTo>
                  <a:lnTo>
                    <a:pt x="15" y="0"/>
                  </a:lnTo>
                  <a:lnTo>
                    <a:pt x="63" y="114"/>
                  </a:lnTo>
                  <a:lnTo>
                    <a:pt x="266" y="320"/>
                  </a:lnTo>
                  <a:lnTo>
                    <a:pt x="257" y="332"/>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21" name="Freeform 15">
              <a:extLst>
                <a:ext uri="{FF2B5EF4-FFF2-40B4-BE49-F238E27FC236}">
                  <a16:creationId xmlns:a16="http://schemas.microsoft.com/office/drawing/2014/main" id="{0FB0C02E-3F53-4889-8ADF-80DBC43F693C}"/>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1020762" y="488950"/>
              <a:ext cx="161925" cy="147638"/>
            </a:xfrm>
            <a:custGeom>
              <a:avLst/>
              <a:gdLst/>
              <a:ahLst/>
              <a:cxnLst/>
              <a:rect l="0" t="0" r="r" b="b"/>
              <a:pathLst>
                <a:path w="34" h="31">
                  <a:moveTo>
                    <a:pt x="17" y="31"/>
                  </a:moveTo>
                  <a:cubicBezTo>
                    <a:pt x="13" y="31"/>
                    <a:pt x="9" y="30"/>
                    <a:pt x="6" y="27"/>
                  </a:cubicBezTo>
                  <a:cubicBezTo>
                    <a:pt x="0" y="20"/>
                    <a:pt x="0" y="10"/>
                    <a:pt x="6" y="4"/>
                  </a:cubicBezTo>
                  <a:cubicBezTo>
                    <a:pt x="9" y="1"/>
                    <a:pt x="13" y="0"/>
                    <a:pt x="17" y="0"/>
                  </a:cubicBezTo>
                  <a:cubicBezTo>
                    <a:pt x="21" y="0"/>
                    <a:pt x="25" y="1"/>
                    <a:pt x="28" y="4"/>
                  </a:cubicBezTo>
                  <a:cubicBezTo>
                    <a:pt x="34" y="10"/>
                    <a:pt x="34" y="20"/>
                    <a:pt x="28" y="27"/>
                  </a:cubicBezTo>
                  <a:cubicBezTo>
                    <a:pt x="25" y="30"/>
                    <a:pt x="21" y="31"/>
                    <a:pt x="17" y="31"/>
                  </a:cubicBezTo>
                  <a:close/>
                  <a:moveTo>
                    <a:pt x="17" y="4"/>
                  </a:moveTo>
                  <a:cubicBezTo>
                    <a:pt x="14" y="4"/>
                    <a:pt x="11" y="5"/>
                    <a:pt x="9" y="7"/>
                  </a:cubicBezTo>
                  <a:cubicBezTo>
                    <a:pt x="4" y="12"/>
                    <a:pt x="4" y="19"/>
                    <a:pt x="9" y="24"/>
                  </a:cubicBezTo>
                  <a:cubicBezTo>
                    <a:pt x="11" y="26"/>
                    <a:pt x="14" y="27"/>
                    <a:pt x="17" y="27"/>
                  </a:cubicBezTo>
                  <a:cubicBezTo>
                    <a:pt x="20" y="27"/>
                    <a:pt x="23" y="26"/>
                    <a:pt x="25" y="24"/>
                  </a:cubicBezTo>
                  <a:cubicBezTo>
                    <a:pt x="30" y="19"/>
                    <a:pt x="30" y="12"/>
                    <a:pt x="25" y="7"/>
                  </a:cubicBezTo>
                  <a:cubicBezTo>
                    <a:pt x="23" y="5"/>
                    <a:pt x="20" y="4"/>
                    <a:pt x="17"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22" name="Line 16">
              <a:extLst>
                <a:ext uri="{FF2B5EF4-FFF2-40B4-BE49-F238E27FC236}">
                  <a16:creationId xmlns:a16="http://schemas.microsoft.com/office/drawing/2014/main" id="{F8A0C89C-946F-4BCD-8A27-BB73E37FE525}"/>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a:off x="-4763" y="9525"/>
              <a:ext cx="0" cy="0"/>
            </a:xfrm>
            <a:prstGeom prst="line">
              <a:avLst/>
            </a:prstGeom>
            <a:grpFill/>
            <a:ln w="15" cap="flat">
              <a:solidFill>
                <a:srgbClr val="FFFFFF"/>
              </a:solidFill>
              <a:prstDash val="solid"/>
              <a:miter lim="800000"/>
              <a:headEnd/>
              <a:tailEnd/>
            </a:ln>
          </p:spPr>
          <p:txBody>
            <a:bodyPr/>
            <a:lstStyle/>
            <a:p>
              <a:endParaRPr lang="it-IT"/>
            </a:p>
          </p:txBody>
        </p:sp>
        <p:sp>
          <p:nvSpPr>
            <p:cNvPr id="23" name="Freeform 17">
              <a:extLst>
                <a:ext uri="{FF2B5EF4-FFF2-40B4-BE49-F238E27FC236}">
                  <a16:creationId xmlns:a16="http://schemas.microsoft.com/office/drawing/2014/main" id="{70C83EAF-4E92-4849-A240-B257871DC03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9525" y="1801813"/>
              <a:ext cx="123825" cy="127000"/>
            </a:xfrm>
            <a:custGeom>
              <a:avLst/>
              <a:gdLst/>
              <a:ahLst/>
              <a:cxnLst/>
              <a:rect l="0" t="0" r="r" b="b"/>
              <a:pathLst>
                <a:path w="78" h="80">
                  <a:moveTo>
                    <a:pt x="6" y="80"/>
                  </a:moveTo>
                  <a:lnTo>
                    <a:pt x="0" y="71"/>
                  </a:lnTo>
                  <a:lnTo>
                    <a:pt x="69" y="0"/>
                  </a:lnTo>
                  <a:lnTo>
                    <a:pt x="78" y="9"/>
                  </a:lnTo>
                  <a:lnTo>
                    <a:pt x="6" y="80"/>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24" name="Freeform 18">
              <a:extLst>
                <a:ext uri="{FF2B5EF4-FFF2-40B4-BE49-F238E27FC236}">
                  <a16:creationId xmlns:a16="http://schemas.microsoft.com/office/drawing/2014/main" id="{320FD164-4D7A-469C-B3F4-B926BFACF53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9525" y="3549650"/>
              <a:ext cx="147638" cy="481013"/>
            </a:xfrm>
            <a:custGeom>
              <a:avLst/>
              <a:gdLst/>
              <a:ahLst/>
              <a:cxnLst/>
              <a:rect l="0" t="0" r="r" b="b"/>
              <a:pathLst>
                <a:path w="93" h="303">
                  <a:moveTo>
                    <a:pt x="93" y="303"/>
                  </a:moveTo>
                  <a:lnTo>
                    <a:pt x="78" y="303"/>
                  </a:lnTo>
                  <a:lnTo>
                    <a:pt x="78" y="78"/>
                  </a:lnTo>
                  <a:lnTo>
                    <a:pt x="0" y="12"/>
                  </a:lnTo>
                  <a:lnTo>
                    <a:pt x="12" y="0"/>
                  </a:lnTo>
                  <a:lnTo>
                    <a:pt x="93" y="69"/>
                  </a:lnTo>
                  <a:lnTo>
                    <a:pt x="93" y="303"/>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25" name="Freeform 19">
              <a:extLst>
                <a:ext uri="{FF2B5EF4-FFF2-40B4-BE49-F238E27FC236}">
                  <a16:creationId xmlns:a16="http://schemas.microsoft.com/office/drawing/2014/main" id="{F6E14D9A-4E63-48FF-95C5-9E8DDFF86C4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28587" y="1382713"/>
              <a:ext cx="142875" cy="476250"/>
            </a:xfrm>
            <a:custGeom>
              <a:avLst/>
              <a:gdLst/>
              <a:ahLst/>
              <a:cxnLst/>
              <a:rect l="0" t="0" r="r" b="b"/>
              <a:pathLst>
                <a:path w="90" h="300">
                  <a:moveTo>
                    <a:pt x="90" y="300"/>
                  </a:moveTo>
                  <a:lnTo>
                    <a:pt x="78" y="300"/>
                  </a:lnTo>
                  <a:lnTo>
                    <a:pt x="78" y="84"/>
                  </a:lnTo>
                  <a:lnTo>
                    <a:pt x="0" y="9"/>
                  </a:lnTo>
                  <a:lnTo>
                    <a:pt x="9" y="0"/>
                  </a:lnTo>
                  <a:lnTo>
                    <a:pt x="90" y="81"/>
                  </a:lnTo>
                  <a:lnTo>
                    <a:pt x="90" y="300"/>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26" name="Freeform 20">
              <a:extLst>
                <a:ext uri="{FF2B5EF4-FFF2-40B4-BE49-F238E27FC236}">
                  <a16:creationId xmlns:a16="http://schemas.microsoft.com/office/drawing/2014/main" id="{F3DCD24F-3CA8-4404-B22C-E4C928995F3B}"/>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204787" y="1849438"/>
              <a:ext cx="114300" cy="107950"/>
            </a:xfrm>
            <a:custGeom>
              <a:avLst/>
              <a:gdLst/>
              <a:ahLst/>
              <a:cxnLst/>
              <a:rect l="0" t="0" r="r" b="b"/>
              <a:pathLst>
                <a:path w="24" h="23">
                  <a:moveTo>
                    <a:pt x="12" y="23"/>
                  </a:moveTo>
                  <a:cubicBezTo>
                    <a:pt x="6" y="23"/>
                    <a:pt x="0" y="18"/>
                    <a:pt x="0" y="12"/>
                  </a:cubicBezTo>
                  <a:cubicBezTo>
                    <a:pt x="0" y="5"/>
                    <a:pt x="6" y="0"/>
                    <a:pt x="12" y="0"/>
                  </a:cubicBezTo>
                  <a:cubicBezTo>
                    <a:pt x="18" y="0"/>
                    <a:pt x="24" y="5"/>
                    <a:pt x="24" y="12"/>
                  </a:cubicBezTo>
                  <a:cubicBezTo>
                    <a:pt x="24" y="18"/>
                    <a:pt x="18" y="23"/>
                    <a:pt x="12" y="23"/>
                  </a:cubicBezTo>
                  <a:close/>
                  <a:moveTo>
                    <a:pt x="12" y="4"/>
                  </a:moveTo>
                  <a:cubicBezTo>
                    <a:pt x="8" y="4"/>
                    <a:pt x="4" y="8"/>
                    <a:pt x="4" y="12"/>
                  </a:cubicBezTo>
                  <a:cubicBezTo>
                    <a:pt x="4" y="16"/>
                    <a:pt x="8" y="19"/>
                    <a:pt x="12" y="19"/>
                  </a:cubicBezTo>
                  <a:cubicBezTo>
                    <a:pt x="16" y="19"/>
                    <a:pt x="20" y="16"/>
                    <a:pt x="20" y="12"/>
                  </a:cubicBezTo>
                  <a:cubicBezTo>
                    <a:pt x="20" y="8"/>
                    <a:pt x="16" y="4"/>
                    <a:pt x="12"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27" name="Rectangle 21">
              <a:extLst>
                <a:ext uri="{FF2B5EF4-FFF2-40B4-BE49-F238E27FC236}">
                  <a16:creationId xmlns:a16="http://schemas.microsoft.com/office/drawing/2014/main" id="{8AD2E827-32A3-4BE4-9CC6-8315629177AE}"/>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33350" y="4662488"/>
              <a:ext cx="23813" cy="2181225"/>
            </a:xfrm>
            <a:prstGeom prst="rect">
              <a:avLst/>
            </a:pr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miter lim="800000"/>
                  <a:headEnd/>
                  <a:tailEnd/>
                </a14:hiddenLine>
              </a:ext>
            </a:extLst>
          </p:spPr>
          <p:txBody>
            <a:bodyPr/>
            <a:lstStyle/>
            <a:p>
              <a:endParaRPr lang="it-IT"/>
            </a:p>
          </p:txBody>
        </p:sp>
        <p:sp>
          <p:nvSpPr>
            <p:cNvPr id="28" name="Freeform 22">
              <a:extLst>
                <a:ext uri="{FF2B5EF4-FFF2-40B4-BE49-F238E27FC236}">
                  <a16:creationId xmlns:a16="http://schemas.microsoft.com/office/drawing/2014/main" id="{47FB2CCC-1230-494F-B2D1-F05E5B8EDF5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223837" y="5041900"/>
              <a:ext cx="369888" cy="1801813"/>
            </a:xfrm>
            <a:custGeom>
              <a:avLst/>
              <a:gdLst/>
              <a:ahLst/>
              <a:cxnLst/>
              <a:rect l="0" t="0" r="r" b="b"/>
              <a:pathLst>
                <a:path w="233" h="1135">
                  <a:moveTo>
                    <a:pt x="15" y="1135"/>
                  </a:moveTo>
                  <a:lnTo>
                    <a:pt x="0" y="1135"/>
                  </a:lnTo>
                  <a:lnTo>
                    <a:pt x="0" y="515"/>
                  </a:lnTo>
                  <a:lnTo>
                    <a:pt x="0" y="512"/>
                  </a:lnTo>
                  <a:lnTo>
                    <a:pt x="218" y="0"/>
                  </a:lnTo>
                  <a:lnTo>
                    <a:pt x="233" y="6"/>
                  </a:lnTo>
                  <a:lnTo>
                    <a:pt x="15" y="518"/>
                  </a:lnTo>
                  <a:lnTo>
                    <a:pt x="15" y="1135"/>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29" name="Freeform 23">
              <a:extLst>
                <a:ext uri="{FF2B5EF4-FFF2-40B4-BE49-F238E27FC236}">
                  <a16:creationId xmlns:a16="http://schemas.microsoft.com/office/drawing/2014/main" id="{A5F44514-9274-47E3-9243-CA9356C166B5}"/>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52387" y="44815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30" name="Freeform 24">
              <a:extLst>
                <a:ext uri="{FF2B5EF4-FFF2-40B4-BE49-F238E27FC236}">
                  <a16:creationId xmlns:a16="http://schemas.microsoft.com/office/drawing/2014/main" id="{D06192CD-AD86-4DCA-8B53-4ACCA46583A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4288" y="5627688"/>
              <a:ext cx="85725" cy="1216025"/>
            </a:xfrm>
            <a:custGeom>
              <a:avLst/>
              <a:gdLst/>
              <a:ahLst/>
              <a:cxnLst/>
              <a:rect l="0" t="0" r="r" b="b"/>
              <a:pathLst>
                <a:path w="54" h="766">
                  <a:moveTo>
                    <a:pt x="54" y="766"/>
                  </a:moveTo>
                  <a:lnTo>
                    <a:pt x="36" y="766"/>
                  </a:lnTo>
                  <a:lnTo>
                    <a:pt x="36" y="149"/>
                  </a:lnTo>
                  <a:lnTo>
                    <a:pt x="0" y="3"/>
                  </a:lnTo>
                  <a:lnTo>
                    <a:pt x="18" y="0"/>
                  </a:lnTo>
                  <a:lnTo>
                    <a:pt x="54" y="146"/>
                  </a:lnTo>
                  <a:lnTo>
                    <a:pt x="54" y="766"/>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31" name="Freeform 25">
              <a:extLst>
                <a:ext uri="{FF2B5EF4-FFF2-40B4-BE49-F238E27FC236}">
                  <a16:creationId xmlns:a16="http://schemas.microsoft.com/office/drawing/2014/main" id="{99E9203A-21E4-46D8-981A-4B28CA320A69}"/>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527050" y="4867275"/>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32" name="Freeform 26">
              <a:extLst>
                <a:ext uri="{FF2B5EF4-FFF2-40B4-BE49-F238E27FC236}">
                  <a16:creationId xmlns:a16="http://schemas.microsoft.com/office/drawing/2014/main" id="{32FCE9B6-FB52-4045-8DCC-E5959B9A403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309562" y="5422900"/>
              <a:ext cx="374650" cy="1425575"/>
            </a:xfrm>
            <a:custGeom>
              <a:avLst/>
              <a:gdLst/>
              <a:ahLst/>
              <a:cxnLst/>
              <a:rect l="0" t="0" r="r" b="b"/>
              <a:pathLst>
                <a:path w="236" h="898">
                  <a:moveTo>
                    <a:pt x="18" y="898"/>
                  </a:moveTo>
                  <a:lnTo>
                    <a:pt x="0" y="898"/>
                  </a:lnTo>
                  <a:lnTo>
                    <a:pt x="0" y="515"/>
                  </a:lnTo>
                  <a:lnTo>
                    <a:pt x="3" y="512"/>
                  </a:lnTo>
                  <a:lnTo>
                    <a:pt x="221" y="0"/>
                  </a:lnTo>
                  <a:lnTo>
                    <a:pt x="236" y="6"/>
                  </a:lnTo>
                  <a:lnTo>
                    <a:pt x="18" y="518"/>
                  </a:lnTo>
                  <a:lnTo>
                    <a:pt x="18" y="898"/>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33" name="Freeform 27">
              <a:extLst>
                <a:ext uri="{FF2B5EF4-FFF2-40B4-BE49-F238E27FC236}">
                  <a16:creationId xmlns:a16="http://schemas.microsoft.com/office/drawing/2014/main" id="{E4A7025C-CDE8-429A-BBB9-E7380C96238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569912" y="5945188"/>
              <a:ext cx="152400" cy="912813"/>
            </a:xfrm>
            <a:custGeom>
              <a:avLst/>
              <a:gdLst/>
              <a:ahLst/>
              <a:cxnLst/>
              <a:rect l="0" t="0" r="r" b="b"/>
              <a:pathLst>
                <a:path w="96" h="575">
                  <a:moveTo>
                    <a:pt x="15" y="575"/>
                  </a:moveTo>
                  <a:lnTo>
                    <a:pt x="0" y="569"/>
                  </a:lnTo>
                  <a:lnTo>
                    <a:pt x="81" y="383"/>
                  </a:lnTo>
                  <a:lnTo>
                    <a:pt x="81" y="0"/>
                  </a:lnTo>
                  <a:lnTo>
                    <a:pt x="96" y="0"/>
                  </a:lnTo>
                  <a:lnTo>
                    <a:pt x="96" y="386"/>
                  </a:lnTo>
                  <a:lnTo>
                    <a:pt x="15" y="575"/>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34" name="Freeform 28">
              <a:extLst>
                <a:ext uri="{FF2B5EF4-FFF2-40B4-BE49-F238E27FC236}">
                  <a16:creationId xmlns:a16="http://schemas.microsoft.com/office/drawing/2014/main" id="{A4EA0256-5DF5-437A-98A7-B79F3E6BB89A}"/>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612775" y="52466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35" name="Freeform 29">
              <a:extLst>
                <a:ext uri="{FF2B5EF4-FFF2-40B4-BE49-F238E27FC236}">
                  <a16:creationId xmlns:a16="http://schemas.microsoft.com/office/drawing/2014/main" id="{90C9433D-9E1C-493B-BEBD-C3081FFA328F}"/>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612775" y="57642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36" name="Freeform 30">
              <a:extLst>
                <a:ext uri="{FF2B5EF4-FFF2-40B4-BE49-F238E27FC236}">
                  <a16:creationId xmlns:a16="http://schemas.microsoft.com/office/drawing/2014/main" id="{352B39BB-F298-4285-A709-1FBA0CB722C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669925" y="6330950"/>
              <a:ext cx="417513" cy="517525"/>
            </a:xfrm>
            <a:custGeom>
              <a:avLst/>
              <a:gdLst/>
              <a:ahLst/>
              <a:cxnLst/>
              <a:rect l="0" t="0" r="r" b="b"/>
              <a:pathLst>
                <a:path w="263" h="326">
                  <a:moveTo>
                    <a:pt x="15" y="326"/>
                  </a:moveTo>
                  <a:lnTo>
                    <a:pt x="0" y="320"/>
                  </a:lnTo>
                  <a:lnTo>
                    <a:pt x="45" y="206"/>
                  </a:lnTo>
                  <a:lnTo>
                    <a:pt x="48" y="206"/>
                  </a:lnTo>
                  <a:lnTo>
                    <a:pt x="254" y="0"/>
                  </a:lnTo>
                  <a:lnTo>
                    <a:pt x="263" y="12"/>
                  </a:lnTo>
                  <a:lnTo>
                    <a:pt x="60" y="215"/>
                  </a:lnTo>
                  <a:lnTo>
                    <a:pt x="15" y="326"/>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37" name="Freeform 31">
              <a:extLst>
                <a:ext uri="{FF2B5EF4-FFF2-40B4-BE49-F238E27FC236}">
                  <a16:creationId xmlns:a16="http://schemas.microsoft.com/office/drawing/2014/main" id="{31CAF2A0-CBA0-4E86-AA87-8750EC1AFB2E}"/>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1049337" y="6221413"/>
              <a:ext cx="157163" cy="147638"/>
            </a:xfrm>
            <a:custGeom>
              <a:avLst/>
              <a:gdLst/>
              <a:ahLst/>
              <a:cxnLst/>
              <a:rect l="0" t="0" r="r" b="b"/>
              <a:pathLst>
                <a:path w="33" h="31">
                  <a:moveTo>
                    <a:pt x="16" y="31"/>
                  </a:moveTo>
                  <a:cubicBezTo>
                    <a:pt x="12" y="31"/>
                    <a:pt x="8" y="29"/>
                    <a:pt x="5" y="26"/>
                  </a:cubicBezTo>
                  <a:cubicBezTo>
                    <a:pt x="2" y="24"/>
                    <a:pt x="0" y="20"/>
                    <a:pt x="0" y="15"/>
                  </a:cubicBezTo>
                  <a:cubicBezTo>
                    <a:pt x="0" y="11"/>
                    <a:pt x="2" y="7"/>
                    <a:pt x="5" y="4"/>
                  </a:cubicBezTo>
                  <a:cubicBezTo>
                    <a:pt x="8" y="1"/>
                    <a:pt x="12" y="0"/>
                    <a:pt x="16" y="0"/>
                  </a:cubicBezTo>
                  <a:cubicBezTo>
                    <a:pt x="20" y="0"/>
                    <a:pt x="24" y="1"/>
                    <a:pt x="27" y="4"/>
                  </a:cubicBezTo>
                  <a:cubicBezTo>
                    <a:pt x="33" y="10"/>
                    <a:pt x="33" y="20"/>
                    <a:pt x="27" y="26"/>
                  </a:cubicBezTo>
                  <a:cubicBezTo>
                    <a:pt x="24" y="29"/>
                    <a:pt x="20" y="31"/>
                    <a:pt x="16" y="31"/>
                  </a:cubicBezTo>
                  <a:close/>
                  <a:moveTo>
                    <a:pt x="16" y="4"/>
                  </a:moveTo>
                  <a:cubicBezTo>
                    <a:pt x="13" y="4"/>
                    <a:pt x="10" y="5"/>
                    <a:pt x="8" y="7"/>
                  </a:cubicBezTo>
                  <a:cubicBezTo>
                    <a:pt x="6" y="9"/>
                    <a:pt x="4" y="12"/>
                    <a:pt x="4" y="15"/>
                  </a:cubicBezTo>
                  <a:cubicBezTo>
                    <a:pt x="4" y="19"/>
                    <a:pt x="6" y="21"/>
                    <a:pt x="8" y="24"/>
                  </a:cubicBezTo>
                  <a:cubicBezTo>
                    <a:pt x="10" y="26"/>
                    <a:pt x="13" y="27"/>
                    <a:pt x="16" y="27"/>
                  </a:cubicBezTo>
                  <a:cubicBezTo>
                    <a:pt x="19" y="27"/>
                    <a:pt x="22" y="26"/>
                    <a:pt x="24" y="24"/>
                  </a:cubicBezTo>
                  <a:cubicBezTo>
                    <a:pt x="29" y="19"/>
                    <a:pt x="29" y="12"/>
                    <a:pt x="24" y="7"/>
                  </a:cubicBezTo>
                  <a:cubicBezTo>
                    <a:pt x="22" y="5"/>
                    <a:pt x="19" y="4"/>
                    <a:pt x="16"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grpSp>
      <p:sp>
        <p:nvSpPr>
          <p:cNvPr id="2" name="Titolo 1">
            <a:extLst>
              <a:ext uri="{FF2B5EF4-FFF2-40B4-BE49-F238E27FC236}">
                <a16:creationId xmlns:a16="http://schemas.microsoft.com/office/drawing/2014/main" id="{37ED93E6-67B1-2E72-A41D-987A208D9AEF}"/>
              </a:ext>
            </a:extLst>
          </p:cNvPr>
          <p:cNvSpPr>
            <a:spLocks noGrp="1"/>
          </p:cNvSpPr>
          <p:nvPr>
            <p:ph type="title"/>
          </p:nvPr>
        </p:nvSpPr>
        <p:spPr>
          <a:xfrm>
            <a:off x="1019015" y="1093787"/>
            <a:ext cx="3059969" cy="4697413"/>
          </a:xfrm>
        </p:spPr>
        <p:txBody>
          <a:bodyPr>
            <a:normAutofit/>
          </a:bodyPr>
          <a:lstStyle/>
          <a:p>
            <a:r>
              <a:rPr lang="it-IT" dirty="0" err="1"/>
              <a:t>tASK</a:t>
            </a:r>
            <a:endParaRPr lang="it-IT" dirty="0"/>
          </a:p>
        </p:txBody>
      </p:sp>
      <p:sp useBgFill="1">
        <p:nvSpPr>
          <p:cNvPr id="39" name="Round Diagonal Corner Rectangle 7">
            <a:extLst>
              <a:ext uri="{FF2B5EF4-FFF2-40B4-BE49-F238E27FC236}">
                <a16:creationId xmlns:a16="http://schemas.microsoft.com/office/drawing/2014/main" id="{7D1C411D-0818-4640-8657-2AF78250C80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625084" y="0"/>
            <a:ext cx="7566916" cy="6848476"/>
          </a:xfrm>
          <a:prstGeom prst="round2DiagRect">
            <a:avLst>
              <a:gd name="adj1" fmla="val 0"/>
              <a:gd name="adj2" fmla="val 0"/>
            </a:avLst>
          </a:prstGeom>
          <a:ln w="19050" cap="sq">
            <a:noFill/>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 name="Segnaposto contenuto 2">
            <a:extLst>
              <a:ext uri="{FF2B5EF4-FFF2-40B4-BE49-F238E27FC236}">
                <a16:creationId xmlns:a16="http://schemas.microsoft.com/office/drawing/2014/main" id="{EADACF79-FD26-5EF3-8E10-C6025AC22887}"/>
              </a:ext>
            </a:extLst>
          </p:cNvPr>
          <p:cNvSpPr>
            <a:spLocks noGrp="1"/>
          </p:cNvSpPr>
          <p:nvPr>
            <p:ph idx="1"/>
          </p:nvPr>
        </p:nvSpPr>
        <p:spPr>
          <a:xfrm>
            <a:off x="4855112" y="1093788"/>
            <a:ext cx="7132101" cy="4697413"/>
          </a:xfrm>
        </p:spPr>
        <p:txBody>
          <a:bodyPr>
            <a:normAutofit/>
          </a:bodyPr>
          <a:lstStyle/>
          <a:p>
            <a:pPr marL="0" indent="0">
              <a:buNone/>
            </a:pPr>
            <a:r>
              <a:rPr lang="it-IT" sz="2200" dirty="0" err="1">
                <a:latin typeface="Calibri Light" panose="020F0302020204030204" pitchFamily="34" charset="0"/>
                <a:ea typeface="Calibri Light" panose="020F0302020204030204" pitchFamily="34" charset="0"/>
                <a:cs typeface="Calibri Light" panose="020F0302020204030204" pitchFamily="34" charset="0"/>
              </a:rPr>
              <a:t>Unfortunately</a:t>
            </a:r>
            <a:r>
              <a:rPr lang="it-IT" sz="2200" dirty="0">
                <a:latin typeface="Calibri Light" panose="020F0302020204030204" pitchFamily="34" charset="0"/>
                <a:ea typeface="Calibri Light" panose="020F0302020204030204" pitchFamily="34" charset="0"/>
                <a:cs typeface="Calibri Light" panose="020F0302020204030204" pitchFamily="34" charset="0"/>
              </a:rPr>
              <a:t>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we</a:t>
            </a:r>
            <a:r>
              <a:rPr lang="it-IT" sz="2200" dirty="0">
                <a:latin typeface="Calibri Light" panose="020F0302020204030204" pitchFamily="34" charset="0"/>
                <a:ea typeface="Calibri Light" panose="020F0302020204030204" pitchFamily="34" charset="0"/>
                <a:cs typeface="Calibri Light" panose="020F0302020204030204" pitchFamily="34" charset="0"/>
              </a:rPr>
              <a:t>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didn’t</a:t>
            </a:r>
            <a:r>
              <a:rPr lang="it-IT" sz="2200" dirty="0">
                <a:latin typeface="Calibri Light" panose="020F0302020204030204" pitchFamily="34" charset="0"/>
                <a:ea typeface="Calibri Light" panose="020F0302020204030204" pitchFamily="34" charset="0"/>
                <a:cs typeface="Calibri Light" panose="020F0302020204030204" pitchFamily="34" charset="0"/>
              </a:rPr>
              <a:t>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fulfill</a:t>
            </a:r>
            <a:r>
              <a:rPr lang="it-IT" sz="2200" dirty="0">
                <a:latin typeface="Calibri Light" panose="020F0302020204030204" pitchFamily="34" charset="0"/>
                <a:ea typeface="Calibri Light" panose="020F0302020204030204" pitchFamily="34" charset="0"/>
                <a:cs typeface="Calibri Light" panose="020F0302020204030204" pitchFamily="34" charset="0"/>
              </a:rPr>
              <a:t> the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original</a:t>
            </a:r>
            <a:r>
              <a:rPr lang="it-IT" sz="2200" dirty="0">
                <a:latin typeface="Calibri Light" panose="020F0302020204030204" pitchFamily="34" charset="0"/>
                <a:ea typeface="Calibri Light" panose="020F0302020204030204" pitchFamily="34" charset="0"/>
                <a:cs typeface="Calibri Light" panose="020F0302020204030204" pitchFamily="34" charset="0"/>
              </a:rPr>
              <a:t>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proposed</a:t>
            </a:r>
            <a:r>
              <a:rPr lang="it-IT" sz="2200" dirty="0">
                <a:latin typeface="Calibri Light" panose="020F0302020204030204" pitchFamily="34" charset="0"/>
                <a:ea typeface="Calibri Light" panose="020F0302020204030204" pitchFamily="34" charset="0"/>
                <a:cs typeface="Calibri Light" panose="020F0302020204030204" pitchFamily="34" charset="0"/>
              </a:rPr>
              <a:t> goal: the robot, in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all</a:t>
            </a:r>
            <a:r>
              <a:rPr lang="it-IT" sz="2200" dirty="0">
                <a:latin typeface="Calibri Light" panose="020F0302020204030204" pitchFamily="34" charset="0"/>
                <a:ea typeface="Calibri Light" panose="020F0302020204030204" pitchFamily="34" charset="0"/>
                <a:cs typeface="Calibri Light" panose="020F0302020204030204" pitchFamily="34" charset="0"/>
              </a:rPr>
              <a:t> the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tested</a:t>
            </a:r>
            <a:r>
              <a:rPr lang="it-IT" sz="2200" dirty="0">
                <a:latin typeface="Calibri Light" panose="020F0302020204030204" pitchFamily="34" charset="0"/>
                <a:ea typeface="Calibri Light" panose="020F0302020204030204" pitchFamily="34" charset="0"/>
                <a:cs typeface="Calibri Light" panose="020F0302020204030204" pitchFamily="34" charset="0"/>
              </a:rPr>
              <a:t>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configurations</a:t>
            </a:r>
            <a:r>
              <a:rPr lang="it-IT" sz="2200" dirty="0">
                <a:latin typeface="Calibri Light" panose="020F0302020204030204" pitchFamily="34" charset="0"/>
                <a:ea typeface="Calibri Light" panose="020F0302020204030204" pitchFamily="34" charset="0"/>
                <a:cs typeface="Calibri Light" panose="020F0302020204030204" pitchFamily="34" charset="0"/>
              </a:rPr>
              <a:t>,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had</a:t>
            </a:r>
            <a:r>
              <a:rPr lang="it-IT" sz="2200" dirty="0">
                <a:latin typeface="Calibri Light" panose="020F0302020204030204" pitchFamily="34" charset="0"/>
                <a:ea typeface="Calibri Light" panose="020F0302020204030204" pitchFamily="34" charset="0"/>
                <a:cs typeface="Calibri Light" panose="020F0302020204030204" pitchFamily="34" charset="0"/>
              </a:rPr>
              <a:t>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serious</a:t>
            </a:r>
            <a:r>
              <a:rPr lang="it-IT" sz="2200" dirty="0">
                <a:latin typeface="Calibri Light" panose="020F0302020204030204" pitchFamily="34" charset="0"/>
                <a:ea typeface="Calibri Light" panose="020F0302020204030204" pitchFamily="34" charset="0"/>
                <a:cs typeface="Calibri Light" panose="020F0302020204030204" pitchFamily="34" charset="0"/>
              </a:rPr>
              <a:t>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issues</a:t>
            </a:r>
            <a:r>
              <a:rPr lang="it-IT" sz="2200" dirty="0">
                <a:latin typeface="Calibri Light" panose="020F0302020204030204" pitchFamily="34" charset="0"/>
                <a:ea typeface="Calibri Light" panose="020F0302020204030204" pitchFamily="34" charset="0"/>
                <a:cs typeface="Calibri Light" panose="020F0302020204030204" pitchFamily="34" charset="0"/>
              </a:rPr>
              <a:t> with the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navigation</a:t>
            </a:r>
            <a:r>
              <a:rPr lang="it-IT" sz="2200" dirty="0">
                <a:latin typeface="Calibri Light" panose="020F0302020204030204" pitchFamily="34" charset="0"/>
                <a:ea typeface="Calibri Light" panose="020F0302020204030204" pitchFamily="34" charset="0"/>
                <a:cs typeface="Calibri Light" panose="020F0302020204030204" pitchFamily="34" charset="0"/>
              </a:rPr>
              <a:t>,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especially</a:t>
            </a:r>
            <a:r>
              <a:rPr lang="it-IT" sz="2200" dirty="0">
                <a:latin typeface="Calibri Light" panose="020F0302020204030204" pitchFamily="34" charset="0"/>
                <a:ea typeface="Calibri Light" panose="020F0302020204030204" pitchFamily="34" charset="0"/>
                <a:cs typeface="Calibri Light" panose="020F0302020204030204" pitchFamily="34" charset="0"/>
              </a:rPr>
              <a:t>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towards</a:t>
            </a:r>
            <a:r>
              <a:rPr lang="it-IT" sz="2200" dirty="0">
                <a:latin typeface="Calibri Light" panose="020F0302020204030204" pitchFamily="34" charset="0"/>
                <a:ea typeface="Calibri Light" panose="020F0302020204030204" pitchFamily="34" charset="0"/>
                <a:cs typeface="Calibri Light" panose="020F0302020204030204" pitchFamily="34" charset="0"/>
              </a:rPr>
              <a:t> the medium goal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provided</a:t>
            </a:r>
            <a:r>
              <a:rPr lang="it-IT" sz="2200" dirty="0">
                <a:latin typeface="Calibri Light" panose="020F0302020204030204" pitchFamily="34" charset="0"/>
                <a:ea typeface="Calibri Light" panose="020F0302020204030204" pitchFamily="34" charset="0"/>
                <a:cs typeface="Calibri Light" panose="020F0302020204030204" pitchFamily="34" charset="0"/>
              </a:rPr>
              <a:t>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which</a:t>
            </a:r>
            <a:r>
              <a:rPr lang="it-IT" sz="2200" dirty="0">
                <a:latin typeface="Calibri Light" panose="020F0302020204030204" pitchFamily="34" charset="0"/>
                <a:ea typeface="Calibri Light" panose="020F0302020204030204" pitchFamily="34" charset="0"/>
                <a:cs typeface="Calibri Light" panose="020F0302020204030204" pitchFamily="34" charset="0"/>
              </a:rPr>
              <a:t>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shouldn’t</a:t>
            </a:r>
            <a:r>
              <a:rPr lang="it-IT" sz="2200" dirty="0">
                <a:latin typeface="Calibri Light" panose="020F0302020204030204" pitchFamily="34" charset="0"/>
                <a:ea typeface="Calibri Light" panose="020F0302020204030204" pitchFamily="34" charset="0"/>
                <a:cs typeface="Calibri Light" panose="020F0302020204030204" pitchFamily="34" charset="0"/>
              </a:rPr>
              <a:t>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have</a:t>
            </a:r>
            <a:r>
              <a:rPr lang="it-IT" sz="2200" dirty="0">
                <a:latin typeface="Calibri Light" panose="020F0302020204030204" pitchFamily="34" charset="0"/>
                <a:ea typeface="Calibri Light" panose="020F0302020204030204" pitchFamily="34" charset="0"/>
                <a:cs typeface="Calibri Light" panose="020F0302020204030204" pitchFamily="34" charset="0"/>
              </a:rPr>
              <a:t>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been</a:t>
            </a:r>
            <a:r>
              <a:rPr lang="it-IT" sz="2200" dirty="0">
                <a:latin typeface="Calibri Light" panose="020F0302020204030204" pitchFamily="34" charset="0"/>
                <a:ea typeface="Calibri Light" panose="020F0302020204030204" pitchFamily="34" charset="0"/>
                <a:cs typeface="Calibri Light" panose="020F0302020204030204" pitchFamily="34" charset="0"/>
              </a:rPr>
              <a:t>, in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our</a:t>
            </a:r>
            <a:r>
              <a:rPr lang="it-IT" sz="2200" dirty="0">
                <a:latin typeface="Calibri Light" panose="020F0302020204030204" pitchFamily="34" charset="0"/>
                <a:ea typeface="Calibri Light" panose="020F0302020204030204" pitchFamily="34" charset="0"/>
                <a:cs typeface="Calibri Light" panose="020F0302020204030204" pitchFamily="34" charset="0"/>
              </a:rPr>
              <a:t> opinion,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too</a:t>
            </a:r>
            <a:r>
              <a:rPr lang="it-IT" sz="2200" dirty="0">
                <a:latin typeface="Calibri Light" panose="020F0302020204030204" pitchFamily="34" charset="0"/>
                <a:ea typeface="Calibri Light" panose="020F0302020204030204" pitchFamily="34" charset="0"/>
                <a:cs typeface="Calibri Light" panose="020F0302020204030204" pitchFamily="34" charset="0"/>
              </a:rPr>
              <a:t>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difficult</a:t>
            </a:r>
            <a:r>
              <a:rPr lang="it-IT" sz="2200" dirty="0">
                <a:latin typeface="Calibri Light" panose="020F0302020204030204" pitchFamily="34" charset="0"/>
                <a:ea typeface="Calibri Light" panose="020F0302020204030204" pitchFamily="34" charset="0"/>
                <a:cs typeface="Calibri Light" panose="020F0302020204030204" pitchFamily="34" charset="0"/>
              </a:rPr>
              <a:t> to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reach</a:t>
            </a:r>
            <a:r>
              <a:rPr lang="it-IT" sz="2200" dirty="0">
                <a:latin typeface="Calibri Light" panose="020F0302020204030204" pitchFamily="34" charset="0"/>
                <a:ea typeface="Calibri Light" panose="020F0302020204030204" pitchFamily="34" charset="0"/>
                <a:cs typeface="Calibri Light" panose="020F0302020204030204" pitchFamily="34" charset="0"/>
              </a:rPr>
              <a:t>).</a:t>
            </a:r>
          </a:p>
          <a:p>
            <a:pPr marL="0" indent="0">
              <a:buNone/>
            </a:pPr>
            <a:r>
              <a:rPr lang="it-IT" sz="2200" dirty="0" err="1">
                <a:latin typeface="Calibri Light" panose="020F0302020204030204" pitchFamily="34" charset="0"/>
                <a:ea typeface="Calibri Light" panose="020F0302020204030204" pitchFamily="34" charset="0"/>
                <a:cs typeface="Calibri Light" panose="020F0302020204030204" pitchFamily="34" charset="0"/>
              </a:rPr>
              <a:t>This</a:t>
            </a:r>
            <a:r>
              <a:rPr lang="it-IT" sz="2200" dirty="0">
                <a:latin typeface="Calibri Light" panose="020F0302020204030204" pitchFamily="34" charset="0"/>
                <a:ea typeface="Calibri Light" panose="020F0302020204030204" pitchFamily="34" charset="0"/>
                <a:cs typeface="Calibri Light" panose="020F0302020204030204" pitchFamily="34" charset="0"/>
              </a:rPr>
              <a:t>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was</a:t>
            </a:r>
            <a:r>
              <a:rPr lang="it-IT" sz="2200" dirty="0">
                <a:latin typeface="Calibri Light" panose="020F0302020204030204" pitchFamily="34" charset="0"/>
                <a:ea typeface="Calibri Light" panose="020F0302020204030204" pitchFamily="34" charset="0"/>
                <a:cs typeface="Calibri Light" panose="020F0302020204030204" pitchFamily="34" charset="0"/>
              </a:rPr>
              <a:t> the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primary</a:t>
            </a:r>
            <a:r>
              <a:rPr lang="it-IT" sz="2200" dirty="0">
                <a:latin typeface="Calibri Light" panose="020F0302020204030204" pitchFamily="34" charset="0"/>
                <a:ea typeface="Calibri Light" panose="020F0302020204030204" pitchFamily="34" charset="0"/>
                <a:cs typeface="Calibri Light" panose="020F0302020204030204" pitchFamily="34" charset="0"/>
              </a:rPr>
              <a:t>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concern</a:t>
            </a:r>
            <a:r>
              <a:rPr lang="it-IT" sz="2200" dirty="0">
                <a:latin typeface="Calibri Light" panose="020F0302020204030204" pitchFamily="34" charset="0"/>
                <a:ea typeface="Calibri Light" panose="020F0302020204030204" pitchFamily="34" charset="0"/>
                <a:cs typeface="Calibri Light" panose="020F0302020204030204" pitchFamily="34" charset="0"/>
              </a:rPr>
              <a:t>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that</a:t>
            </a:r>
            <a:r>
              <a:rPr lang="it-IT" sz="2200" dirty="0">
                <a:latin typeface="Calibri Light" panose="020F0302020204030204" pitchFamily="34" charset="0"/>
                <a:ea typeface="Calibri Light" panose="020F0302020204030204" pitchFamily="34" charset="0"/>
                <a:cs typeface="Calibri Light" panose="020F0302020204030204" pitchFamily="34" charset="0"/>
              </a:rPr>
              <a:t>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didn’t</a:t>
            </a:r>
            <a:r>
              <a:rPr lang="it-IT" sz="2200" dirty="0">
                <a:latin typeface="Calibri Light" panose="020F0302020204030204" pitchFamily="34" charset="0"/>
                <a:ea typeface="Calibri Light" panose="020F0302020204030204" pitchFamily="34" charset="0"/>
                <a:cs typeface="Calibri Light" panose="020F0302020204030204" pitchFamily="34" charset="0"/>
              </a:rPr>
              <a:t>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allow</a:t>
            </a:r>
            <a:r>
              <a:rPr lang="it-IT" sz="2200" dirty="0">
                <a:latin typeface="Calibri Light" panose="020F0302020204030204" pitchFamily="34" charset="0"/>
                <a:ea typeface="Calibri Light" panose="020F0302020204030204" pitchFamily="34" charset="0"/>
                <a:cs typeface="Calibri Light" panose="020F0302020204030204" pitchFamily="34" charset="0"/>
              </a:rPr>
              <a:t>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us</a:t>
            </a:r>
            <a:r>
              <a:rPr lang="it-IT" sz="2200" dirty="0">
                <a:latin typeface="Calibri Light" panose="020F0302020204030204" pitchFamily="34" charset="0"/>
                <a:ea typeface="Calibri Light" panose="020F0302020204030204" pitchFamily="34" charset="0"/>
                <a:cs typeface="Calibri Light" panose="020F0302020204030204" pitchFamily="34" charset="0"/>
              </a:rPr>
              <a:t> to continue with the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actual</a:t>
            </a:r>
            <a:r>
              <a:rPr lang="it-IT" sz="2200" dirty="0">
                <a:latin typeface="Calibri Light" panose="020F0302020204030204" pitchFamily="34" charset="0"/>
                <a:ea typeface="Calibri Light" panose="020F0302020204030204" pitchFamily="34" charset="0"/>
                <a:cs typeface="Calibri Light" panose="020F0302020204030204" pitchFamily="34" charset="0"/>
              </a:rPr>
              <a:t> testing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phase</a:t>
            </a:r>
            <a:r>
              <a:rPr lang="it-IT" sz="2200" dirty="0">
                <a:latin typeface="Calibri Light" panose="020F0302020204030204" pitchFamily="34" charset="0"/>
                <a:ea typeface="Calibri Light" panose="020F0302020204030204" pitchFamily="34" charset="0"/>
                <a:cs typeface="Calibri Light" panose="020F0302020204030204" pitchFamily="34" charset="0"/>
              </a:rPr>
              <a:t>.</a:t>
            </a:r>
          </a:p>
        </p:txBody>
      </p:sp>
    </p:spTree>
    <p:extLst>
      <p:ext uri="{BB962C8B-B14F-4D97-AF65-F5344CB8AC3E}">
        <p14:creationId xmlns:p14="http://schemas.microsoft.com/office/powerpoint/2010/main" val="270368750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 name="Rectangle 43">
            <a:extLst>
              <a:ext uri="{FF2B5EF4-FFF2-40B4-BE49-F238E27FC236}">
                <a16:creationId xmlns:a16="http://schemas.microsoft.com/office/drawing/2014/main" id="{6BFC9644-673A-459F-B3C5-9310A4E50E3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bg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46" name="Group 45">
            <a:extLst>
              <a:ext uri="{FF2B5EF4-FFF2-40B4-BE49-F238E27FC236}">
                <a16:creationId xmlns:a16="http://schemas.microsoft.com/office/drawing/2014/main" id="{4ADB9295-9645-4BF2-ADFD-75800B7FAD06}"/>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4288" y="0"/>
            <a:ext cx="1220788" cy="6858001"/>
            <a:chOff x="-14288" y="0"/>
            <a:chExt cx="1220788" cy="6858001"/>
          </a:xfrm>
          <a:solidFill>
            <a:schemeClr val="bg2">
              <a:lumMod val="60000"/>
              <a:lumOff val="40000"/>
              <a:alpha val="60000"/>
            </a:schemeClr>
          </a:solidFill>
        </p:grpSpPr>
        <p:sp>
          <p:nvSpPr>
            <p:cNvPr id="47" name="Rectangle 5">
              <a:extLst>
                <a:ext uri="{FF2B5EF4-FFF2-40B4-BE49-F238E27FC236}">
                  <a16:creationId xmlns:a16="http://schemas.microsoft.com/office/drawing/2014/main" id="{95B061E9-E435-4E1B-B160-96584A116691}"/>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4300" y="4763"/>
              <a:ext cx="23813" cy="2181225"/>
            </a:xfrm>
            <a:prstGeom prst="rect">
              <a:avLst/>
            </a:pr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miter lim="800000"/>
                  <a:headEnd/>
                  <a:tailEnd/>
                </a14:hiddenLine>
              </a:ext>
            </a:extLst>
          </p:spPr>
          <p:txBody>
            <a:bodyPr/>
            <a:lstStyle/>
            <a:p>
              <a:endParaRPr lang="it-IT"/>
            </a:p>
          </p:txBody>
        </p:sp>
        <p:sp>
          <p:nvSpPr>
            <p:cNvPr id="48" name="Freeform 6">
              <a:extLst>
                <a:ext uri="{FF2B5EF4-FFF2-40B4-BE49-F238E27FC236}">
                  <a16:creationId xmlns:a16="http://schemas.microsoft.com/office/drawing/2014/main" id="{3CD7972E-7D38-40EE-A80B-E2A848811EDD}"/>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33337" y="217646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49" name="Freeform 7">
              <a:extLst>
                <a:ext uri="{FF2B5EF4-FFF2-40B4-BE49-F238E27FC236}">
                  <a16:creationId xmlns:a16="http://schemas.microsoft.com/office/drawing/2014/main" id="{524A3B55-746F-419F-8CFF-5F3A4BE14345}"/>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28575" y="4021138"/>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50" name="Freeform 8">
              <a:extLst>
                <a:ext uri="{FF2B5EF4-FFF2-40B4-BE49-F238E27FC236}">
                  <a16:creationId xmlns:a16="http://schemas.microsoft.com/office/drawing/2014/main" id="{9C63219B-AD72-4494-935E-F5C70DB5497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200025" y="4763"/>
              <a:ext cx="369888" cy="1811338"/>
            </a:xfrm>
            <a:custGeom>
              <a:avLst/>
              <a:gdLst/>
              <a:ahLst/>
              <a:cxnLst/>
              <a:rect l="0" t="0" r="r" b="b"/>
              <a:pathLst>
                <a:path w="233" h="1141">
                  <a:moveTo>
                    <a:pt x="218" y="1141"/>
                  </a:moveTo>
                  <a:lnTo>
                    <a:pt x="0" y="626"/>
                  </a:lnTo>
                  <a:lnTo>
                    <a:pt x="0" y="0"/>
                  </a:lnTo>
                  <a:lnTo>
                    <a:pt x="15" y="0"/>
                  </a:lnTo>
                  <a:lnTo>
                    <a:pt x="15" y="623"/>
                  </a:lnTo>
                  <a:lnTo>
                    <a:pt x="233" y="1135"/>
                  </a:lnTo>
                  <a:lnTo>
                    <a:pt x="218" y="1141"/>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51" name="Freeform 9">
              <a:extLst>
                <a:ext uri="{FF2B5EF4-FFF2-40B4-BE49-F238E27FC236}">
                  <a16:creationId xmlns:a16="http://schemas.microsoft.com/office/drawing/2014/main" id="{15B41FD2-05E2-44E7-8760-09E65D1C6034}"/>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503237" y="1801813"/>
              <a:ext cx="190500" cy="188913"/>
            </a:xfrm>
            <a:custGeom>
              <a:avLst/>
              <a:gdLst/>
              <a:ahLst/>
              <a:cxnLst/>
              <a:rect l="0" t="0" r="r" b="b"/>
              <a:pathLst>
                <a:path w="40" h="40">
                  <a:moveTo>
                    <a:pt x="20" y="40"/>
                  </a:moveTo>
                  <a:cubicBezTo>
                    <a:pt x="9" y="40"/>
                    <a:pt x="0" y="31"/>
                    <a:pt x="0" y="20"/>
                  </a:cubicBezTo>
                  <a:cubicBezTo>
                    <a:pt x="0" y="9"/>
                    <a:pt x="9" y="0"/>
                    <a:pt x="20" y="0"/>
                  </a:cubicBezTo>
                  <a:cubicBezTo>
                    <a:pt x="33" y="0"/>
                    <a:pt x="40" y="6"/>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9"/>
                    <a:pt x="31"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52" name="Freeform 10">
              <a:extLst>
                <a:ext uri="{FF2B5EF4-FFF2-40B4-BE49-F238E27FC236}">
                  <a16:creationId xmlns:a16="http://schemas.microsoft.com/office/drawing/2014/main" id="{FE6D63D0-3347-4EE2-8F65-F1C32168FA2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285750" y="4763"/>
              <a:ext cx="369888" cy="1430338"/>
            </a:xfrm>
            <a:custGeom>
              <a:avLst/>
              <a:gdLst/>
              <a:ahLst/>
              <a:cxnLst/>
              <a:rect l="0" t="0" r="r" b="b"/>
              <a:pathLst>
                <a:path w="233" h="901">
                  <a:moveTo>
                    <a:pt x="221" y="901"/>
                  </a:moveTo>
                  <a:lnTo>
                    <a:pt x="0" y="383"/>
                  </a:lnTo>
                  <a:lnTo>
                    <a:pt x="0" y="0"/>
                  </a:lnTo>
                  <a:lnTo>
                    <a:pt x="18" y="0"/>
                  </a:lnTo>
                  <a:lnTo>
                    <a:pt x="18" y="380"/>
                  </a:lnTo>
                  <a:lnTo>
                    <a:pt x="233" y="895"/>
                  </a:lnTo>
                  <a:lnTo>
                    <a:pt x="221" y="901"/>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53" name="Freeform 11">
              <a:extLst>
                <a:ext uri="{FF2B5EF4-FFF2-40B4-BE49-F238E27FC236}">
                  <a16:creationId xmlns:a16="http://schemas.microsoft.com/office/drawing/2014/main" id="{538A46A3-DB16-45D5-B636-03EFE39FE96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546100" y="0"/>
              <a:ext cx="152400" cy="912813"/>
            </a:xfrm>
            <a:custGeom>
              <a:avLst/>
              <a:gdLst/>
              <a:ahLst/>
              <a:cxnLst/>
              <a:rect l="0" t="0" r="r" b="b"/>
              <a:pathLst>
                <a:path w="96" h="575">
                  <a:moveTo>
                    <a:pt x="96" y="575"/>
                  </a:moveTo>
                  <a:lnTo>
                    <a:pt x="78" y="575"/>
                  </a:lnTo>
                  <a:lnTo>
                    <a:pt x="78" y="192"/>
                  </a:lnTo>
                  <a:lnTo>
                    <a:pt x="0" y="6"/>
                  </a:lnTo>
                  <a:lnTo>
                    <a:pt x="15" y="0"/>
                  </a:lnTo>
                  <a:lnTo>
                    <a:pt x="96" y="189"/>
                  </a:lnTo>
                  <a:lnTo>
                    <a:pt x="96" y="575"/>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54" name="Freeform 12">
              <a:extLst>
                <a:ext uri="{FF2B5EF4-FFF2-40B4-BE49-F238E27FC236}">
                  <a16:creationId xmlns:a16="http://schemas.microsoft.com/office/drawing/2014/main" id="{0B8A2B0E-823F-4BE8-9359-45143BB1248E}"/>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588962" y="1420813"/>
              <a:ext cx="190500" cy="190500"/>
            </a:xfrm>
            <a:custGeom>
              <a:avLst/>
              <a:gdLst/>
              <a:ahLst/>
              <a:cxnLst/>
              <a:rect l="0" t="0" r="r" b="b"/>
              <a:pathLst>
                <a:path w="40" h="40">
                  <a:moveTo>
                    <a:pt x="20" y="40"/>
                  </a:moveTo>
                  <a:cubicBezTo>
                    <a:pt x="9" y="40"/>
                    <a:pt x="0" y="31"/>
                    <a:pt x="0" y="20"/>
                  </a:cubicBezTo>
                  <a:cubicBezTo>
                    <a:pt x="0" y="9"/>
                    <a:pt x="9" y="0"/>
                    <a:pt x="20" y="0"/>
                  </a:cubicBezTo>
                  <a:cubicBezTo>
                    <a:pt x="33" y="0"/>
                    <a:pt x="40" y="7"/>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9"/>
                    <a:pt x="31"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55" name="Freeform 13">
              <a:extLst>
                <a:ext uri="{FF2B5EF4-FFF2-40B4-BE49-F238E27FC236}">
                  <a16:creationId xmlns:a16="http://schemas.microsoft.com/office/drawing/2014/main" id="{44516B3C-A8BE-46FC-B643-3DFEB7F28386}"/>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588962" y="9032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56" name="Freeform 14">
              <a:extLst>
                <a:ext uri="{FF2B5EF4-FFF2-40B4-BE49-F238E27FC236}">
                  <a16:creationId xmlns:a16="http://schemas.microsoft.com/office/drawing/2014/main" id="{59FD699C-3920-4E57-BE27-165A3F036C2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641350" y="0"/>
              <a:ext cx="422275" cy="527050"/>
            </a:xfrm>
            <a:custGeom>
              <a:avLst/>
              <a:gdLst/>
              <a:ahLst/>
              <a:cxnLst/>
              <a:rect l="0" t="0" r="r" b="b"/>
              <a:pathLst>
                <a:path w="266" h="332">
                  <a:moveTo>
                    <a:pt x="257" y="332"/>
                  </a:moveTo>
                  <a:lnTo>
                    <a:pt x="48" y="123"/>
                  </a:lnTo>
                  <a:lnTo>
                    <a:pt x="0" y="6"/>
                  </a:lnTo>
                  <a:lnTo>
                    <a:pt x="15" y="0"/>
                  </a:lnTo>
                  <a:lnTo>
                    <a:pt x="63" y="114"/>
                  </a:lnTo>
                  <a:lnTo>
                    <a:pt x="266" y="320"/>
                  </a:lnTo>
                  <a:lnTo>
                    <a:pt x="257" y="332"/>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57" name="Freeform 15">
              <a:extLst>
                <a:ext uri="{FF2B5EF4-FFF2-40B4-BE49-F238E27FC236}">
                  <a16:creationId xmlns:a16="http://schemas.microsoft.com/office/drawing/2014/main" id="{0FB0C02E-3F53-4889-8ADF-80DBC43F693C}"/>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1020762" y="488950"/>
              <a:ext cx="161925" cy="147638"/>
            </a:xfrm>
            <a:custGeom>
              <a:avLst/>
              <a:gdLst/>
              <a:ahLst/>
              <a:cxnLst/>
              <a:rect l="0" t="0" r="r" b="b"/>
              <a:pathLst>
                <a:path w="34" h="31">
                  <a:moveTo>
                    <a:pt x="17" y="31"/>
                  </a:moveTo>
                  <a:cubicBezTo>
                    <a:pt x="13" y="31"/>
                    <a:pt x="9" y="30"/>
                    <a:pt x="6" y="27"/>
                  </a:cubicBezTo>
                  <a:cubicBezTo>
                    <a:pt x="0" y="20"/>
                    <a:pt x="0" y="10"/>
                    <a:pt x="6" y="4"/>
                  </a:cubicBezTo>
                  <a:cubicBezTo>
                    <a:pt x="9" y="1"/>
                    <a:pt x="13" y="0"/>
                    <a:pt x="17" y="0"/>
                  </a:cubicBezTo>
                  <a:cubicBezTo>
                    <a:pt x="21" y="0"/>
                    <a:pt x="25" y="1"/>
                    <a:pt x="28" y="4"/>
                  </a:cubicBezTo>
                  <a:cubicBezTo>
                    <a:pt x="34" y="10"/>
                    <a:pt x="34" y="20"/>
                    <a:pt x="28" y="27"/>
                  </a:cubicBezTo>
                  <a:cubicBezTo>
                    <a:pt x="25" y="30"/>
                    <a:pt x="21" y="31"/>
                    <a:pt x="17" y="31"/>
                  </a:cubicBezTo>
                  <a:close/>
                  <a:moveTo>
                    <a:pt x="17" y="4"/>
                  </a:moveTo>
                  <a:cubicBezTo>
                    <a:pt x="14" y="4"/>
                    <a:pt x="11" y="5"/>
                    <a:pt x="9" y="7"/>
                  </a:cubicBezTo>
                  <a:cubicBezTo>
                    <a:pt x="4" y="12"/>
                    <a:pt x="4" y="19"/>
                    <a:pt x="9" y="24"/>
                  </a:cubicBezTo>
                  <a:cubicBezTo>
                    <a:pt x="11" y="26"/>
                    <a:pt x="14" y="27"/>
                    <a:pt x="17" y="27"/>
                  </a:cubicBezTo>
                  <a:cubicBezTo>
                    <a:pt x="20" y="27"/>
                    <a:pt x="23" y="26"/>
                    <a:pt x="25" y="24"/>
                  </a:cubicBezTo>
                  <a:cubicBezTo>
                    <a:pt x="30" y="19"/>
                    <a:pt x="30" y="12"/>
                    <a:pt x="25" y="7"/>
                  </a:cubicBezTo>
                  <a:cubicBezTo>
                    <a:pt x="23" y="5"/>
                    <a:pt x="20" y="4"/>
                    <a:pt x="17"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58" name="Line 16">
              <a:extLst>
                <a:ext uri="{FF2B5EF4-FFF2-40B4-BE49-F238E27FC236}">
                  <a16:creationId xmlns:a16="http://schemas.microsoft.com/office/drawing/2014/main" id="{F8A0C89C-946F-4BCD-8A27-BB73E37FE525}"/>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a:off x="-4763" y="9525"/>
              <a:ext cx="0" cy="0"/>
            </a:xfrm>
            <a:prstGeom prst="line">
              <a:avLst/>
            </a:prstGeom>
            <a:grpFill/>
            <a:ln w="15" cap="flat">
              <a:solidFill>
                <a:srgbClr val="FFFFFF"/>
              </a:solidFill>
              <a:prstDash val="solid"/>
              <a:miter lim="800000"/>
              <a:headEnd/>
              <a:tailEnd/>
            </a:ln>
          </p:spPr>
          <p:txBody>
            <a:bodyPr/>
            <a:lstStyle/>
            <a:p>
              <a:endParaRPr lang="it-IT"/>
            </a:p>
          </p:txBody>
        </p:sp>
        <p:sp>
          <p:nvSpPr>
            <p:cNvPr id="59" name="Freeform 17">
              <a:extLst>
                <a:ext uri="{FF2B5EF4-FFF2-40B4-BE49-F238E27FC236}">
                  <a16:creationId xmlns:a16="http://schemas.microsoft.com/office/drawing/2014/main" id="{70C83EAF-4E92-4849-A240-B257871DC03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9525" y="1801813"/>
              <a:ext cx="123825" cy="127000"/>
            </a:xfrm>
            <a:custGeom>
              <a:avLst/>
              <a:gdLst/>
              <a:ahLst/>
              <a:cxnLst/>
              <a:rect l="0" t="0" r="r" b="b"/>
              <a:pathLst>
                <a:path w="78" h="80">
                  <a:moveTo>
                    <a:pt x="6" y="80"/>
                  </a:moveTo>
                  <a:lnTo>
                    <a:pt x="0" y="71"/>
                  </a:lnTo>
                  <a:lnTo>
                    <a:pt x="69" y="0"/>
                  </a:lnTo>
                  <a:lnTo>
                    <a:pt x="78" y="9"/>
                  </a:lnTo>
                  <a:lnTo>
                    <a:pt x="6" y="80"/>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60" name="Freeform 18">
              <a:extLst>
                <a:ext uri="{FF2B5EF4-FFF2-40B4-BE49-F238E27FC236}">
                  <a16:creationId xmlns:a16="http://schemas.microsoft.com/office/drawing/2014/main" id="{320FD164-4D7A-469C-B3F4-B926BFACF53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9525" y="3549650"/>
              <a:ext cx="147638" cy="481013"/>
            </a:xfrm>
            <a:custGeom>
              <a:avLst/>
              <a:gdLst/>
              <a:ahLst/>
              <a:cxnLst/>
              <a:rect l="0" t="0" r="r" b="b"/>
              <a:pathLst>
                <a:path w="93" h="303">
                  <a:moveTo>
                    <a:pt x="93" y="303"/>
                  </a:moveTo>
                  <a:lnTo>
                    <a:pt x="78" y="303"/>
                  </a:lnTo>
                  <a:lnTo>
                    <a:pt x="78" y="78"/>
                  </a:lnTo>
                  <a:lnTo>
                    <a:pt x="0" y="12"/>
                  </a:lnTo>
                  <a:lnTo>
                    <a:pt x="12" y="0"/>
                  </a:lnTo>
                  <a:lnTo>
                    <a:pt x="93" y="69"/>
                  </a:lnTo>
                  <a:lnTo>
                    <a:pt x="93" y="303"/>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61" name="Freeform 19">
              <a:extLst>
                <a:ext uri="{FF2B5EF4-FFF2-40B4-BE49-F238E27FC236}">
                  <a16:creationId xmlns:a16="http://schemas.microsoft.com/office/drawing/2014/main" id="{F6E14D9A-4E63-48FF-95C5-9E8DDFF86C4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28587" y="1382713"/>
              <a:ext cx="142875" cy="476250"/>
            </a:xfrm>
            <a:custGeom>
              <a:avLst/>
              <a:gdLst/>
              <a:ahLst/>
              <a:cxnLst/>
              <a:rect l="0" t="0" r="r" b="b"/>
              <a:pathLst>
                <a:path w="90" h="300">
                  <a:moveTo>
                    <a:pt x="90" y="300"/>
                  </a:moveTo>
                  <a:lnTo>
                    <a:pt x="78" y="300"/>
                  </a:lnTo>
                  <a:lnTo>
                    <a:pt x="78" y="84"/>
                  </a:lnTo>
                  <a:lnTo>
                    <a:pt x="0" y="9"/>
                  </a:lnTo>
                  <a:lnTo>
                    <a:pt x="9" y="0"/>
                  </a:lnTo>
                  <a:lnTo>
                    <a:pt x="90" y="81"/>
                  </a:lnTo>
                  <a:lnTo>
                    <a:pt x="90" y="300"/>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62" name="Freeform 20">
              <a:extLst>
                <a:ext uri="{FF2B5EF4-FFF2-40B4-BE49-F238E27FC236}">
                  <a16:creationId xmlns:a16="http://schemas.microsoft.com/office/drawing/2014/main" id="{F3DCD24F-3CA8-4404-B22C-E4C928995F3B}"/>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204787" y="1849438"/>
              <a:ext cx="114300" cy="107950"/>
            </a:xfrm>
            <a:custGeom>
              <a:avLst/>
              <a:gdLst/>
              <a:ahLst/>
              <a:cxnLst/>
              <a:rect l="0" t="0" r="r" b="b"/>
              <a:pathLst>
                <a:path w="24" h="23">
                  <a:moveTo>
                    <a:pt x="12" y="23"/>
                  </a:moveTo>
                  <a:cubicBezTo>
                    <a:pt x="6" y="23"/>
                    <a:pt x="0" y="18"/>
                    <a:pt x="0" y="12"/>
                  </a:cubicBezTo>
                  <a:cubicBezTo>
                    <a:pt x="0" y="5"/>
                    <a:pt x="6" y="0"/>
                    <a:pt x="12" y="0"/>
                  </a:cubicBezTo>
                  <a:cubicBezTo>
                    <a:pt x="18" y="0"/>
                    <a:pt x="24" y="5"/>
                    <a:pt x="24" y="12"/>
                  </a:cubicBezTo>
                  <a:cubicBezTo>
                    <a:pt x="24" y="18"/>
                    <a:pt x="18" y="23"/>
                    <a:pt x="12" y="23"/>
                  </a:cubicBezTo>
                  <a:close/>
                  <a:moveTo>
                    <a:pt x="12" y="4"/>
                  </a:moveTo>
                  <a:cubicBezTo>
                    <a:pt x="8" y="4"/>
                    <a:pt x="4" y="8"/>
                    <a:pt x="4" y="12"/>
                  </a:cubicBezTo>
                  <a:cubicBezTo>
                    <a:pt x="4" y="16"/>
                    <a:pt x="8" y="19"/>
                    <a:pt x="12" y="19"/>
                  </a:cubicBezTo>
                  <a:cubicBezTo>
                    <a:pt x="16" y="19"/>
                    <a:pt x="20" y="16"/>
                    <a:pt x="20" y="12"/>
                  </a:cubicBezTo>
                  <a:cubicBezTo>
                    <a:pt x="20" y="8"/>
                    <a:pt x="16" y="4"/>
                    <a:pt x="12"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63" name="Rectangle 21">
              <a:extLst>
                <a:ext uri="{FF2B5EF4-FFF2-40B4-BE49-F238E27FC236}">
                  <a16:creationId xmlns:a16="http://schemas.microsoft.com/office/drawing/2014/main" id="{8AD2E827-32A3-4BE4-9CC6-8315629177AE}"/>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33350" y="4662488"/>
              <a:ext cx="23813" cy="2181225"/>
            </a:xfrm>
            <a:prstGeom prst="rect">
              <a:avLst/>
            </a:pr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miter lim="800000"/>
                  <a:headEnd/>
                  <a:tailEnd/>
                </a14:hiddenLine>
              </a:ext>
            </a:extLst>
          </p:spPr>
          <p:txBody>
            <a:bodyPr/>
            <a:lstStyle/>
            <a:p>
              <a:endParaRPr lang="it-IT"/>
            </a:p>
          </p:txBody>
        </p:sp>
        <p:sp>
          <p:nvSpPr>
            <p:cNvPr id="64" name="Freeform 22">
              <a:extLst>
                <a:ext uri="{FF2B5EF4-FFF2-40B4-BE49-F238E27FC236}">
                  <a16:creationId xmlns:a16="http://schemas.microsoft.com/office/drawing/2014/main" id="{47FB2CCC-1230-494F-B2D1-F05E5B8EDF5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223837" y="5041900"/>
              <a:ext cx="369888" cy="1801813"/>
            </a:xfrm>
            <a:custGeom>
              <a:avLst/>
              <a:gdLst/>
              <a:ahLst/>
              <a:cxnLst/>
              <a:rect l="0" t="0" r="r" b="b"/>
              <a:pathLst>
                <a:path w="233" h="1135">
                  <a:moveTo>
                    <a:pt x="15" y="1135"/>
                  </a:moveTo>
                  <a:lnTo>
                    <a:pt x="0" y="1135"/>
                  </a:lnTo>
                  <a:lnTo>
                    <a:pt x="0" y="515"/>
                  </a:lnTo>
                  <a:lnTo>
                    <a:pt x="0" y="512"/>
                  </a:lnTo>
                  <a:lnTo>
                    <a:pt x="218" y="0"/>
                  </a:lnTo>
                  <a:lnTo>
                    <a:pt x="233" y="6"/>
                  </a:lnTo>
                  <a:lnTo>
                    <a:pt x="15" y="518"/>
                  </a:lnTo>
                  <a:lnTo>
                    <a:pt x="15" y="1135"/>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65" name="Freeform 23">
              <a:extLst>
                <a:ext uri="{FF2B5EF4-FFF2-40B4-BE49-F238E27FC236}">
                  <a16:creationId xmlns:a16="http://schemas.microsoft.com/office/drawing/2014/main" id="{A5F44514-9274-47E3-9243-CA9356C166B5}"/>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52387" y="44815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66" name="Freeform 24">
              <a:extLst>
                <a:ext uri="{FF2B5EF4-FFF2-40B4-BE49-F238E27FC236}">
                  <a16:creationId xmlns:a16="http://schemas.microsoft.com/office/drawing/2014/main" id="{D06192CD-AD86-4DCA-8B53-4ACCA46583A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4288" y="5627688"/>
              <a:ext cx="85725" cy="1216025"/>
            </a:xfrm>
            <a:custGeom>
              <a:avLst/>
              <a:gdLst/>
              <a:ahLst/>
              <a:cxnLst/>
              <a:rect l="0" t="0" r="r" b="b"/>
              <a:pathLst>
                <a:path w="54" h="766">
                  <a:moveTo>
                    <a:pt x="54" y="766"/>
                  </a:moveTo>
                  <a:lnTo>
                    <a:pt x="36" y="766"/>
                  </a:lnTo>
                  <a:lnTo>
                    <a:pt x="36" y="149"/>
                  </a:lnTo>
                  <a:lnTo>
                    <a:pt x="0" y="3"/>
                  </a:lnTo>
                  <a:lnTo>
                    <a:pt x="18" y="0"/>
                  </a:lnTo>
                  <a:lnTo>
                    <a:pt x="54" y="146"/>
                  </a:lnTo>
                  <a:lnTo>
                    <a:pt x="54" y="766"/>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67" name="Freeform 25">
              <a:extLst>
                <a:ext uri="{FF2B5EF4-FFF2-40B4-BE49-F238E27FC236}">
                  <a16:creationId xmlns:a16="http://schemas.microsoft.com/office/drawing/2014/main" id="{99E9203A-21E4-46D8-981A-4B28CA320A69}"/>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527050" y="4867275"/>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68" name="Freeform 26">
              <a:extLst>
                <a:ext uri="{FF2B5EF4-FFF2-40B4-BE49-F238E27FC236}">
                  <a16:creationId xmlns:a16="http://schemas.microsoft.com/office/drawing/2014/main" id="{32FCE9B6-FB52-4045-8DCC-E5959B9A403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309562" y="5422900"/>
              <a:ext cx="374650" cy="1425575"/>
            </a:xfrm>
            <a:custGeom>
              <a:avLst/>
              <a:gdLst/>
              <a:ahLst/>
              <a:cxnLst/>
              <a:rect l="0" t="0" r="r" b="b"/>
              <a:pathLst>
                <a:path w="236" h="898">
                  <a:moveTo>
                    <a:pt x="18" y="898"/>
                  </a:moveTo>
                  <a:lnTo>
                    <a:pt x="0" y="898"/>
                  </a:lnTo>
                  <a:lnTo>
                    <a:pt x="0" y="515"/>
                  </a:lnTo>
                  <a:lnTo>
                    <a:pt x="3" y="512"/>
                  </a:lnTo>
                  <a:lnTo>
                    <a:pt x="221" y="0"/>
                  </a:lnTo>
                  <a:lnTo>
                    <a:pt x="236" y="6"/>
                  </a:lnTo>
                  <a:lnTo>
                    <a:pt x="18" y="518"/>
                  </a:lnTo>
                  <a:lnTo>
                    <a:pt x="18" y="898"/>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69" name="Freeform 27">
              <a:extLst>
                <a:ext uri="{FF2B5EF4-FFF2-40B4-BE49-F238E27FC236}">
                  <a16:creationId xmlns:a16="http://schemas.microsoft.com/office/drawing/2014/main" id="{E4A7025C-CDE8-429A-BBB9-E7380C96238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569912" y="5945188"/>
              <a:ext cx="152400" cy="912813"/>
            </a:xfrm>
            <a:custGeom>
              <a:avLst/>
              <a:gdLst/>
              <a:ahLst/>
              <a:cxnLst/>
              <a:rect l="0" t="0" r="r" b="b"/>
              <a:pathLst>
                <a:path w="96" h="575">
                  <a:moveTo>
                    <a:pt x="15" y="575"/>
                  </a:moveTo>
                  <a:lnTo>
                    <a:pt x="0" y="569"/>
                  </a:lnTo>
                  <a:lnTo>
                    <a:pt x="81" y="383"/>
                  </a:lnTo>
                  <a:lnTo>
                    <a:pt x="81" y="0"/>
                  </a:lnTo>
                  <a:lnTo>
                    <a:pt x="96" y="0"/>
                  </a:lnTo>
                  <a:lnTo>
                    <a:pt x="96" y="386"/>
                  </a:lnTo>
                  <a:lnTo>
                    <a:pt x="15" y="575"/>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70" name="Freeform 28">
              <a:extLst>
                <a:ext uri="{FF2B5EF4-FFF2-40B4-BE49-F238E27FC236}">
                  <a16:creationId xmlns:a16="http://schemas.microsoft.com/office/drawing/2014/main" id="{A4EA0256-5DF5-437A-98A7-B79F3E6BB89A}"/>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612775" y="52466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71" name="Freeform 29">
              <a:extLst>
                <a:ext uri="{FF2B5EF4-FFF2-40B4-BE49-F238E27FC236}">
                  <a16:creationId xmlns:a16="http://schemas.microsoft.com/office/drawing/2014/main" id="{90C9433D-9E1C-493B-BEBD-C3081FFA328F}"/>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612775" y="57642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72" name="Freeform 30">
              <a:extLst>
                <a:ext uri="{FF2B5EF4-FFF2-40B4-BE49-F238E27FC236}">
                  <a16:creationId xmlns:a16="http://schemas.microsoft.com/office/drawing/2014/main" id="{352B39BB-F298-4285-A709-1FBA0CB722C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669925" y="6330950"/>
              <a:ext cx="417513" cy="517525"/>
            </a:xfrm>
            <a:custGeom>
              <a:avLst/>
              <a:gdLst/>
              <a:ahLst/>
              <a:cxnLst/>
              <a:rect l="0" t="0" r="r" b="b"/>
              <a:pathLst>
                <a:path w="263" h="326">
                  <a:moveTo>
                    <a:pt x="15" y="326"/>
                  </a:moveTo>
                  <a:lnTo>
                    <a:pt x="0" y="320"/>
                  </a:lnTo>
                  <a:lnTo>
                    <a:pt x="45" y="206"/>
                  </a:lnTo>
                  <a:lnTo>
                    <a:pt x="48" y="206"/>
                  </a:lnTo>
                  <a:lnTo>
                    <a:pt x="254" y="0"/>
                  </a:lnTo>
                  <a:lnTo>
                    <a:pt x="263" y="12"/>
                  </a:lnTo>
                  <a:lnTo>
                    <a:pt x="60" y="215"/>
                  </a:lnTo>
                  <a:lnTo>
                    <a:pt x="15" y="326"/>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73" name="Freeform 31">
              <a:extLst>
                <a:ext uri="{FF2B5EF4-FFF2-40B4-BE49-F238E27FC236}">
                  <a16:creationId xmlns:a16="http://schemas.microsoft.com/office/drawing/2014/main" id="{31CAF2A0-CBA0-4E86-AA87-8750EC1AFB2E}"/>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1049337" y="6221413"/>
              <a:ext cx="157163" cy="147638"/>
            </a:xfrm>
            <a:custGeom>
              <a:avLst/>
              <a:gdLst/>
              <a:ahLst/>
              <a:cxnLst/>
              <a:rect l="0" t="0" r="r" b="b"/>
              <a:pathLst>
                <a:path w="33" h="31">
                  <a:moveTo>
                    <a:pt x="16" y="31"/>
                  </a:moveTo>
                  <a:cubicBezTo>
                    <a:pt x="12" y="31"/>
                    <a:pt x="8" y="29"/>
                    <a:pt x="5" y="26"/>
                  </a:cubicBezTo>
                  <a:cubicBezTo>
                    <a:pt x="2" y="24"/>
                    <a:pt x="0" y="20"/>
                    <a:pt x="0" y="15"/>
                  </a:cubicBezTo>
                  <a:cubicBezTo>
                    <a:pt x="0" y="11"/>
                    <a:pt x="2" y="7"/>
                    <a:pt x="5" y="4"/>
                  </a:cubicBezTo>
                  <a:cubicBezTo>
                    <a:pt x="8" y="1"/>
                    <a:pt x="12" y="0"/>
                    <a:pt x="16" y="0"/>
                  </a:cubicBezTo>
                  <a:cubicBezTo>
                    <a:pt x="20" y="0"/>
                    <a:pt x="24" y="1"/>
                    <a:pt x="27" y="4"/>
                  </a:cubicBezTo>
                  <a:cubicBezTo>
                    <a:pt x="33" y="10"/>
                    <a:pt x="33" y="20"/>
                    <a:pt x="27" y="26"/>
                  </a:cubicBezTo>
                  <a:cubicBezTo>
                    <a:pt x="24" y="29"/>
                    <a:pt x="20" y="31"/>
                    <a:pt x="16" y="31"/>
                  </a:cubicBezTo>
                  <a:close/>
                  <a:moveTo>
                    <a:pt x="16" y="4"/>
                  </a:moveTo>
                  <a:cubicBezTo>
                    <a:pt x="13" y="4"/>
                    <a:pt x="10" y="5"/>
                    <a:pt x="8" y="7"/>
                  </a:cubicBezTo>
                  <a:cubicBezTo>
                    <a:pt x="6" y="9"/>
                    <a:pt x="4" y="12"/>
                    <a:pt x="4" y="15"/>
                  </a:cubicBezTo>
                  <a:cubicBezTo>
                    <a:pt x="4" y="19"/>
                    <a:pt x="6" y="21"/>
                    <a:pt x="8" y="24"/>
                  </a:cubicBezTo>
                  <a:cubicBezTo>
                    <a:pt x="10" y="26"/>
                    <a:pt x="13" y="27"/>
                    <a:pt x="16" y="27"/>
                  </a:cubicBezTo>
                  <a:cubicBezTo>
                    <a:pt x="19" y="27"/>
                    <a:pt x="22" y="26"/>
                    <a:pt x="24" y="24"/>
                  </a:cubicBezTo>
                  <a:cubicBezTo>
                    <a:pt x="29" y="19"/>
                    <a:pt x="29" y="12"/>
                    <a:pt x="24" y="7"/>
                  </a:cubicBezTo>
                  <a:cubicBezTo>
                    <a:pt x="22" y="5"/>
                    <a:pt x="19" y="4"/>
                    <a:pt x="16"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grpSp>
      <p:sp>
        <p:nvSpPr>
          <p:cNvPr id="2" name="Titolo 1">
            <a:extLst>
              <a:ext uri="{FF2B5EF4-FFF2-40B4-BE49-F238E27FC236}">
                <a16:creationId xmlns:a16="http://schemas.microsoft.com/office/drawing/2014/main" id="{44A7DDBA-6D84-E73D-438C-094ED8314D01}"/>
              </a:ext>
            </a:extLst>
          </p:cNvPr>
          <p:cNvSpPr>
            <a:spLocks noGrp="1"/>
          </p:cNvSpPr>
          <p:nvPr>
            <p:ph type="title"/>
          </p:nvPr>
        </p:nvSpPr>
        <p:spPr>
          <a:xfrm>
            <a:off x="1019015" y="1093787"/>
            <a:ext cx="3059969" cy="4697413"/>
          </a:xfrm>
        </p:spPr>
        <p:txBody>
          <a:bodyPr>
            <a:normAutofit/>
          </a:bodyPr>
          <a:lstStyle/>
          <a:p>
            <a:r>
              <a:rPr lang="it-IT" dirty="0"/>
              <a:t>INPUT AND SENSOR</a:t>
            </a:r>
          </a:p>
        </p:txBody>
      </p:sp>
      <p:sp useBgFill="1">
        <p:nvSpPr>
          <p:cNvPr id="75" name="Round Diagonal Corner Rectangle 7">
            <a:extLst>
              <a:ext uri="{FF2B5EF4-FFF2-40B4-BE49-F238E27FC236}">
                <a16:creationId xmlns:a16="http://schemas.microsoft.com/office/drawing/2014/main" id="{7D1C411D-0818-4640-8657-2AF78250C80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625084" y="0"/>
            <a:ext cx="7566916" cy="6848476"/>
          </a:xfrm>
          <a:prstGeom prst="round2DiagRect">
            <a:avLst>
              <a:gd name="adj1" fmla="val 0"/>
              <a:gd name="adj2" fmla="val 0"/>
            </a:avLst>
          </a:prstGeom>
          <a:ln w="19050" cap="sq">
            <a:noFill/>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 name="Segnaposto contenuto 2">
            <a:extLst>
              <a:ext uri="{FF2B5EF4-FFF2-40B4-BE49-F238E27FC236}">
                <a16:creationId xmlns:a16="http://schemas.microsoft.com/office/drawing/2014/main" id="{CC6B875C-65F9-83E2-9ED4-76D4332C1769}"/>
              </a:ext>
            </a:extLst>
          </p:cNvPr>
          <p:cNvSpPr>
            <a:spLocks noGrp="1"/>
          </p:cNvSpPr>
          <p:nvPr>
            <p:ph idx="1"/>
          </p:nvPr>
        </p:nvSpPr>
        <p:spPr>
          <a:xfrm>
            <a:off x="4855112" y="1093788"/>
            <a:ext cx="7113051" cy="4697413"/>
          </a:xfrm>
        </p:spPr>
        <p:txBody>
          <a:bodyPr>
            <a:normAutofit/>
          </a:bodyPr>
          <a:lstStyle/>
          <a:p>
            <a:pPr marL="0" indent="0">
              <a:buNone/>
            </a:pPr>
            <a:r>
              <a:rPr lang="it-IT" sz="2200" dirty="0" err="1">
                <a:latin typeface="Calibri Light" panose="020F0302020204030204" pitchFamily="34" charset="0"/>
                <a:ea typeface="Calibri Light" panose="020F0302020204030204" pitchFamily="34" charset="0"/>
                <a:cs typeface="Calibri Light" panose="020F0302020204030204" pitchFamily="34" charset="0"/>
              </a:rPr>
              <a:t>We</a:t>
            </a:r>
            <a:r>
              <a:rPr lang="it-IT" sz="2200" dirty="0">
                <a:latin typeface="Calibri Light" panose="020F0302020204030204" pitchFamily="34" charset="0"/>
                <a:ea typeface="Calibri Light" panose="020F0302020204030204" pitchFamily="34" charset="0"/>
                <a:cs typeface="Calibri Light" panose="020F0302020204030204" pitchFamily="34" charset="0"/>
              </a:rPr>
              <a:t>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tried</a:t>
            </a:r>
            <a:r>
              <a:rPr lang="it-IT" sz="2200" dirty="0">
                <a:latin typeface="Calibri Light" panose="020F0302020204030204" pitchFamily="34" charset="0"/>
                <a:ea typeface="Calibri Light" panose="020F0302020204030204" pitchFamily="34" charset="0"/>
                <a:cs typeface="Calibri Light" panose="020F0302020204030204" pitchFamily="34" charset="0"/>
              </a:rPr>
              <a:t>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modifying</a:t>
            </a:r>
            <a:r>
              <a:rPr lang="it-IT" sz="2200" dirty="0">
                <a:latin typeface="Calibri Light" panose="020F0302020204030204" pitchFamily="34" charset="0"/>
                <a:ea typeface="Calibri Light" panose="020F0302020204030204" pitchFamily="34" charset="0"/>
                <a:cs typeface="Calibri Light" panose="020F0302020204030204" pitchFamily="34" charset="0"/>
              </a:rPr>
              <a:t>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two</a:t>
            </a:r>
            <a:r>
              <a:rPr lang="it-IT" sz="2200" dirty="0">
                <a:latin typeface="Calibri Light" panose="020F0302020204030204" pitchFamily="34" charset="0"/>
                <a:ea typeface="Calibri Light" panose="020F0302020204030204" pitchFamily="34" charset="0"/>
                <a:cs typeface="Calibri Light" panose="020F0302020204030204" pitchFamily="34" charset="0"/>
              </a:rPr>
              <a:t>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things</a:t>
            </a:r>
            <a:r>
              <a:rPr lang="it-IT" sz="2200" dirty="0">
                <a:latin typeface="Calibri Light" panose="020F0302020204030204" pitchFamily="34" charset="0"/>
                <a:ea typeface="Calibri Light" panose="020F0302020204030204" pitchFamily="34" charset="0"/>
                <a:cs typeface="Calibri Light" panose="020F0302020204030204" pitchFamily="34" charset="0"/>
              </a:rPr>
              <a:t> from the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original</a:t>
            </a:r>
            <a:r>
              <a:rPr lang="it-IT" sz="2200" dirty="0">
                <a:latin typeface="Calibri Light" panose="020F0302020204030204" pitchFamily="34" charset="0"/>
                <a:ea typeface="Calibri Light" panose="020F0302020204030204" pitchFamily="34" charset="0"/>
                <a:cs typeface="Calibri Light" panose="020F0302020204030204" pitchFamily="34" charset="0"/>
              </a:rPr>
              <a:t>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proposition</a:t>
            </a:r>
            <a:r>
              <a:rPr lang="it-IT" sz="2200" dirty="0">
                <a:latin typeface="Calibri Light" panose="020F0302020204030204" pitchFamily="34" charset="0"/>
                <a:ea typeface="Calibri Light" panose="020F0302020204030204" pitchFamily="34" charset="0"/>
                <a:cs typeface="Calibri Light" panose="020F0302020204030204" pitchFamily="34" charset="0"/>
              </a:rPr>
              <a:t>: the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number</a:t>
            </a:r>
            <a:r>
              <a:rPr lang="it-IT" sz="2200" dirty="0">
                <a:latin typeface="Calibri Light" panose="020F0302020204030204" pitchFamily="34" charset="0"/>
                <a:ea typeface="Calibri Light" panose="020F0302020204030204" pitchFamily="34" charset="0"/>
                <a:cs typeface="Calibri Light" panose="020F0302020204030204" pitchFamily="34" charset="0"/>
              </a:rPr>
              <a:t> of readings,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decreased</a:t>
            </a:r>
            <a:r>
              <a:rPr lang="it-IT" sz="2200" dirty="0">
                <a:latin typeface="Calibri Light" panose="020F0302020204030204" pitchFamily="34" charset="0"/>
                <a:ea typeface="Calibri Light" panose="020F0302020204030204" pitchFamily="34" charset="0"/>
                <a:cs typeface="Calibri Light" panose="020F0302020204030204" pitchFamily="34" charset="0"/>
              </a:rPr>
              <a:t> from 24 to 18 (one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every</a:t>
            </a:r>
            <a:r>
              <a:rPr lang="it-IT" sz="2200" dirty="0">
                <a:latin typeface="Calibri Light" panose="020F0302020204030204" pitchFamily="34" charset="0"/>
                <a:ea typeface="Calibri Light" panose="020F0302020204030204" pitchFamily="34" charset="0"/>
                <a:cs typeface="Calibri Light" panose="020F0302020204030204" pitchFamily="34" charset="0"/>
              </a:rPr>
              <a:t> 20°) and the linear and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angular</a:t>
            </a:r>
            <a:r>
              <a:rPr lang="it-IT" sz="2200" dirty="0">
                <a:latin typeface="Calibri Light" panose="020F0302020204030204" pitchFamily="34" charset="0"/>
                <a:ea typeface="Calibri Light" panose="020F0302020204030204" pitchFamily="34" charset="0"/>
                <a:cs typeface="Calibri Light" panose="020F0302020204030204" pitchFamily="34" charset="0"/>
              </a:rPr>
              <a:t>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movement</a:t>
            </a:r>
            <a:r>
              <a:rPr lang="it-IT" sz="2200" dirty="0">
                <a:latin typeface="Calibri Light" panose="020F0302020204030204" pitchFamily="34" charset="0"/>
                <a:ea typeface="Calibri Light" panose="020F0302020204030204" pitchFamily="34" charset="0"/>
                <a:cs typeface="Calibri Light" panose="020F0302020204030204" pitchFamily="34" charset="0"/>
              </a:rPr>
              <a:t>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velocity</a:t>
            </a:r>
            <a:r>
              <a:rPr lang="it-IT" sz="2200" dirty="0">
                <a:latin typeface="Calibri Light" panose="020F0302020204030204" pitchFamily="34" charset="0"/>
                <a:ea typeface="Calibri Light" panose="020F0302020204030204" pitchFamily="34" charset="0"/>
                <a:cs typeface="Calibri Light" panose="020F0302020204030204" pitchFamily="34" charset="0"/>
              </a:rPr>
              <a:t>; with the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former</a:t>
            </a:r>
            <a:r>
              <a:rPr lang="it-IT" sz="2200" dirty="0">
                <a:latin typeface="Calibri Light" panose="020F0302020204030204" pitchFamily="34" charset="0"/>
                <a:ea typeface="Calibri Light" panose="020F0302020204030204" pitchFamily="34" charset="0"/>
                <a:cs typeface="Calibri Light" panose="020F0302020204030204" pitchFamily="34" charset="0"/>
              </a:rPr>
              <a:t>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we</a:t>
            </a:r>
            <a:r>
              <a:rPr lang="it-IT" sz="2200" dirty="0">
                <a:latin typeface="Calibri Light" panose="020F0302020204030204" pitchFamily="34" charset="0"/>
                <a:ea typeface="Calibri Light" panose="020F0302020204030204" pitchFamily="34" charset="0"/>
                <a:cs typeface="Calibri Light" panose="020F0302020204030204" pitchFamily="34" charset="0"/>
              </a:rPr>
              <a:t>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didn’t</a:t>
            </a:r>
            <a:r>
              <a:rPr lang="it-IT" sz="2200" dirty="0">
                <a:latin typeface="Calibri Light" panose="020F0302020204030204" pitchFamily="34" charset="0"/>
                <a:ea typeface="Calibri Light" panose="020F0302020204030204" pitchFamily="34" charset="0"/>
                <a:cs typeface="Calibri Light" panose="020F0302020204030204" pitchFamily="34" charset="0"/>
              </a:rPr>
              <a:t>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notice</a:t>
            </a:r>
            <a:r>
              <a:rPr lang="it-IT" sz="2200" dirty="0">
                <a:latin typeface="Calibri Light" panose="020F0302020204030204" pitchFamily="34" charset="0"/>
                <a:ea typeface="Calibri Light" panose="020F0302020204030204" pitchFamily="34" charset="0"/>
                <a:cs typeface="Calibri Light" panose="020F0302020204030204" pitchFamily="34" charset="0"/>
              </a:rPr>
              <a:t>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significant</a:t>
            </a:r>
            <a:r>
              <a:rPr lang="it-IT" sz="2200" dirty="0">
                <a:latin typeface="Calibri Light" panose="020F0302020204030204" pitchFamily="34" charset="0"/>
                <a:ea typeface="Calibri Light" panose="020F0302020204030204" pitchFamily="34" charset="0"/>
                <a:cs typeface="Calibri Light" panose="020F0302020204030204" pitchFamily="34" charset="0"/>
              </a:rPr>
              <a:t>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changes</a:t>
            </a:r>
            <a:r>
              <a:rPr lang="it-IT" sz="2200" dirty="0">
                <a:latin typeface="Calibri Light" panose="020F0302020204030204" pitchFamily="34" charset="0"/>
                <a:ea typeface="Calibri Light" panose="020F0302020204030204" pitchFamily="34" charset="0"/>
                <a:cs typeface="Calibri Light" panose="020F0302020204030204" pitchFamily="34" charset="0"/>
              </a:rPr>
              <a:t> in the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results</a:t>
            </a:r>
            <a:r>
              <a:rPr lang="it-IT" sz="2200" dirty="0">
                <a:latin typeface="Calibri Light" panose="020F0302020204030204" pitchFamily="34" charset="0"/>
                <a:ea typeface="Calibri Light" panose="020F0302020204030204" pitchFamily="34" charset="0"/>
                <a:cs typeface="Calibri Light" panose="020F0302020204030204" pitchFamily="34" charset="0"/>
              </a:rPr>
              <a:t>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but</a:t>
            </a:r>
            <a:r>
              <a:rPr lang="it-IT" sz="2200" dirty="0">
                <a:latin typeface="Calibri Light" panose="020F0302020204030204" pitchFamily="34" charset="0"/>
                <a:ea typeface="Calibri Light" panose="020F0302020204030204" pitchFamily="34" charset="0"/>
                <a:cs typeface="Calibri Light" panose="020F0302020204030204" pitchFamily="34" charset="0"/>
              </a:rPr>
              <a:t> the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latter</a:t>
            </a:r>
            <a:r>
              <a:rPr lang="it-IT" sz="2200" dirty="0">
                <a:latin typeface="Calibri Light" panose="020F0302020204030204" pitchFamily="34" charset="0"/>
                <a:ea typeface="Calibri Light" panose="020F0302020204030204" pitchFamily="34" charset="0"/>
                <a:cs typeface="Calibri Light" panose="020F0302020204030204" pitchFamily="34" charset="0"/>
              </a:rPr>
              <a:t>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helped</a:t>
            </a:r>
            <a:r>
              <a:rPr lang="it-IT" sz="2200" dirty="0">
                <a:latin typeface="Calibri Light" panose="020F0302020204030204" pitchFamily="34" charset="0"/>
                <a:ea typeface="Calibri Light" panose="020F0302020204030204" pitchFamily="34" charset="0"/>
                <a:cs typeface="Calibri Light" panose="020F0302020204030204" pitchFamily="34" charset="0"/>
              </a:rPr>
              <a:t> the robot to do more precise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movements</a:t>
            </a:r>
            <a:r>
              <a:rPr lang="it-IT" sz="2200" dirty="0">
                <a:latin typeface="Calibri Light" panose="020F0302020204030204" pitchFamily="34" charset="0"/>
                <a:ea typeface="Calibri Light" panose="020F0302020204030204" pitchFamily="34" charset="0"/>
                <a:cs typeface="Calibri Light" panose="020F0302020204030204" pitchFamily="34" charset="0"/>
              </a:rPr>
              <a:t> and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apparently</a:t>
            </a:r>
            <a:r>
              <a:rPr lang="it-IT" sz="2200" dirty="0">
                <a:latin typeface="Calibri Light" panose="020F0302020204030204" pitchFamily="34" charset="0"/>
                <a:ea typeface="Calibri Light" panose="020F0302020204030204" pitchFamily="34" charset="0"/>
                <a:cs typeface="Calibri Light" panose="020F0302020204030204" pitchFamily="34" charset="0"/>
              </a:rPr>
              <a:t>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marginally</a:t>
            </a:r>
            <a:r>
              <a:rPr lang="it-IT" sz="2200" dirty="0">
                <a:latin typeface="Calibri Light" panose="020F0302020204030204" pitchFamily="34" charset="0"/>
                <a:ea typeface="Calibri Light" panose="020F0302020204030204" pitchFamily="34" charset="0"/>
                <a:cs typeface="Calibri Light" panose="020F0302020204030204" pitchFamily="34" charset="0"/>
              </a:rPr>
              <a:t>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lowered</a:t>
            </a:r>
            <a:r>
              <a:rPr lang="it-IT" sz="2200" dirty="0">
                <a:latin typeface="Calibri Light" panose="020F0302020204030204" pitchFamily="34" charset="0"/>
                <a:ea typeface="Calibri Light" panose="020F0302020204030204" pitchFamily="34" charset="0"/>
                <a:cs typeface="Calibri Light" panose="020F0302020204030204" pitchFamily="34" charset="0"/>
              </a:rPr>
              <a:t> the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collision</a:t>
            </a:r>
            <a:r>
              <a:rPr lang="it-IT" sz="2200" dirty="0">
                <a:latin typeface="Calibri Light" panose="020F0302020204030204" pitchFamily="34" charset="0"/>
                <a:ea typeface="Calibri Light" panose="020F0302020204030204" pitchFamily="34" charset="0"/>
                <a:cs typeface="Calibri Light" panose="020F0302020204030204" pitchFamily="34" charset="0"/>
              </a:rPr>
              <a:t> rate in some of the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tests</a:t>
            </a:r>
            <a:r>
              <a:rPr lang="it-IT" sz="2200" dirty="0">
                <a:latin typeface="Calibri Light" panose="020F0302020204030204" pitchFamily="34" charset="0"/>
                <a:ea typeface="Calibri Light" panose="020F0302020204030204" pitchFamily="34" charset="0"/>
                <a:cs typeface="Calibri Light" panose="020F0302020204030204" pitchFamily="34" charset="0"/>
              </a:rPr>
              <a:t>.</a:t>
            </a:r>
          </a:p>
        </p:txBody>
      </p:sp>
    </p:spTree>
    <p:extLst>
      <p:ext uri="{BB962C8B-B14F-4D97-AF65-F5344CB8AC3E}">
        <p14:creationId xmlns:p14="http://schemas.microsoft.com/office/powerpoint/2010/main" val="1659802829"/>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6BFC9644-673A-459F-B3C5-9310A4E50E3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bg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0" name="Group 9">
            <a:extLst>
              <a:ext uri="{FF2B5EF4-FFF2-40B4-BE49-F238E27FC236}">
                <a16:creationId xmlns:a16="http://schemas.microsoft.com/office/drawing/2014/main" id="{4ADB9295-9645-4BF2-ADFD-75800B7FAD06}"/>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4288" y="0"/>
            <a:ext cx="1220788" cy="6858001"/>
            <a:chOff x="-14288" y="0"/>
            <a:chExt cx="1220788" cy="6858001"/>
          </a:xfrm>
          <a:solidFill>
            <a:schemeClr val="bg2">
              <a:lumMod val="60000"/>
              <a:lumOff val="40000"/>
              <a:alpha val="60000"/>
            </a:schemeClr>
          </a:solidFill>
        </p:grpSpPr>
        <p:sp>
          <p:nvSpPr>
            <p:cNvPr id="11" name="Rectangle 5">
              <a:extLst>
                <a:ext uri="{FF2B5EF4-FFF2-40B4-BE49-F238E27FC236}">
                  <a16:creationId xmlns:a16="http://schemas.microsoft.com/office/drawing/2014/main" id="{95B061E9-E435-4E1B-B160-96584A116691}"/>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4300" y="4763"/>
              <a:ext cx="23813" cy="2181225"/>
            </a:xfrm>
            <a:prstGeom prst="rect">
              <a:avLst/>
            </a:pr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miter lim="800000"/>
                  <a:headEnd/>
                  <a:tailEnd/>
                </a14:hiddenLine>
              </a:ext>
            </a:extLst>
          </p:spPr>
          <p:txBody>
            <a:bodyPr/>
            <a:lstStyle/>
            <a:p>
              <a:endParaRPr lang="it-IT"/>
            </a:p>
          </p:txBody>
        </p:sp>
        <p:sp>
          <p:nvSpPr>
            <p:cNvPr id="12" name="Freeform 6">
              <a:extLst>
                <a:ext uri="{FF2B5EF4-FFF2-40B4-BE49-F238E27FC236}">
                  <a16:creationId xmlns:a16="http://schemas.microsoft.com/office/drawing/2014/main" id="{3CD7972E-7D38-40EE-A80B-E2A848811EDD}"/>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33337" y="217646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13" name="Freeform 7">
              <a:extLst>
                <a:ext uri="{FF2B5EF4-FFF2-40B4-BE49-F238E27FC236}">
                  <a16:creationId xmlns:a16="http://schemas.microsoft.com/office/drawing/2014/main" id="{524A3B55-746F-419F-8CFF-5F3A4BE14345}"/>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28575" y="4021138"/>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14" name="Freeform 8">
              <a:extLst>
                <a:ext uri="{FF2B5EF4-FFF2-40B4-BE49-F238E27FC236}">
                  <a16:creationId xmlns:a16="http://schemas.microsoft.com/office/drawing/2014/main" id="{9C63219B-AD72-4494-935E-F5C70DB5497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200025" y="4763"/>
              <a:ext cx="369888" cy="1811338"/>
            </a:xfrm>
            <a:custGeom>
              <a:avLst/>
              <a:gdLst/>
              <a:ahLst/>
              <a:cxnLst/>
              <a:rect l="0" t="0" r="r" b="b"/>
              <a:pathLst>
                <a:path w="233" h="1141">
                  <a:moveTo>
                    <a:pt x="218" y="1141"/>
                  </a:moveTo>
                  <a:lnTo>
                    <a:pt x="0" y="626"/>
                  </a:lnTo>
                  <a:lnTo>
                    <a:pt x="0" y="0"/>
                  </a:lnTo>
                  <a:lnTo>
                    <a:pt x="15" y="0"/>
                  </a:lnTo>
                  <a:lnTo>
                    <a:pt x="15" y="623"/>
                  </a:lnTo>
                  <a:lnTo>
                    <a:pt x="233" y="1135"/>
                  </a:lnTo>
                  <a:lnTo>
                    <a:pt x="218" y="1141"/>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15" name="Freeform 9">
              <a:extLst>
                <a:ext uri="{FF2B5EF4-FFF2-40B4-BE49-F238E27FC236}">
                  <a16:creationId xmlns:a16="http://schemas.microsoft.com/office/drawing/2014/main" id="{15B41FD2-05E2-44E7-8760-09E65D1C6034}"/>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503237" y="1801813"/>
              <a:ext cx="190500" cy="188913"/>
            </a:xfrm>
            <a:custGeom>
              <a:avLst/>
              <a:gdLst/>
              <a:ahLst/>
              <a:cxnLst/>
              <a:rect l="0" t="0" r="r" b="b"/>
              <a:pathLst>
                <a:path w="40" h="40">
                  <a:moveTo>
                    <a:pt x="20" y="40"/>
                  </a:moveTo>
                  <a:cubicBezTo>
                    <a:pt x="9" y="40"/>
                    <a:pt x="0" y="31"/>
                    <a:pt x="0" y="20"/>
                  </a:cubicBezTo>
                  <a:cubicBezTo>
                    <a:pt x="0" y="9"/>
                    <a:pt x="9" y="0"/>
                    <a:pt x="20" y="0"/>
                  </a:cubicBezTo>
                  <a:cubicBezTo>
                    <a:pt x="33" y="0"/>
                    <a:pt x="40" y="6"/>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9"/>
                    <a:pt x="31"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16" name="Freeform 10">
              <a:extLst>
                <a:ext uri="{FF2B5EF4-FFF2-40B4-BE49-F238E27FC236}">
                  <a16:creationId xmlns:a16="http://schemas.microsoft.com/office/drawing/2014/main" id="{FE6D63D0-3347-4EE2-8F65-F1C32168FA2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285750" y="4763"/>
              <a:ext cx="369888" cy="1430338"/>
            </a:xfrm>
            <a:custGeom>
              <a:avLst/>
              <a:gdLst/>
              <a:ahLst/>
              <a:cxnLst/>
              <a:rect l="0" t="0" r="r" b="b"/>
              <a:pathLst>
                <a:path w="233" h="901">
                  <a:moveTo>
                    <a:pt x="221" y="901"/>
                  </a:moveTo>
                  <a:lnTo>
                    <a:pt x="0" y="383"/>
                  </a:lnTo>
                  <a:lnTo>
                    <a:pt x="0" y="0"/>
                  </a:lnTo>
                  <a:lnTo>
                    <a:pt x="18" y="0"/>
                  </a:lnTo>
                  <a:lnTo>
                    <a:pt x="18" y="380"/>
                  </a:lnTo>
                  <a:lnTo>
                    <a:pt x="233" y="895"/>
                  </a:lnTo>
                  <a:lnTo>
                    <a:pt x="221" y="901"/>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17" name="Freeform 11">
              <a:extLst>
                <a:ext uri="{FF2B5EF4-FFF2-40B4-BE49-F238E27FC236}">
                  <a16:creationId xmlns:a16="http://schemas.microsoft.com/office/drawing/2014/main" id="{538A46A3-DB16-45D5-B636-03EFE39FE96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546100" y="0"/>
              <a:ext cx="152400" cy="912813"/>
            </a:xfrm>
            <a:custGeom>
              <a:avLst/>
              <a:gdLst/>
              <a:ahLst/>
              <a:cxnLst/>
              <a:rect l="0" t="0" r="r" b="b"/>
              <a:pathLst>
                <a:path w="96" h="575">
                  <a:moveTo>
                    <a:pt x="96" y="575"/>
                  </a:moveTo>
                  <a:lnTo>
                    <a:pt x="78" y="575"/>
                  </a:lnTo>
                  <a:lnTo>
                    <a:pt x="78" y="192"/>
                  </a:lnTo>
                  <a:lnTo>
                    <a:pt x="0" y="6"/>
                  </a:lnTo>
                  <a:lnTo>
                    <a:pt x="15" y="0"/>
                  </a:lnTo>
                  <a:lnTo>
                    <a:pt x="96" y="189"/>
                  </a:lnTo>
                  <a:lnTo>
                    <a:pt x="96" y="575"/>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18" name="Freeform 12">
              <a:extLst>
                <a:ext uri="{FF2B5EF4-FFF2-40B4-BE49-F238E27FC236}">
                  <a16:creationId xmlns:a16="http://schemas.microsoft.com/office/drawing/2014/main" id="{0B8A2B0E-823F-4BE8-9359-45143BB1248E}"/>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588962" y="1420813"/>
              <a:ext cx="190500" cy="190500"/>
            </a:xfrm>
            <a:custGeom>
              <a:avLst/>
              <a:gdLst/>
              <a:ahLst/>
              <a:cxnLst/>
              <a:rect l="0" t="0" r="r" b="b"/>
              <a:pathLst>
                <a:path w="40" h="40">
                  <a:moveTo>
                    <a:pt x="20" y="40"/>
                  </a:moveTo>
                  <a:cubicBezTo>
                    <a:pt x="9" y="40"/>
                    <a:pt x="0" y="31"/>
                    <a:pt x="0" y="20"/>
                  </a:cubicBezTo>
                  <a:cubicBezTo>
                    <a:pt x="0" y="9"/>
                    <a:pt x="9" y="0"/>
                    <a:pt x="20" y="0"/>
                  </a:cubicBezTo>
                  <a:cubicBezTo>
                    <a:pt x="33" y="0"/>
                    <a:pt x="40" y="7"/>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9"/>
                    <a:pt x="31"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19" name="Freeform 13">
              <a:extLst>
                <a:ext uri="{FF2B5EF4-FFF2-40B4-BE49-F238E27FC236}">
                  <a16:creationId xmlns:a16="http://schemas.microsoft.com/office/drawing/2014/main" id="{44516B3C-A8BE-46FC-B643-3DFEB7F28386}"/>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588962" y="9032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20" name="Freeform 14">
              <a:extLst>
                <a:ext uri="{FF2B5EF4-FFF2-40B4-BE49-F238E27FC236}">
                  <a16:creationId xmlns:a16="http://schemas.microsoft.com/office/drawing/2014/main" id="{59FD699C-3920-4E57-BE27-165A3F036C2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641350" y="0"/>
              <a:ext cx="422275" cy="527050"/>
            </a:xfrm>
            <a:custGeom>
              <a:avLst/>
              <a:gdLst/>
              <a:ahLst/>
              <a:cxnLst/>
              <a:rect l="0" t="0" r="r" b="b"/>
              <a:pathLst>
                <a:path w="266" h="332">
                  <a:moveTo>
                    <a:pt x="257" y="332"/>
                  </a:moveTo>
                  <a:lnTo>
                    <a:pt x="48" y="123"/>
                  </a:lnTo>
                  <a:lnTo>
                    <a:pt x="0" y="6"/>
                  </a:lnTo>
                  <a:lnTo>
                    <a:pt x="15" y="0"/>
                  </a:lnTo>
                  <a:lnTo>
                    <a:pt x="63" y="114"/>
                  </a:lnTo>
                  <a:lnTo>
                    <a:pt x="266" y="320"/>
                  </a:lnTo>
                  <a:lnTo>
                    <a:pt x="257" y="332"/>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21" name="Freeform 15">
              <a:extLst>
                <a:ext uri="{FF2B5EF4-FFF2-40B4-BE49-F238E27FC236}">
                  <a16:creationId xmlns:a16="http://schemas.microsoft.com/office/drawing/2014/main" id="{0FB0C02E-3F53-4889-8ADF-80DBC43F693C}"/>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1020762" y="488950"/>
              <a:ext cx="161925" cy="147638"/>
            </a:xfrm>
            <a:custGeom>
              <a:avLst/>
              <a:gdLst/>
              <a:ahLst/>
              <a:cxnLst/>
              <a:rect l="0" t="0" r="r" b="b"/>
              <a:pathLst>
                <a:path w="34" h="31">
                  <a:moveTo>
                    <a:pt x="17" y="31"/>
                  </a:moveTo>
                  <a:cubicBezTo>
                    <a:pt x="13" y="31"/>
                    <a:pt x="9" y="30"/>
                    <a:pt x="6" y="27"/>
                  </a:cubicBezTo>
                  <a:cubicBezTo>
                    <a:pt x="0" y="20"/>
                    <a:pt x="0" y="10"/>
                    <a:pt x="6" y="4"/>
                  </a:cubicBezTo>
                  <a:cubicBezTo>
                    <a:pt x="9" y="1"/>
                    <a:pt x="13" y="0"/>
                    <a:pt x="17" y="0"/>
                  </a:cubicBezTo>
                  <a:cubicBezTo>
                    <a:pt x="21" y="0"/>
                    <a:pt x="25" y="1"/>
                    <a:pt x="28" y="4"/>
                  </a:cubicBezTo>
                  <a:cubicBezTo>
                    <a:pt x="34" y="10"/>
                    <a:pt x="34" y="20"/>
                    <a:pt x="28" y="27"/>
                  </a:cubicBezTo>
                  <a:cubicBezTo>
                    <a:pt x="25" y="30"/>
                    <a:pt x="21" y="31"/>
                    <a:pt x="17" y="31"/>
                  </a:cubicBezTo>
                  <a:close/>
                  <a:moveTo>
                    <a:pt x="17" y="4"/>
                  </a:moveTo>
                  <a:cubicBezTo>
                    <a:pt x="14" y="4"/>
                    <a:pt x="11" y="5"/>
                    <a:pt x="9" y="7"/>
                  </a:cubicBezTo>
                  <a:cubicBezTo>
                    <a:pt x="4" y="12"/>
                    <a:pt x="4" y="19"/>
                    <a:pt x="9" y="24"/>
                  </a:cubicBezTo>
                  <a:cubicBezTo>
                    <a:pt x="11" y="26"/>
                    <a:pt x="14" y="27"/>
                    <a:pt x="17" y="27"/>
                  </a:cubicBezTo>
                  <a:cubicBezTo>
                    <a:pt x="20" y="27"/>
                    <a:pt x="23" y="26"/>
                    <a:pt x="25" y="24"/>
                  </a:cubicBezTo>
                  <a:cubicBezTo>
                    <a:pt x="30" y="19"/>
                    <a:pt x="30" y="12"/>
                    <a:pt x="25" y="7"/>
                  </a:cubicBezTo>
                  <a:cubicBezTo>
                    <a:pt x="23" y="5"/>
                    <a:pt x="20" y="4"/>
                    <a:pt x="17"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22" name="Line 16">
              <a:extLst>
                <a:ext uri="{FF2B5EF4-FFF2-40B4-BE49-F238E27FC236}">
                  <a16:creationId xmlns:a16="http://schemas.microsoft.com/office/drawing/2014/main" id="{F8A0C89C-946F-4BCD-8A27-BB73E37FE525}"/>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a:off x="-4763" y="9525"/>
              <a:ext cx="0" cy="0"/>
            </a:xfrm>
            <a:prstGeom prst="line">
              <a:avLst/>
            </a:prstGeom>
            <a:grpFill/>
            <a:ln w="15" cap="flat">
              <a:solidFill>
                <a:srgbClr val="FFFFFF"/>
              </a:solidFill>
              <a:prstDash val="solid"/>
              <a:miter lim="800000"/>
              <a:headEnd/>
              <a:tailEnd/>
            </a:ln>
          </p:spPr>
          <p:txBody>
            <a:bodyPr/>
            <a:lstStyle/>
            <a:p>
              <a:endParaRPr lang="it-IT"/>
            </a:p>
          </p:txBody>
        </p:sp>
        <p:sp>
          <p:nvSpPr>
            <p:cNvPr id="23" name="Freeform 17">
              <a:extLst>
                <a:ext uri="{FF2B5EF4-FFF2-40B4-BE49-F238E27FC236}">
                  <a16:creationId xmlns:a16="http://schemas.microsoft.com/office/drawing/2014/main" id="{70C83EAF-4E92-4849-A240-B257871DC03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9525" y="1801813"/>
              <a:ext cx="123825" cy="127000"/>
            </a:xfrm>
            <a:custGeom>
              <a:avLst/>
              <a:gdLst/>
              <a:ahLst/>
              <a:cxnLst/>
              <a:rect l="0" t="0" r="r" b="b"/>
              <a:pathLst>
                <a:path w="78" h="80">
                  <a:moveTo>
                    <a:pt x="6" y="80"/>
                  </a:moveTo>
                  <a:lnTo>
                    <a:pt x="0" y="71"/>
                  </a:lnTo>
                  <a:lnTo>
                    <a:pt x="69" y="0"/>
                  </a:lnTo>
                  <a:lnTo>
                    <a:pt x="78" y="9"/>
                  </a:lnTo>
                  <a:lnTo>
                    <a:pt x="6" y="80"/>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24" name="Freeform 18">
              <a:extLst>
                <a:ext uri="{FF2B5EF4-FFF2-40B4-BE49-F238E27FC236}">
                  <a16:creationId xmlns:a16="http://schemas.microsoft.com/office/drawing/2014/main" id="{320FD164-4D7A-469C-B3F4-B926BFACF53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9525" y="3549650"/>
              <a:ext cx="147638" cy="481013"/>
            </a:xfrm>
            <a:custGeom>
              <a:avLst/>
              <a:gdLst/>
              <a:ahLst/>
              <a:cxnLst/>
              <a:rect l="0" t="0" r="r" b="b"/>
              <a:pathLst>
                <a:path w="93" h="303">
                  <a:moveTo>
                    <a:pt x="93" y="303"/>
                  </a:moveTo>
                  <a:lnTo>
                    <a:pt x="78" y="303"/>
                  </a:lnTo>
                  <a:lnTo>
                    <a:pt x="78" y="78"/>
                  </a:lnTo>
                  <a:lnTo>
                    <a:pt x="0" y="12"/>
                  </a:lnTo>
                  <a:lnTo>
                    <a:pt x="12" y="0"/>
                  </a:lnTo>
                  <a:lnTo>
                    <a:pt x="93" y="69"/>
                  </a:lnTo>
                  <a:lnTo>
                    <a:pt x="93" y="303"/>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25" name="Freeform 19">
              <a:extLst>
                <a:ext uri="{FF2B5EF4-FFF2-40B4-BE49-F238E27FC236}">
                  <a16:creationId xmlns:a16="http://schemas.microsoft.com/office/drawing/2014/main" id="{F6E14D9A-4E63-48FF-95C5-9E8DDFF86C4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28587" y="1382713"/>
              <a:ext cx="142875" cy="476250"/>
            </a:xfrm>
            <a:custGeom>
              <a:avLst/>
              <a:gdLst/>
              <a:ahLst/>
              <a:cxnLst/>
              <a:rect l="0" t="0" r="r" b="b"/>
              <a:pathLst>
                <a:path w="90" h="300">
                  <a:moveTo>
                    <a:pt x="90" y="300"/>
                  </a:moveTo>
                  <a:lnTo>
                    <a:pt x="78" y="300"/>
                  </a:lnTo>
                  <a:lnTo>
                    <a:pt x="78" y="84"/>
                  </a:lnTo>
                  <a:lnTo>
                    <a:pt x="0" y="9"/>
                  </a:lnTo>
                  <a:lnTo>
                    <a:pt x="9" y="0"/>
                  </a:lnTo>
                  <a:lnTo>
                    <a:pt x="90" y="81"/>
                  </a:lnTo>
                  <a:lnTo>
                    <a:pt x="90" y="300"/>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26" name="Freeform 20">
              <a:extLst>
                <a:ext uri="{FF2B5EF4-FFF2-40B4-BE49-F238E27FC236}">
                  <a16:creationId xmlns:a16="http://schemas.microsoft.com/office/drawing/2014/main" id="{F3DCD24F-3CA8-4404-B22C-E4C928995F3B}"/>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204787" y="1849438"/>
              <a:ext cx="114300" cy="107950"/>
            </a:xfrm>
            <a:custGeom>
              <a:avLst/>
              <a:gdLst/>
              <a:ahLst/>
              <a:cxnLst/>
              <a:rect l="0" t="0" r="r" b="b"/>
              <a:pathLst>
                <a:path w="24" h="23">
                  <a:moveTo>
                    <a:pt x="12" y="23"/>
                  </a:moveTo>
                  <a:cubicBezTo>
                    <a:pt x="6" y="23"/>
                    <a:pt x="0" y="18"/>
                    <a:pt x="0" y="12"/>
                  </a:cubicBezTo>
                  <a:cubicBezTo>
                    <a:pt x="0" y="5"/>
                    <a:pt x="6" y="0"/>
                    <a:pt x="12" y="0"/>
                  </a:cubicBezTo>
                  <a:cubicBezTo>
                    <a:pt x="18" y="0"/>
                    <a:pt x="24" y="5"/>
                    <a:pt x="24" y="12"/>
                  </a:cubicBezTo>
                  <a:cubicBezTo>
                    <a:pt x="24" y="18"/>
                    <a:pt x="18" y="23"/>
                    <a:pt x="12" y="23"/>
                  </a:cubicBezTo>
                  <a:close/>
                  <a:moveTo>
                    <a:pt x="12" y="4"/>
                  </a:moveTo>
                  <a:cubicBezTo>
                    <a:pt x="8" y="4"/>
                    <a:pt x="4" y="8"/>
                    <a:pt x="4" y="12"/>
                  </a:cubicBezTo>
                  <a:cubicBezTo>
                    <a:pt x="4" y="16"/>
                    <a:pt x="8" y="19"/>
                    <a:pt x="12" y="19"/>
                  </a:cubicBezTo>
                  <a:cubicBezTo>
                    <a:pt x="16" y="19"/>
                    <a:pt x="20" y="16"/>
                    <a:pt x="20" y="12"/>
                  </a:cubicBezTo>
                  <a:cubicBezTo>
                    <a:pt x="20" y="8"/>
                    <a:pt x="16" y="4"/>
                    <a:pt x="12"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27" name="Rectangle 21">
              <a:extLst>
                <a:ext uri="{FF2B5EF4-FFF2-40B4-BE49-F238E27FC236}">
                  <a16:creationId xmlns:a16="http://schemas.microsoft.com/office/drawing/2014/main" id="{8AD2E827-32A3-4BE4-9CC6-8315629177AE}"/>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33350" y="4662488"/>
              <a:ext cx="23813" cy="2181225"/>
            </a:xfrm>
            <a:prstGeom prst="rect">
              <a:avLst/>
            </a:pr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miter lim="800000"/>
                  <a:headEnd/>
                  <a:tailEnd/>
                </a14:hiddenLine>
              </a:ext>
            </a:extLst>
          </p:spPr>
          <p:txBody>
            <a:bodyPr/>
            <a:lstStyle/>
            <a:p>
              <a:endParaRPr lang="it-IT"/>
            </a:p>
          </p:txBody>
        </p:sp>
        <p:sp>
          <p:nvSpPr>
            <p:cNvPr id="28" name="Freeform 22">
              <a:extLst>
                <a:ext uri="{FF2B5EF4-FFF2-40B4-BE49-F238E27FC236}">
                  <a16:creationId xmlns:a16="http://schemas.microsoft.com/office/drawing/2014/main" id="{47FB2CCC-1230-494F-B2D1-F05E5B8EDF5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223837" y="5041900"/>
              <a:ext cx="369888" cy="1801813"/>
            </a:xfrm>
            <a:custGeom>
              <a:avLst/>
              <a:gdLst/>
              <a:ahLst/>
              <a:cxnLst/>
              <a:rect l="0" t="0" r="r" b="b"/>
              <a:pathLst>
                <a:path w="233" h="1135">
                  <a:moveTo>
                    <a:pt x="15" y="1135"/>
                  </a:moveTo>
                  <a:lnTo>
                    <a:pt x="0" y="1135"/>
                  </a:lnTo>
                  <a:lnTo>
                    <a:pt x="0" y="515"/>
                  </a:lnTo>
                  <a:lnTo>
                    <a:pt x="0" y="512"/>
                  </a:lnTo>
                  <a:lnTo>
                    <a:pt x="218" y="0"/>
                  </a:lnTo>
                  <a:lnTo>
                    <a:pt x="233" y="6"/>
                  </a:lnTo>
                  <a:lnTo>
                    <a:pt x="15" y="518"/>
                  </a:lnTo>
                  <a:lnTo>
                    <a:pt x="15" y="1135"/>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29" name="Freeform 23">
              <a:extLst>
                <a:ext uri="{FF2B5EF4-FFF2-40B4-BE49-F238E27FC236}">
                  <a16:creationId xmlns:a16="http://schemas.microsoft.com/office/drawing/2014/main" id="{A5F44514-9274-47E3-9243-CA9356C166B5}"/>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52387" y="44815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30" name="Freeform 24">
              <a:extLst>
                <a:ext uri="{FF2B5EF4-FFF2-40B4-BE49-F238E27FC236}">
                  <a16:creationId xmlns:a16="http://schemas.microsoft.com/office/drawing/2014/main" id="{D06192CD-AD86-4DCA-8B53-4ACCA46583A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4288" y="5627688"/>
              <a:ext cx="85725" cy="1216025"/>
            </a:xfrm>
            <a:custGeom>
              <a:avLst/>
              <a:gdLst/>
              <a:ahLst/>
              <a:cxnLst/>
              <a:rect l="0" t="0" r="r" b="b"/>
              <a:pathLst>
                <a:path w="54" h="766">
                  <a:moveTo>
                    <a:pt x="54" y="766"/>
                  </a:moveTo>
                  <a:lnTo>
                    <a:pt x="36" y="766"/>
                  </a:lnTo>
                  <a:lnTo>
                    <a:pt x="36" y="149"/>
                  </a:lnTo>
                  <a:lnTo>
                    <a:pt x="0" y="3"/>
                  </a:lnTo>
                  <a:lnTo>
                    <a:pt x="18" y="0"/>
                  </a:lnTo>
                  <a:lnTo>
                    <a:pt x="54" y="146"/>
                  </a:lnTo>
                  <a:lnTo>
                    <a:pt x="54" y="766"/>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31" name="Freeform 25">
              <a:extLst>
                <a:ext uri="{FF2B5EF4-FFF2-40B4-BE49-F238E27FC236}">
                  <a16:creationId xmlns:a16="http://schemas.microsoft.com/office/drawing/2014/main" id="{99E9203A-21E4-46D8-981A-4B28CA320A69}"/>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527050" y="4867275"/>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32" name="Freeform 26">
              <a:extLst>
                <a:ext uri="{FF2B5EF4-FFF2-40B4-BE49-F238E27FC236}">
                  <a16:creationId xmlns:a16="http://schemas.microsoft.com/office/drawing/2014/main" id="{32FCE9B6-FB52-4045-8DCC-E5959B9A403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309562" y="5422900"/>
              <a:ext cx="374650" cy="1425575"/>
            </a:xfrm>
            <a:custGeom>
              <a:avLst/>
              <a:gdLst/>
              <a:ahLst/>
              <a:cxnLst/>
              <a:rect l="0" t="0" r="r" b="b"/>
              <a:pathLst>
                <a:path w="236" h="898">
                  <a:moveTo>
                    <a:pt x="18" y="898"/>
                  </a:moveTo>
                  <a:lnTo>
                    <a:pt x="0" y="898"/>
                  </a:lnTo>
                  <a:lnTo>
                    <a:pt x="0" y="515"/>
                  </a:lnTo>
                  <a:lnTo>
                    <a:pt x="3" y="512"/>
                  </a:lnTo>
                  <a:lnTo>
                    <a:pt x="221" y="0"/>
                  </a:lnTo>
                  <a:lnTo>
                    <a:pt x="236" y="6"/>
                  </a:lnTo>
                  <a:lnTo>
                    <a:pt x="18" y="518"/>
                  </a:lnTo>
                  <a:lnTo>
                    <a:pt x="18" y="898"/>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33" name="Freeform 27">
              <a:extLst>
                <a:ext uri="{FF2B5EF4-FFF2-40B4-BE49-F238E27FC236}">
                  <a16:creationId xmlns:a16="http://schemas.microsoft.com/office/drawing/2014/main" id="{E4A7025C-CDE8-429A-BBB9-E7380C96238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569912" y="5945188"/>
              <a:ext cx="152400" cy="912813"/>
            </a:xfrm>
            <a:custGeom>
              <a:avLst/>
              <a:gdLst/>
              <a:ahLst/>
              <a:cxnLst/>
              <a:rect l="0" t="0" r="r" b="b"/>
              <a:pathLst>
                <a:path w="96" h="575">
                  <a:moveTo>
                    <a:pt x="15" y="575"/>
                  </a:moveTo>
                  <a:lnTo>
                    <a:pt x="0" y="569"/>
                  </a:lnTo>
                  <a:lnTo>
                    <a:pt x="81" y="383"/>
                  </a:lnTo>
                  <a:lnTo>
                    <a:pt x="81" y="0"/>
                  </a:lnTo>
                  <a:lnTo>
                    <a:pt x="96" y="0"/>
                  </a:lnTo>
                  <a:lnTo>
                    <a:pt x="96" y="386"/>
                  </a:lnTo>
                  <a:lnTo>
                    <a:pt x="15" y="575"/>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34" name="Freeform 28">
              <a:extLst>
                <a:ext uri="{FF2B5EF4-FFF2-40B4-BE49-F238E27FC236}">
                  <a16:creationId xmlns:a16="http://schemas.microsoft.com/office/drawing/2014/main" id="{A4EA0256-5DF5-437A-98A7-B79F3E6BB89A}"/>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612775" y="52466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35" name="Freeform 29">
              <a:extLst>
                <a:ext uri="{FF2B5EF4-FFF2-40B4-BE49-F238E27FC236}">
                  <a16:creationId xmlns:a16="http://schemas.microsoft.com/office/drawing/2014/main" id="{90C9433D-9E1C-493B-BEBD-C3081FFA328F}"/>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612775" y="57642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36" name="Freeform 30">
              <a:extLst>
                <a:ext uri="{FF2B5EF4-FFF2-40B4-BE49-F238E27FC236}">
                  <a16:creationId xmlns:a16="http://schemas.microsoft.com/office/drawing/2014/main" id="{352B39BB-F298-4285-A709-1FBA0CB722C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669925" y="6330950"/>
              <a:ext cx="417513" cy="517525"/>
            </a:xfrm>
            <a:custGeom>
              <a:avLst/>
              <a:gdLst/>
              <a:ahLst/>
              <a:cxnLst/>
              <a:rect l="0" t="0" r="r" b="b"/>
              <a:pathLst>
                <a:path w="263" h="326">
                  <a:moveTo>
                    <a:pt x="15" y="326"/>
                  </a:moveTo>
                  <a:lnTo>
                    <a:pt x="0" y="320"/>
                  </a:lnTo>
                  <a:lnTo>
                    <a:pt x="45" y="206"/>
                  </a:lnTo>
                  <a:lnTo>
                    <a:pt x="48" y="206"/>
                  </a:lnTo>
                  <a:lnTo>
                    <a:pt x="254" y="0"/>
                  </a:lnTo>
                  <a:lnTo>
                    <a:pt x="263" y="12"/>
                  </a:lnTo>
                  <a:lnTo>
                    <a:pt x="60" y="215"/>
                  </a:lnTo>
                  <a:lnTo>
                    <a:pt x="15" y="326"/>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37" name="Freeform 31">
              <a:extLst>
                <a:ext uri="{FF2B5EF4-FFF2-40B4-BE49-F238E27FC236}">
                  <a16:creationId xmlns:a16="http://schemas.microsoft.com/office/drawing/2014/main" id="{31CAF2A0-CBA0-4E86-AA87-8750EC1AFB2E}"/>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1049337" y="6221413"/>
              <a:ext cx="157163" cy="147638"/>
            </a:xfrm>
            <a:custGeom>
              <a:avLst/>
              <a:gdLst/>
              <a:ahLst/>
              <a:cxnLst/>
              <a:rect l="0" t="0" r="r" b="b"/>
              <a:pathLst>
                <a:path w="33" h="31">
                  <a:moveTo>
                    <a:pt x="16" y="31"/>
                  </a:moveTo>
                  <a:cubicBezTo>
                    <a:pt x="12" y="31"/>
                    <a:pt x="8" y="29"/>
                    <a:pt x="5" y="26"/>
                  </a:cubicBezTo>
                  <a:cubicBezTo>
                    <a:pt x="2" y="24"/>
                    <a:pt x="0" y="20"/>
                    <a:pt x="0" y="15"/>
                  </a:cubicBezTo>
                  <a:cubicBezTo>
                    <a:pt x="0" y="11"/>
                    <a:pt x="2" y="7"/>
                    <a:pt x="5" y="4"/>
                  </a:cubicBezTo>
                  <a:cubicBezTo>
                    <a:pt x="8" y="1"/>
                    <a:pt x="12" y="0"/>
                    <a:pt x="16" y="0"/>
                  </a:cubicBezTo>
                  <a:cubicBezTo>
                    <a:pt x="20" y="0"/>
                    <a:pt x="24" y="1"/>
                    <a:pt x="27" y="4"/>
                  </a:cubicBezTo>
                  <a:cubicBezTo>
                    <a:pt x="33" y="10"/>
                    <a:pt x="33" y="20"/>
                    <a:pt x="27" y="26"/>
                  </a:cubicBezTo>
                  <a:cubicBezTo>
                    <a:pt x="24" y="29"/>
                    <a:pt x="20" y="31"/>
                    <a:pt x="16" y="31"/>
                  </a:cubicBezTo>
                  <a:close/>
                  <a:moveTo>
                    <a:pt x="16" y="4"/>
                  </a:moveTo>
                  <a:cubicBezTo>
                    <a:pt x="13" y="4"/>
                    <a:pt x="10" y="5"/>
                    <a:pt x="8" y="7"/>
                  </a:cubicBezTo>
                  <a:cubicBezTo>
                    <a:pt x="6" y="9"/>
                    <a:pt x="4" y="12"/>
                    <a:pt x="4" y="15"/>
                  </a:cubicBezTo>
                  <a:cubicBezTo>
                    <a:pt x="4" y="19"/>
                    <a:pt x="6" y="21"/>
                    <a:pt x="8" y="24"/>
                  </a:cubicBezTo>
                  <a:cubicBezTo>
                    <a:pt x="10" y="26"/>
                    <a:pt x="13" y="27"/>
                    <a:pt x="16" y="27"/>
                  </a:cubicBezTo>
                  <a:cubicBezTo>
                    <a:pt x="19" y="27"/>
                    <a:pt x="22" y="26"/>
                    <a:pt x="24" y="24"/>
                  </a:cubicBezTo>
                  <a:cubicBezTo>
                    <a:pt x="29" y="19"/>
                    <a:pt x="29" y="12"/>
                    <a:pt x="24" y="7"/>
                  </a:cubicBezTo>
                  <a:cubicBezTo>
                    <a:pt x="22" y="5"/>
                    <a:pt x="19" y="4"/>
                    <a:pt x="16"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grpSp>
      <p:sp>
        <p:nvSpPr>
          <p:cNvPr id="2" name="Titolo 1">
            <a:extLst>
              <a:ext uri="{FF2B5EF4-FFF2-40B4-BE49-F238E27FC236}">
                <a16:creationId xmlns:a16="http://schemas.microsoft.com/office/drawing/2014/main" id="{EB591D41-5F46-B45D-8C2A-12EDE5ED83BA}"/>
              </a:ext>
            </a:extLst>
          </p:cNvPr>
          <p:cNvSpPr>
            <a:spLocks noGrp="1"/>
          </p:cNvSpPr>
          <p:nvPr>
            <p:ph type="title"/>
          </p:nvPr>
        </p:nvSpPr>
        <p:spPr>
          <a:xfrm>
            <a:off x="1019015" y="1093787"/>
            <a:ext cx="3059969" cy="4697413"/>
          </a:xfrm>
        </p:spPr>
        <p:txBody>
          <a:bodyPr>
            <a:normAutofit/>
          </a:bodyPr>
          <a:lstStyle/>
          <a:p>
            <a:r>
              <a:rPr lang="it-IT" dirty="0" err="1"/>
              <a:t>Drl</a:t>
            </a:r>
            <a:r>
              <a:rPr lang="it-IT" dirty="0"/>
              <a:t> </a:t>
            </a:r>
            <a:r>
              <a:rPr lang="it-IT" dirty="0" err="1"/>
              <a:t>algorithm</a:t>
            </a:r>
            <a:endParaRPr lang="it-IT" dirty="0"/>
          </a:p>
        </p:txBody>
      </p:sp>
      <p:sp useBgFill="1">
        <p:nvSpPr>
          <p:cNvPr id="39" name="Round Diagonal Corner Rectangle 7">
            <a:extLst>
              <a:ext uri="{FF2B5EF4-FFF2-40B4-BE49-F238E27FC236}">
                <a16:creationId xmlns:a16="http://schemas.microsoft.com/office/drawing/2014/main" id="{7D1C411D-0818-4640-8657-2AF78250C80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625084" y="0"/>
            <a:ext cx="7566916" cy="6848476"/>
          </a:xfrm>
          <a:prstGeom prst="round2DiagRect">
            <a:avLst>
              <a:gd name="adj1" fmla="val 0"/>
              <a:gd name="adj2" fmla="val 0"/>
            </a:avLst>
          </a:prstGeom>
          <a:ln w="19050" cap="sq">
            <a:noFill/>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3" name="Segnaposto contenuto 2">
                <a:extLst>
                  <a:ext uri="{FF2B5EF4-FFF2-40B4-BE49-F238E27FC236}">
                    <a16:creationId xmlns:a16="http://schemas.microsoft.com/office/drawing/2014/main" id="{79A534F2-0765-C205-86AA-544D8D05EB16}"/>
                  </a:ext>
                </a:extLst>
              </p:cNvPr>
              <p:cNvSpPr>
                <a:spLocks noGrp="1"/>
              </p:cNvSpPr>
              <p:nvPr>
                <p:ph idx="1"/>
              </p:nvPr>
            </p:nvSpPr>
            <p:spPr>
              <a:xfrm>
                <a:off x="4855112" y="1093788"/>
                <a:ext cx="7051138" cy="4697413"/>
              </a:xfrm>
            </p:spPr>
            <p:txBody>
              <a:bodyPr>
                <a:normAutofit/>
              </a:bodyPr>
              <a:lstStyle/>
              <a:p>
                <a:pPr marL="0" indent="0">
                  <a:buNone/>
                </a:pPr>
                <a:r>
                  <a:rPr lang="it-IT" sz="2200" dirty="0" err="1">
                    <a:latin typeface="Calibri Light" panose="020F0302020204030204" pitchFamily="34" charset="0"/>
                    <a:ea typeface="Calibri Light" panose="020F0302020204030204" pitchFamily="34" charset="0"/>
                    <a:cs typeface="Calibri Light" panose="020F0302020204030204" pitchFamily="34" charset="0"/>
                  </a:rPr>
                  <a:t>Since</a:t>
                </a:r>
                <a:r>
                  <a:rPr lang="it-IT" sz="2200" dirty="0">
                    <a:latin typeface="Calibri Light" panose="020F0302020204030204" pitchFamily="34" charset="0"/>
                    <a:ea typeface="Calibri Light" panose="020F0302020204030204" pitchFamily="34" charset="0"/>
                    <a:cs typeface="Calibri Light" panose="020F0302020204030204" pitchFamily="34" charset="0"/>
                  </a:rPr>
                  <a:t>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using</a:t>
                </a:r>
                <a:r>
                  <a:rPr lang="it-IT" sz="2200" dirty="0">
                    <a:latin typeface="Calibri Light" panose="020F0302020204030204" pitchFamily="34" charset="0"/>
                    <a:ea typeface="Calibri Light" panose="020F0302020204030204" pitchFamily="34" charset="0"/>
                    <a:cs typeface="Calibri Light" panose="020F0302020204030204" pitchFamily="34" charset="0"/>
                  </a:rPr>
                  <a:t> the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normal</a:t>
                </a:r>
                <a:r>
                  <a:rPr lang="it-IT" sz="2200" dirty="0">
                    <a:latin typeface="Calibri Light" panose="020F0302020204030204" pitchFamily="34" charset="0"/>
                    <a:ea typeface="Calibri Light" panose="020F0302020204030204" pitchFamily="34" charset="0"/>
                    <a:cs typeface="Calibri Light" panose="020F0302020204030204" pitchFamily="34" charset="0"/>
                  </a:rPr>
                  <a:t> DQN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provided</a:t>
                </a:r>
                <a:r>
                  <a:rPr lang="it-IT" sz="2200" dirty="0">
                    <a:latin typeface="Calibri Light" panose="020F0302020204030204" pitchFamily="34" charset="0"/>
                    <a:ea typeface="Calibri Light" panose="020F0302020204030204" pitchFamily="34" charset="0"/>
                    <a:cs typeface="Calibri Light" panose="020F0302020204030204" pitchFamily="34" charset="0"/>
                  </a:rPr>
                  <a:t>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very</a:t>
                </a:r>
                <a:r>
                  <a:rPr lang="it-IT" sz="2200" dirty="0">
                    <a:latin typeface="Calibri Light" panose="020F0302020204030204" pitchFamily="34" charset="0"/>
                    <a:ea typeface="Calibri Light" panose="020F0302020204030204" pitchFamily="34" charset="0"/>
                    <a:cs typeface="Calibri Light" panose="020F0302020204030204" pitchFamily="34" charset="0"/>
                  </a:rPr>
                  <a:t>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poor</a:t>
                </a:r>
                <a:r>
                  <a:rPr lang="it-IT" sz="2200" dirty="0">
                    <a:latin typeface="Calibri Light" panose="020F0302020204030204" pitchFamily="34" charset="0"/>
                    <a:ea typeface="Calibri Light" panose="020F0302020204030204" pitchFamily="34" charset="0"/>
                    <a:cs typeface="Calibri Light" panose="020F0302020204030204" pitchFamily="34" charset="0"/>
                  </a:rPr>
                  <a:t>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results</a:t>
                </a:r>
                <a:r>
                  <a:rPr lang="it-IT" sz="2200" dirty="0">
                    <a:latin typeface="Calibri Light" panose="020F0302020204030204" pitchFamily="34" charset="0"/>
                    <a:ea typeface="Calibri Light" panose="020F0302020204030204" pitchFamily="34" charset="0"/>
                    <a:cs typeface="Calibri Light" panose="020F0302020204030204" pitchFamily="34" charset="0"/>
                  </a:rPr>
                  <a:t>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we</a:t>
                </a:r>
                <a:r>
                  <a:rPr lang="it-IT" sz="2200" dirty="0">
                    <a:latin typeface="Calibri Light" panose="020F0302020204030204" pitchFamily="34" charset="0"/>
                    <a:ea typeface="Calibri Light" panose="020F0302020204030204" pitchFamily="34" charset="0"/>
                    <a:cs typeface="Calibri Light" panose="020F0302020204030204" pitchFamily="34" charset="0"/>
                  </a:rPr>
                  <a:t>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opted</a:t>
                </a:r>
                <a:r>
                  <a:rPr lang="it-IT" sz="2200" dirty="0">
                    <a:latin typeface="Calibri Light" panose="020F0302020204030204" pitchFamily="34" charset="0"/>
                    <a:ea typeface="Calibri Light" panose="020F0302020204030204" pitchFamily="34" charset="0"/>
                    <a:cs typeface="Calibri Light" panose="020F0302020204030204" pitchFamily="34" charset="0"/>
                  </a:rPr>
                  <a:t> to switch to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another</a:t>
                </a:r>
                <a:r>
                  <a:rPr lang="it-IT" sz="2200" dirty="0">
                    <a:latin typeface="Calibri Light" panose="020F0302020204030204" pitchFamily="34" charset="0"/>
                    <a:ea typeface="Calibri Light" panose="020F0302020204030204" pitchFamily="34" charset="0"/>
                    <a:cs typeface="Calibri Light" panose="020F0302020204030204" pitchFamily="34" charset="0"/>
                  </a:rPr>
                  <a:t>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version</a:t>
                </a:r>
                <a:r>
                  <a:rPr lang="it-IT" sz="2200" dirty="0">
                    <a:latin typeface="Calibri Light" panose="020F0302020204030204" pitchFamily="34" charset="0"/>
                    <a:ea typeface="Calibri Light" panose="020F0302020204030204" pitchFamily="34" charset="0"/>
                    <a:cs typeface="Calibri Light" panose="020F0302020204030204" pitchFamily="34" charset="0"/>
                  </a:rPr>
                  <a:t> of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it</a:t>
                </a:r>
                <a:r>
                  <a:rPr lang="it-IT" sz="2200" dirty="0">
                    <a:latin typeface="Calibri Light" panose="020F0302020204030204" pitchFamily="34" charset="0"/>
                    <a:ea typeface="Calibri Light" panose="020F0302020204030204" pitchFamily="34" charset="0"/>
                    <a:cs typeface="Calibri Light" panose="020F0302020204030204" pitchFamily="34" charset="0"/>
                  </a:rPr>
                  <a:t>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called</a:t>
                </a:r>
                <a:r>
                  <a:rPr lang="it-IT" sz="2200" dirty="0">
                    <a:latin typeface="Calibri Light" panose="020F0302020204030204" pitchFamily="34" charset="0"/>
                    <a:ea typeface="Calibri Light" panose="020F0302020204030204" pitchFamily="34" charset="0"/>
                    <a:cs typeface="Calibri Light" panose="020F0302020204030204" pitchFamily="34" charset="0"/>
                  </a:rPr>
                  <a:t>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DuelingDQN</a:t>
                </a:r>
                <a:r>
                  <a:rPr lang="it-IT" sz="2200" dirty="0">
                    <a:latin typeface="Calibri Light" panose="020F0302020204030204" pitchFamily="34" charset="0"/>
                    <a:ea typeface="Calibri Light" panose="020F0302020204030204" pitchFamily="34" charset="0"/>
                    <a:cs typeface="Calibri Light" panose="020F0302020204030204" pitchFamily="34" charset="0"/>
                  </a:rPr>
                  <a:t>: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this</a:t>
                </a:r>
                <a:r>
                  <a:rPr lang="it-IT" sz="2200" dirty="0">
                    <a:latin typeface="Calibri Light" panose="020F0302020204030204" pitchFamily="34" charset="0"/>
                    <a:ea typeface="Calibri Light" panose="020F0302020204030204" pitchFamily="34" charset="0"/>
                    <a:cs typeface="Calibri Light" panose="020F0302020204030204" pitchFamily="34" charset="0"/>
                  </a:rPr>
                  <a:t>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version</a:t>
                </a:r>
                <a:r>
                  <a:rPr lang="it-IT" sz="2200" dirty="0">
                    <a:latin typeface="Calibri Light" panose="020F0302020204030204" pitchFamily="34" charset="0"/>
                    <a:ea typeface="Calibri Light" panose="020F0302020204030204" pitchFamily="34" charset="0"/>
                    <a:cs typeface="Calibri Light" panose="020F0302020204030204" pitchFamily="34" charset="0"/>
                  </a:rPr>
                  <a:t> works by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separating</a:t>
                </a:r>
                <a:r>
                  <a:rPr lang="it-IT" sz="2200" dirty="0">
                    <a:latin typeface="Calibri Light" panose="020F0302020204030204" pitchFamily="34" charset="0"/>
                    <a:ea typeface="Calibri Light" panose="020F0302020204030204" pitchFamily="34" charset="0"/>
                    <a:cs typeface="Calibri Light" panose="020F0302020204030204" pitchFamily="34" charset="0"/>
                  </a:rPr>
                  <a:t> the state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value</a:t>
                </a:r>
                <a:r>
                  <a:rPr lang="it-IT" sz="2200" dirty="0">
                    <a:latin typeface="Calibri Light" panose="020F0302020204030204" pitchFamily="34" charset="0"/>
                    <a:ea typeface="Calibri Light" panose="020F0302020204030204" pitchFamily="34" charset="0"/>
                    <a:cs typeface="Calibri Light" panose="020F0302020204030204" pitchFamily="34" charset="0"/>
                  </a:rPr>
                  <a:t> </a:t>
                </a:r>
                <a14:m>
                  <m:oMath xmlns:m="http://schemas.openxmlformats.org/officeDocument/2006/math">
                    <m:r>
                      <a:rPr lang="it-IT" sz="2200" i="1">
                        <a:latin typeface="Cambria Math" panose="02040503050406030204" pitchFamily="18" charset="0"/>
                      </a:rPr>
                      <m:t>𝑉</m:t>
                    </m:r>
                    <m:d>
                      <m:dPr>
                        <m:ctrlPr>
                          <a:rPr lang="ar-AE" sz="2200" i="1">
                            <a:latin typeface="Cambria Math" panose="02040503050406030204" pitchFamily="18" charset="0"/>
                          </a:rPr>
                        </m:ctrlPr>
                      </m:dPr>
                      <m:e>
                        <m:r>
                          <a:rPr lang="ar-AE" sz="2200" i="1">
                            <a:latin typeface="Cambria Math" panose="02040503050406030204" pitchFamily="18" charset="0"/>
                          </a:rPr>
                          <m:t>𝑠</m:t>
                        </m:r>
                      </m:e>
                    </m:d>
                  </m:oMath>
                </a14:m>
                <a:r>
                  <a:rPr lang="it-IT" sz="2200" dirty="0">
                    <a:latin typeface="Calibri Light" panose="020F0302020204030204" pitchFamily="34" charset="0"/>
                    <a:ea typeface="Calibri Light" panose="020F0302020204030204" pitchFamily="34" charset="0"/>
                    <a:cs typeface="Calibri Light" panose="020F0302020204030204" pitchFamily="34" charset="0"/>
                  </a:rPr>
                  <a:t> from the action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advantage</a:t>
                </a:r>
                <a:r>
                  <a:rPr lang="it-IT" sz="2200" dirty="0">
                    <a:latin typeface="Calibri Light" panose="020F0302020204030204" pitchFamily="34" charset="0"/>
                    <a:ea typeface="Calibri Light" panose="020F0302020204030204" pitchFamily="34" charset="0"/>
                    <a:cs typeface="Calibri Light" panose="020F0302020204030204" pitchFamily="34" charset="0"/>
                  </a:rPr>
                  <a:t> </a:t>
                </a:r>
                <a14:m>
                  <m:oMath xmlns:m="http://schemas.openxmlformats.org/officeDocument/2006/math">
                    <m:r>
                      <a:rPr lang="it-IT" sz="2200" i="1">
                        <a:latin typeface="Cambria Math" panose="02040503050406030204" pitchFamily="18" charset="0"/>
                      </a:rPr>
                      <m:t>𝐴</m:t>
                    </m:r>
                    <m:d>
                      <m:dPr>
                        <m:sepChr m:val=","/>
                        <m:ctrlPr>
                          <a:rPr lang="ar-AE" sz="2200" i="1">
                            <a:latin typeface="Cambria Math" panose="02040503050406030204" pitchFamily="18" charset="0"/>
                          </a:rPr>
                        </m:ctrlPr>
                      </m:dPr>
                      <m:e>
                        <m:r>
                          <a:rPr lang="ar-AE" sz="2200" i="1">
                            <a:latin typeface="Cambria Math" panose="02040503050406030204" pitchFamily="18" charset="0"/>
                          </a:rPr>
                          <m:t>𝑠</m:t>
                        </m:r>
                      </m:e>
                      <m:e>
                        <m:r>
                          <a:rPr lang="ar-AE" sz="2200" i="1">
                            <a:latin typeface="Cambria Math" panose="02040503050406030204" pitchFamily="18" charset="0"/>
                          </a:rPr>
                          <m:t>𝑎</m:t>
                        </m:r>
                      </m:e>
                    </m:d>
                  </m:oMath>
                </a14:m>
                <a:r>
                  <a:rPr lang="ar-AE" sz="2200" dirty="0">
                    <a:latin typeface="Calibri Light" panose="020F0302020204030204" pitchFamily="34" charset="0"/>
                    <a:ea typeface="Calibri Light" panose="020F0302020204030204" pitchFamily="34" charset="0"/>
                    <a:cs typeface="Calibri Light" panose="020F0302020204030204" pitchFamily="34" charset="0"/>
                  </a:rPr>
                  <a:t> </a:t>
                </a:r>
                <a:r>
                  <a:rPr lang="it-IT" sz="2200" dirty="0">
                    <a:latin typeface="Calibri Light" panose="020F0302020204030204" pitchFamily="34" charset="0"/>
                    <a:ea typeface="Calibri Light" panose="020F0302020204030204" pitchFamily="34" charset="0"/>
                    <a:cs typeface="Calibri Light" panose="020F0302020204030204" pitchFamily="34" charset="0"/>
                  </a:rPr>
                  <a:t>and making the learning more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stable</a:t>
                </a:r>
                <a:r>
                  <a:rPr lang="it-IT" sz="2200" dirty="0">
                    <a:latin typeface="Calibri Light" panose="020F0302020204030204" pitchFamily="34" charset="0"/>
                    <a:ea typeface="Calibri Light" panose="020F0302020204030204" pitchFamily="34" charset="0"/>
                    <a:cs typeface="Calibri Light" panose="020F0302020204030204" pitchFamily="34" charset="0"/>
                  </a:rPr>
                  <a:t>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when</a:t>
                </a:r>
                <a:r>
                  <a:rPr lang="it-IT" sz="2200" dirty="0">
                    <a:latin typeface="Calibri Light" panose="020F0302020204030204" pitchFamily="34" charset="0"/>
                    <a:ea typeface="Calibri Light" panose="020F0302020204030204" pitchFamily="34" charset="0"/>
                    <a:cs typeface="Calibri Light" panose="020F0302020204030204" pitchFamily="34" charset="0"/>
                  </a:rPr>
                  <a:t>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many</a:t>
                </a:r>
                <a:r>
                  <a:rPr lang="it-IT" sz="2200" dirty="0">
                    <a:latin typeface="Calibri Light" panose="020F0302020204030204" pitchFamily="34" charset="0"/>
                    <a:ea typeface="Calibri Light" panose="020F0302020204030204" pitchFamily="34" charset="0"/>
                    <a:cs typeface="Calibri Light" panose="020F0302020204030204" pitchFamily="34" charset="0"/>
                  </a:rPr>
                  <a:t> actions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have</a:t>
                </a:r>
                <a:r>
                  <a:rPr lang="it-IT" sz="2200" dirty="0">
                    <a:latin typeface="Calibri Light" panose="020F0302020204030204" pitchFamily="34" charset="0"/>
                    <a:ea typeface="Calibri Light" panose="020F0302020204030204" pitchFamily="34" charset="0"/>
                    <a:cs typeface="Calibri Light" panose="020F0302020204030204" pitchFamily="34" charset="0"/>
                  </a:rPr>
                  <a:t>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similar</a:t>
                </a:r>
                <a:r>
                  <a:rPr lang="it-IT" sz="2200" dirty="0">
                    <a:latin typeface="Calibri Light" panose="020F0302020204030204" pitchFamily="34" charset="0"/>
                    <a:ea typeface="Calibri Light" panose="020F0302020204030204" pitchFamily="34" charset="0"/>
                    <a:cs typeface="Calibri Light" panose="020F0302020204030204" pitchFamily="34" charset="0"/>
                  </a:rPr>
                  <a:t>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effects</a:t>
                </a:r>
                <a:r>
                  <a:rPr lang="it-IT" sz="2200" dirty="0">
                    <a:latin typeface="Calibri Light" panose="020F0302020204030204" pitchFamily="34" charset="0"/>
                    <a:ea typeface="Calibri Light" panose="020F0302020204030204" pitchFamily="34" charset="0"/>
                    <a:cs typeface="Calibri Light" panose="020F0302020204030204" pitchFamily="34" charset="0"/>
                  </a:rPr>
                  <a:t>,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as</a:t>
                </a:r>
                <a:r>
                  <a:rPr lang="it-IT" sz="2200" dirty="0">
                    <a:latin typeface="Calibri Light" panose="020F0302020204030204" pitchFamily="34" charset="0"/>
                    <a:ea typeface="Calibri Light" panose="020F0302020204030204" pitchFamily="34" charset="0"/>
                    <a:cs typeface="Calibri Light" panose="020F0302020204030204" pitchFamily="34" charset="0"/>
                  </a:rPr>
                  <a:t> in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our</a:t>
                </a:r>
                <a:r>
                  <a:rPr lang="it-IT" sz="2200" dirty="0">
                    <a:latin typeface="Calibri Light" panose="020F0302020204030204" pitchFamily="34" charset="0"/>
                    <a:ea typeface="Calibri Light" panose="020F0302020204030204" pitchFamily="34" charset="0"/>
                    <a:cs typeface="Calibri Light" panose="020F0302020204030204" pitchFamily="34" charset="0"/>
                  </a:rPr>
                  <a:t> case.</a:t>
                </a:r>
              </a:p>
              <a:p>
                <a:pPr marL="0" indent="0">
                  <a:buNone/>
                </a:pPr>
                <a:r>
                  <a:rPr lang="it-IT" sz="2200" dirty="0">
                    <a:latin typeface="Calibri Light" panose="020F0302020204030204" pitchFamily="34" charset="0"/>
                    <a:ea typeface="Calibri Light" panose="020F0302020204030204" pitchFamily="34" charset="0"/>
                    <a:cs typeface="Calibri Light" panose="020F0302020204030204" pitchFamily="34" charset="0"/>
                  </a:rPr>
                  <a:t>The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improvement</a:t>
                </a:r>
                <a:r>
                  <a:rPr lang="it-IT" sz="2200" dirty="0">
                    <a:latin typeface="Calibri Light" panose="020F0302020204030204" pitchFamily="34" charset="0"/>
                    <a:ea typeface="Calibri Light" panose="020F0302020204030204" pitchFamily="34" charset="0"/>
                    <a:cs typeface="Calibri Light" panose="020F0302020204030204" pitchFamily="34" charset="0"/>
                  </a:rPr>
                  <a:t>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was</a:t>
                </a:r>
                <a:r>
                  <a:rPr lang="it-IT" sz="2200" dirty="0">
                    <a:latin typeface="Calibri Light" panose="020F0302020204030204" pitchFamily="34" charset="0"/>
                    <a:ea typeface="Calibri Light" panose="020F0302020204030204" pitchFamily="34" charset="0"/>
                    <a:cs typeface="Calibri Light" panose="020F0302020204030204" pitchFamily="34" charset="0"/>
                  </a:rPr>
                  <a:t>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noticeable</a:t>
                </a:r>
                <a:r>
                  <a:rPr lang="it-IT" sz="2200" dirty="0">
                    <a:latin typeface="Calibri Light" panose="020F0302020204030204" pitchFamily="34" charset="0"/>
                    <a:ea typeface="Calibri Light" panose="020F0302020204030204" pitchFamily="34" charset="0"/>
                    <a:cs typeface="Calibri Light" panose="020F0302020204030204" pitchFamily="34" charset="0"/>
                  </a:rPr>
                  <a:t>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as</a:t>
                </a:r>
                <a:r>
                  <a:rPr lang="it-IT" sz="2200" dirty="0">
                    <a:latin typeface="Calibri Light" panose="020F0302020204030204" pitchFamily="34" charset="0"/>
                    <a:ea typeface="Calibri Light" panose="020F0302020204030204" pitchFamily="34" charset="0"/>
                    <a:cs typeface="Calibri Light" panose="020F0302020204030204" pitchFamily="34" charset="0"/>
                  </a:rPr>
                  <a:t> the success rate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climbed</a:t>
                </a:r>
                <a:r>
                  <a:rPr lang="it-IT" sz="2200" dirty="0">
                    <a:latin typeface="Calibri Light" panose="020F0302020204030204" pitchFamily="34" charset="0"/>
                    <a:ea typeface="Calibri Light" panose="020F0302020204030204" pitchFamily="34" charset="0"/>
                    <a:cs typeface="Calibri Light" panose="020F0302020204030204" pitchFamily="34" charset="0"/>
                  </a:rPr>
                  <a:t>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significantly</a:t>
                </a:r>
                <a:r>
                  <a:rPr lang="it-IT" sz="2200" dirty="0">
                    <a:latin typeface="Calibri Light" panose="020F0302020204030204" pitchFamily="34" charset="0"/>
                    <a:ea typeface="Calibri Light" panose="020F0302020204030204" pitchFamily="34" charset="0"/>
                    <a:cs typeface="Calibri Light" panose="020F0302020204030204" pitchFamily="34" charset="0"/>
                  </a:rPr>
                  <a:t> in the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final</a:t>
                </a:r>
                <a:r>
                  <a:rPr lang="it-IT" sz="2200" dirty="0">
                    <a:latin typeface="Calibri Light" panose="020F0302020204030204" pitchFamily="34" charset="0"/>
                    <a:ea typeface="Calibri Light" panose="020F0302020204030204" pitchFamily="34" charset="0"/>
                    <a:cs typeface="Calibri Light" panose="020F0302020204030204" pitchFamily="34" charset="0"/>
                  </a:rPr>
                  <a:t>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batches</a:t>
                </a:r>
                <a:r>
                  <a:rPr lang="it-IT" sz="2200" dirty="0">
                    <a:latin typeface="Calibri Light" panose="020F0302020204030204" pitchFamily="34" charset="0"/>
                    <a:ea typeface="Calibri Light" panose="020F0302020204030204" pitchFamily="34" charset="0"/>
                    <a:cs typeface="Calibri Light" panose="020F0302020204030204" pitchFamily="34" charset="0"/>
                  </a:rPr>
                  <a:t> of the training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episodes</a:t>
                </a:r>
                <a:r>
                  <a:rPr lang="it-IT" sz="2200" dirty="0">
                    <a:latin typeface="Calibri Light" panose="020F0302020204030204" pitchFamily="34" charset="0"/>
                    <a:ea typeface="Calibri Light" panose="020F0302020204030204" pitchFamily="34" charset="0"/>
                    <a:cs typeface="Calibri Light" panose="020F0302020204030204" pitchFamily="34" charset="0"/>
                  </a:rPr>
                  <a:t>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but</a:t>
                </a:r>
                <a:r>
                  <a:rPr lang="it-IT" sz="2200" dirty="0">
                    <a:latin typeface="Calibri Light" panose="020F0302020204030204" pitchFamily="34" charset="0"/>
                    <a:ea typeface="Calibri Light" panose="020F0302020204030204" pitchFamily="34" charset="0"/>
                    <a:cs typeface="Calibri Light" panose="020F0302020204030204" pitchFamily="34" charset="0"/>
                  </a:rPr>
                  <a:t>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this</a:t>
                </a:r>
                <a:r>
                  <a:rPr lang="it-IT" sz="2200" dirty="0">
                    <a:latin typeface="Calibri Light" panose="020F0302020204030204" pitchFamily="34" charset="0"/>
                    <a:ea typeface="Calibri Light" panose="020F0302020204030204" pitchFamily="34" charset="0"/>
                    <a:cs typeface="Calibri Light" panose="020F0302020204030204" pitchFamily="34" charset="0"/>
                  </a:rPr>
                  <a:t>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didn’t</a:t>
                </a:r>
                <a:r>
                  <a:rPr lang="it-IT" sz="2200" dirty="0">
                    <a:latin typeface="Calibri Light" panose="020F0302020204030204" pitchFamily="34" charset="0"/>
                    <a:ea typeface="Calibri Light" panose="020F0302020204030204" pitchFamily="34" charset="0"/>
                    <a:cs typeface="Calibri Light" panose="020F0302020204030204" pitchFamily="34" charset="0"/>
                  </a:rPr>
                  <a:t> solve the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main</a:t>
                </a:r>
                <a:r>
                  <a:rPr lang="it-IT" sz="2200" dirty="0">
                    <a:latin typeface="Calibri Light" panose="020F0302020204030204" pitchFamily="34" charset="0"/>
                    <a:ea typeface="Calibri Light" panose="020F0302020204030204" pitchFamily="34" charset="0"/>
                    <a:cs typeface="Calibri Light" panose="020F0302020204030204" pitchFamily="34" charset="0"/>
                  </a:rPr>
                  <a:t>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problem</a:t>
                </a:r>
                <a:r>
                  <a:rPr lang="it-IT" sz="2200" dirty="0">
                    <a:latin typeface="Calibri Light" panose="020F0302020204030204" pitchFamily="34" charset="0"/>
                    <a:ea typeface="Calibri Light" panose="020F0302020204030204" pitchFamily="34" charset="0"/>
                    <a:cs typeface="Calibri Light" panose="020F0302020204030204" pitchFamily="34" charset="0"/>
                  </a:rPr>
                  <a:t> of the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navigation</a:t>
                </a:r>
                <a:r>
                  <a:rPr lang="it-IT" sz="2200" dirty="0">
                    <a:latin typeface="Calibri Light" panose="020F0302020204030204" pitchFamily="34" charset="0"/>
                    <a:ea typeface="Calibri Light" panose="020F0302020204030204" pitchFamily="34" charset="0"/>
                    <a:cs typeface="Calibri Light" panose="020F0302020204030204" pitchFamily="34" charset="0"/>
                  </a:rPr>
                  <a:t>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towards</a:t>
                </a:r>
                <a:r>
                  <a:rPr lang="it-IT" sz="2200" dirty="0">
                    <a:latin typeface="Calibri Light" panose="020F0302020204030204" pitchFamily="34" charset="0"/>
                    <a:ea typeface="Calibri Light" panose="020F0302020204030204" pitchFamily="34" charset="0"/>
                    <a:cs typeface="Calibri Light" panose="020F0302020204030204" pitchFamily="34" charset="0"/>
                  </a:rPr>
                  <a:t> the medium goal.</a:t>
                </a:r>
              </a:p>
            </p:txBody>
          </p:sp>
        </mc:Choice>
        <mc:Fallback xmlns="">
          <p:sp>
            <p:nvSpPr>
              <p:cNvPr id="3" name="Segnaposto contenuto 2">
                <a:extLst>
                  <a:ext uri="{FF2B5EF4-FFF2-40B4-BE49-F238E27FC236}">
                    <a16:creationId xmlns:a16="http://schemas.microsoft.com/office/drawing/2014/main" id="{79A534F2-0765-C205-86AA-544D8D05EB16}"/>
                  </a:ext>
                </a:extLst>
              </p:cNvPr>
              <p:cNvSpPr>
                <a:spLocks noGrp="1" noRot="1" noChangeAspect="1" noMove="1" noResize="1" noEditPoints="1" noAdjustHandles="1" noChangeArrowheads="1" noChangeShapeType="1" noTextEdit="1"/>
              </p:cNvSpPr>
              <p:nvPr>
                <p:ph idx="1"/>
              </p:nvPr>
            </p:nvSpPr>
            <p:spPr>
              <a:xfrm>
                <a:off x="4855112" y="1093788"/>
                <a:ext cx="7051138" cy="4697413"/>
              </a:xfrm>
              <a:blipFill>
                <a:blip r:embed="rId2"/>
                <a:stretch>
                  <a:fillRect l="-1124" r="-864"/>
                </a:stretch>
              </a:blipFill>
            </p:spPr>
            <p:txBody>
              <a:bodyPr/>
              <a:lstStyle/>
              <a:p>
                <a:r>
                  <a:rPr lang="it-IT">
                    <a:noFill/>
                  </a:rPr>
                  <a:t> </a:t>
                </a:r>
              </a:p>
            </p:txBody>
          </p:sp>
        </mc:Fallback>
      </mc:AlternateContent>
    </p:spTree>
    <p:extLst>
      <p:ext uri="{BB962C8B-B14F-4D97-AF65-F5344CB8AC3E}">
        <p14:creationId xmlns:p14="http://schemas.microsoft.com/office/powerpoint/2010/main" val="1851150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6BFC9644-673A-459F-B3C5-9310A4E50E3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bg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0" name="Group 9">
            <a:extLst>
              <a:ext uri="{FF2B5EF4-FFF2-40B4-BE49-F238E27FC236}">
                <a16:creationId xmlns:a16="http://schemas.microsoft.com/office/drawing/2014/main" id="{4ADB9295-9645-4BF2-ADFD-75800B7FAD06}"/>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4288" y="0"/>
            <a:ext cx="1220788" cy="6858001"/>
            <a:chOff x="-14288" y="0"/>
            <a:chExt cx="1220788" cy="6858001"/>
          </a:xfrm>
          <a:solidFill>
            <a:schemeClr val="bg2">
              <a:lumMod val="60000"/>
              <a:lumOff val="40000"/>
              <a:alpha val="60000"/>
            </a:schemeClr>
          </a:solidFill>
        </p:grpSpPr>
        <p:sp>
          <p:nvSpPr>
            <p:cNvPr id="11" name="Rectangle 5">
              <a:extLst>
                <a:ext uri="{FF2B5EF4-FFF2-40B4-BE49-F238E27FC236}">
                  <a16:creationId xmlns:a16="http://schemas.microsoft.com/office/drawing/2014/main" id="{95B061E9-E435-4E1B-B160-96584A116691}"/>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4300" y="4763"/>
              <a:ext cx="23813" cy="2181225"/>
            </a:xfrm>
            <a:prstGeom prst="rect">
              <a:avLst/>
            </a:pr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miter lim="800000"/>
                  <a:headEnd/>
                  <a:tailEnd/>
                </a14:hiddenLine>
              </a:ext>
            </a:extLst>
          </p:spPr>
          <p:txBody>
            <a:bodyPr/>
            <a:lstStyle/>
            <a:p>
              <a:endParaRPr lang="it-IT"/>
            </a:p>
          </p:txBody>
        </p:sp>
        <p:sp>
          <p:nvSpPr>
            <p:cNvPr id="12" name="Freeform 6">
              <a:extLst>
                <a:ext uri="{FF2B5EF4-FFF2-40B4-BE49-F238E27FC236}">
                  <a16:creationId xmlns:a16="http://schemas.microsoft.com/office/drawing/2014/main" id="{3CD7972E-7D38-40EE-A80B-E2A848811EDD}"/>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33337" y="217646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13" name="Freeform 7">
              <a:extLst>
                <a:ext uri="{FF2B5EF4-FFF2-40B4-BE49-F238E27FC236}">
                  <a16:creationId xmlns:a16="http://schemas.microsoft.com/office/drawing/2014/main" id="{524A3B55-746F-419F-8CFF-5F3A4BE14345}"/>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28575" y="4021138"/>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14" name="Freeform 8">
              <a:extLst>
                <a:ext uri="{FF2B5EF4-FFF2-40B4-BE49-F238E27FC236}">
                  <a16:creationId xmlns:a16="http://schemas.microsoft.com/office/drawing/2014/main" id="{9C63219B-AD72-4494-935E-F5C70DB5497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200025" y="4763"/>
              <a:ext cx="369888" cy="1811338"/>
            </a:xfrm>
            <a:custGeom>
              <a:avLst/>
              <a:gdLst/>
              <a:ahLst/>
              <a:cxnLst/>
              <a:rect l="0" t="0" r="r" b="b"/>
              <a:pathLst>
                <a:path w="233" h="1141">
                  <a:moveTo>
                    <a:pt x="218" y="1141"/>
                  </a:moveTo>
                  <a:lnTo>
                    <a:pt x="0" y="626"/>
                  </a:lnTo>
                  <a:lnTo>
                    <a:pt x="0" y="0"/>
                  </a:lnTo>
                  <a:lnTo>
                    <a:pt x="15" y="0"/>
                  </a:lnTo>
                  <a:lnTo>
                    <a:pt x="15" y="623"/>
                  </a:lnTo>
                  <a:lnTo>
                    <a:pt x="233" y="1135"/>
                  </a:lnTo>
                  <a:lnTo>
                    <a:pt x="218" y="1141"/>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15" name="Freeform 9">
              <a:extLst>
                <a:ext uri="{FF2B5EF4-FFF2-40B4-BE49-F238E27FC236}">
                  <a16:creationId xmlns:a16="http://schemas.microsoft.com/office/drawing/2014/main" id="{15B41FD2-05E2-44E7-8760-09E65D1C6034}"/>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503237" y="1801813"/>
              <a:ext cx="190500" cy="188913"/>
            </a:xfrm>
            <a:custGeom>
              <a:avLst/>
              <a:gdLst/>
              <a:ahLst/>
              <a:cxnLst/>
              <a:rect l="0" t="0" r="r" b="b"/>
              <a:pathLst>
                <a:path w="40" h="40">
                  <a:moveTo>
                    <a:pt x="20" y="40"/>
                  </a:moveTo>
                  <a:cubicBezTo>
                    <a:pt x="9" y="40"/>
                    <a:pt x="0" y="31"/>
                    <a:pt x="0" y="20"/>
                  </a:cubicBezTo>
                  <a:cubicBezTo>
                    <a:pt x="0" y="9"/>
                    <a:pt x="9" y="0"/>
                    <a:pt x="20" y="0"/>
                  </a:cubicBezTo>
                  <a:cubicBezTo>
                    <a:pt x="33" y="0"/>
                    <a:pt x="40" y="6"/>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9"/>
                    <a:pt x="31"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16" name="Freeform 10">
              <a:extLst>
                <a:ext uri="{FF2B5EF4-FFF2-40B4-BE49-F238E27FC236}">
                  <a16:creationId xmlns:a16="http://schemas.microsoft.com/office/drawing/2014/main" id="{FE6D63D0-3347-4EE2-8F65-F1C32168FA2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285750" y="4763"/>
              <a:ext cx="369888" cy="1430338"/>
            </a:xfrm>
            <a:custGeom>
              <a:avLst/>
              <a:gdLst/>
              <a:ahLst/>
              <a:cxnLst/>
              <a:rect l="0" t="0" r="r" b="b"/>
              <a:pathLst>
                <a:path w="233" h="901">
                  <a:moveTo>
                    <a:pt x="221" y="901"/>
                  </a:moveTo>
                  <a:lnTo>
                    <a:pt x="0" y="383"/>
                  </a:lnTo>
                  <a:lnTo>
                    <a:pt x="0" y="0"/>
                  </a:lnTo>
                  <a:lnTo>
                    <a:pt x="18" y="0"/>
                  </a:lnTo>
                  <a:lnTo>
                    <a:pt x="18" y="380"/>
                  </a:lnTo>
                  <a:lnTo>
                    <a:pt x="233" y="895"/>
                  </a:lnTo>
                  <a:lnTo>
                    <a:pt x="221" y="901"/>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17" name="Freeform 11">
              <a:extLst>
                <a:ext uri="{FF2B5EF4-FFF2-40B4-BE49-F238E27FC236}">
                  <a16:creationId xmlns:a16="http://schemas.microsoft.com/office/drawing/2014/main" id="{538A46A3-DB16-45D5-B636-03EFE39FE96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546100" y="0"/>
              <a:ext cx="152400" cy="912813"/>
            </a:xfrm>
            <a:custGeom>
              <a:avLst/>
              <a:gdLst/>
              <a:ahLst/>
              <a:cxnLst/>
              <a:rect l="0" t="0" r="r" b="b"/>
              <a:pathLst>
                <a:path w="96" h="575">
                  <a:moveTo>
                    <a:pt x="96" y="575"/>
                  </a:moveTo>
                  <a:lnTo>
                    <a:pt x="78" y="575"/>
                  </a:lnTo>
                  <a:lnTo>
                    <a:pt x="78" y="192"/>
                  </a:lnTo>
                  <a:lnTo>
                    <a:pt x="0" y="6"/>
                  </a:lnTo>
                  <a:lnTo>
                    <a:pt x="15" y="0"/>
                  </a:lnTo>
                  <a:lnTo>
                    <a:pt x="96" y="189"/>
                  </a:lnTo>
                  <a:lnTo>
                    <a:pt x="96" y="575"/>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18" name="Freeform 12">
              <a:extLst>
                <a:ext uri="{FF2B5EF4-FFF2-40B4-BE49-F238E27FC236}">
                  <a16:creationId xmlns:a16="http://schemas.microsoft.com/office/drawing/2014/main" id="{0B8A2B0E-823F-4BE8-9359-45143BB1248E}"/>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588962" y="1420813"/>
              <a:ext cx="190500" cy="190500"/>
            </a:xfrm>
            <a:custGeom>
              <a:avLst/>
              <a:gdLst/>
              <a:ahLst/>
              <a:cxnLst/>
              <a:rect l="0" t="0" r="r" b="b"/>
              <a:pathLst>
                <a:path w="40" h="40">
                  <a:moveTo>
                    <a:pt x="20" y="40"/>
                  </a:moveTo>
                  <a:cubicBezTo>
                    <a:pt x="9" y="40"/>
                    <a:pt x="0" y="31"/>
                    <a:pt x="0" y="20"/>
                  </a:cubicBezTo>
                  <a:cubicBezTo>
                    <a:pt x="0" y="9"/>
                    <a:pt x="9" y="0"/>
                    <a:pt x="20" y="0"/>
                  </a:cubicBezTo>
                  <a:cubicBezTo>
                    <a:pt x="33" y="0"/>
                    <a:pt x="40" y="7"/>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9"/>
                    <a:pt x="31"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19" name="Freeform 13">
              <a:extLst>
                <a:ext uri="{FF2B5EF4-FFF2-40B4-BE49-F238E27FC236}">
                  <a16:creationId xmlns:a16="http://schemas.microsoft.com/office/drawing/2014/main" id="{44516B3C-A8BE-46FC-B643-3DFEB7F28386}"/>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588962" y="9032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20" name="Freeform 14">
              <a:extLst>
                <a:ext uri="{FF2B5EF4-FFF2-40B4-BE49-F238E27FC236}">
                  <a16:creationId xmlns:a16="http://schemas.microsoft.com/office/drawing/2014/main" id="{59FD699C-3920-4E57-BE27-165A3F036C2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641350" y="0"/>
              <a:ext cx="422275" cy="527050"/>
            </a:xfrm>
            <a:custGeom>
              <a:avLst/>
              <a:gdLst/>
              <a:ahLst/>
              <a:cxnLst/>
              <a:rect l="0" t="0" r="r" b="b"/>
              <a:pathLst>
                <a:path w="266" h="332">
                  <a:moveTo>
                    <a:pt x="257" y="332"/>
                  </a:moveTo>
                  <a:lnTo>
                    <a:pt x="48" y="123"/>
                  </a:lnTo>
                  <a:lnTo>
                    <a:pt x="0" y="6"/>
                  </a:lnTo>
                  <a:lnTo>
                    <a:pt x="15" y="0"/>
                  </a:lnTo>
                  <a:lnTo>
                    <a:pt x="63" y="114"/>
                  </a:lnTo>
                  <a:lnTo>
                    <a:pt x="266" y="320"/>
                  </a:lnTo>
                  <a:lnTo>
                    <a:pt x="257" y="332"/>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21" name="Freeform 15">
              <a:extLst>
                <a:ext uri="{FF2B5EF4-FFF2-40B4-BE49-F238E27FC236}">
                  <a16:creationId xmlns:a16="http://schemas.microsoft.com/office/drawing/2014/main" id="{0FB0C02E-3F53-4889-8ADF-80DBC43F693C}"/>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1020762" y="488950"/>
              <a:ext cx="161925" cy="147638"/>
            </a:xfrm>
            <a:custGeom>
              <a:avLst/>
              <a:gdLst/>
              <a:ahLst/>
              <a:cxnLst/>
              <a:rect l="0" t="0" r="r" b="b"/>
              <a:pathLst>
                <a:path w="34" h="31">
                  <a:moveTo>
                    <a:pt x="17" y="31"/>
                  </a:moveTo>
                  <a:cubicBezTo>
                    <a:pt x="13" y="31"/>
                    <a:pt x="9" y="30"/>
                    <a:pt x="6" y="27"/>
                  </a:cubicBezTo>
                  <a:cubicBezTo>
                    <a:pt x="0" y="20"/>
                    <a:pt x="0" y="10"/>
                    <a:pt x="6" y="4"/>
                  </a:cubicBezTo>
                  <a:cubicBezTo>
                    <a:pt x="9" y="1"/>
                    <a:pt x="13" y="0"/>
                    <a:pt x="17" y="0"/>
                  </a:cubicBezTo>
                  <a:cubicBezTo>
                    <a:pt x="21" y="0"/>
                    <a:pt x="25" y="1"/>
                    <a:pt x="28" y="4"/>
                  </a:cubicBezTo>
                  <a:cubicBezTo>
                    <a:pt x="34" y="10"/>
                    <a:pt x="34" y="20"/>
                    <a:pt x="28" y="27"/>
                  </a:cubicBezTo>
                  <a:cubicBezTo>
                    <a:pt x="25" y="30"/>
                    <a:pt x="21" y="31"/>
                    <a:pt x="17" y="31"/>
                  </a:cubicBezTo>
                  <a:close/>
                  <a:moveTo>
                    <a:pt x="17" y="4"/>
                  </a:moveTo>
                  <a:cubicBezTo>
                    <a:pt x="14" y="4"/>
                    <a:pt x="11" y="5"/>
                    <a:pt x="9" y="7"/>
                  </a:cubicBezTo>
                  <a:cubicBezTo>
                    <a:pt x="4" y="12"/>
                    <a:pt x="4" y="19"/>
                    <a:pt x="9" y="24"/>
                  </a:cubicBezTo>
                  <a:cubicBezTo>
                    <a:pt x="11" y="26"/>
                    <a:pt x="14" y="27"/>
                    <a:pt x="17" y="27"/>
                  </a:cubicBezTo>
                  <a:cubicBezTo>
                    <a:pt x="20" y="27"/>
                    <a:pt x="23" y="26"/>
                    <a:pt x="25" y="24"/>
                  </a:cubicBezTo>
                  <a:cubicBezTo>
                    <a:pt x="30" y="19"/>
                    <a:pt x="30" y="12"/>
                    <a:pt x="25" y="7"/>
                  </a:cubicBezTo>
                  <a:cubicBezTo>
                    <a:pt x="23" y="5"/>
                    <a:pt x="20" y="4"/>
                    <a:pt x="17"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22" name="Line 16">
              <a:extLst>
                <a:ext uri="{FF2B5EF4-FFF2-40B4-BE49-F238E27FC236}">
                  <a16:creationId xmlns:a16="http://schemas.microsoft.com/office/drawing/2014/main" id="{F8A0C89C-946F-4BCD-8A27-BB73E37FE525}"/>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a:off x="-4763" y="9525"/>
              <a:ext cx="0" cy="0"/>
            </a:xfrm>
            <a:prstGeom prst="line">
              <a:avLst/>
            </a:prstGeom>
            <a:grpFill/>
            <a:ln w="15" cap="flat">
              <a:solidFill>
                <a:srgbClr val="FFFFFF"/>
              </a:solidFill>
              <a:prstDash val="solid"/>
              <a:miter lim="800000"/>
              <a:headEnd/>
              <a:tailEnd/>
            </a:ln>
          </p:spPr>
          <p:txBody>
            <a:bodyPr/>
            <a:lstStyle/>
            <a:p>
              <a:endParaRPr lang="it-IT"/>
            </a:p>
          </p:txBody>
        </p:sp>
        <p:sp>
          <p:nvSpPr>
            <p:cNvPr id="23" name="Freeform 17">
              <a:extLst>
                <a:ext uri="{FF2B5EF4-FFF2-40B4-BE49-F238E27FC236}">
                  <a16:creationId xmlns:a16="http://schemas.microsoft.com/office/drawing/2014/main" id="{70C83EAF-4E92-4849-A240-B257871DC03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9525" y="1801813"/>
              <a:ext cx="123825" cy="127000"/>
            </a:xfrm>
            <a:custGeom>
              <a:avLst/>
              <a:gdLst/>
              <a:ahLst/>
              <a:cxnLst/>
              <a:rect l="0" t="0" r="r" b="b"/>
              <a:pathLst>
                <a:path w="78" h="80">
                  <a:moveTo>
                    <a:pt x="6" y="80"/>
                  </a:moveTo>
                  <a:lnTo>
                    <a:pt x="0" y="71"/>
                  </a:lnTo>
                  <a:lnTo>
                    <a:pt x="69" y="0"/>
                  </a:lnTo>
                  <a:lnTo>
                    <a:pt x="78" y="9"/>
                  </a:lnTo>
                  <a:lnTo>
                    <a:pt x="6" y="80"/>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24" name="Freeform 18">
              <a:extLst>
                <a:ext uri="{FF2B5EF4-FFF2-40B4-BE49-F238E27FC236}">
                  <a16:creationId xmlns:a16="http://schemas.microsoft.com/office/drawing/2014/main" id="{320FD164-4D7A-469C-B3F4-B926BFACF53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9525" y="3549650"/>
              <a:ext cx="147638" cy="481013"/>
            </a:xfrm>
            <a:custGeom>
              <a:avLst/>
              <a:gdLst/>
              <a:ahLst/>
              <a:cxnLst/>
              <a:rect l="0" t="0" r="r" b="b"/>
              <a:pathLst>
                <a:path w="93" h="303">
                  <a:moveTo>
                    <a:pt x="93" y="303"/>
                  </a:moveTo>
                  <a:lnTo>
                    <a:pt x="78" y="303"/>
                  </a:lnTo>
                  <a:lnTo>
                    <a:pt x="78" y="78"/>
                  </a:lnTo>
                  <a:lnTo>
                    <a:pt x="0" y="12"/>
                  </a:lnTo>
                  <a:lnTo>
                    <a:pt x="12" y="0"/>
                  </a:lnTo>
                  <a:lnTo>
                    <a:pt x="93" y="69"/>
                  </a:lnTo>
                  <a:lnTo>
                    <a:pt x="93" y="303"/>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25" name="Freeform 19">
              <a:extLst>
                <a:ext uri="{FF2B5EF4-FFF2-40B4-BE49-F238E27FC236}">
                  <a16:creationId xmlns:a16="http://schemas.microsoft.com/office/drawing/2014/main" id="{F6E14D9A-4E63-48FF-95C5-9E8DDFF86C4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28587" y="1382713"/>
              <a:ext cx="142875" cy="476250"/>
            </a:xfrm>
            <a:custGeom>
              <a:avLst/>
              <a:gdLst/>
              <a:ahLst/>
              <a:cxnLst/>
              <a:rect l="0" t="0" r="r" b="b"/>
              <a:pathLst>
                <a:path w="90" h="300">
                  <a:moveTo>
                    <a:pt x="90" y="300"/>
                  </a:moveTo>
                  <a:lnTo>
                    <a:pt x="78" y="300"/>
                  </a:lnTo>
                  <a:lnTo>
                    <a:pt x="78" y="84"/>
                  </a:lnTo>
                  <a:lnTo>
                    <a:pt x="0" y="9"/>
                  </a:lnTo>
                  <a:lnTo>
                    <a:pt x="9" y="0"/>
                  </a:lnTo>
                  <a:lnTo>
                    <a:pt x="90" y="81"/>
                  </a:lnTo>
                  <a:lnTo>
                    <a:pt x="90" y="300"/>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26" name="Freeform 20">
              <a:extLst>
                <a:ext uri="{FF2B5EF4-FFF2-40B4-BE49-F238E27FC236}">
                  <a16:creationId xmlns:a16="http://schemas.microsoft.com/office/drawing/2014/main" id="{F3DCD24F-3CA8-4404-B22C-E4C928995F3B}"/>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204787" y="1849438"/>
              <a:ext cx="114300" cy="107950"/>
            </a:xfrm>
            <a:custGeom>
              <a:avLst/>
              <a:gdLst/>
              <a:ahLst/>
              <a:cxnLst/>
              <a:rect l="0" t="0" r="r" b="b"/>
              <a:pathLst>
                <a:path w="24" h="23">
                  <a:moveTo>
                    <a:pt x="12" y="23"/>
                  </a:moveTo>
                  <a:cubicBezTo>
                    <a:pt x="6" y="23"/>
                    <a:pt x="0" y="18"/>
                    <a:pt x="0" y="12"/>
                  </a:cubicBezTo>
                  <a:cubicBezTo>
                    <a:pt x="0" y="5"/>
                    <a:pt x="6" y="0"/>
                    <a:pt x="12" y="0"/>
                  </a:cubicBezTo>
                  <a:cubicBezTo>
                    <a:pt x="18" y="0"/>
                    <a:pt x="24" y="5"/>
                    <a:pt x="24" y="12"/>
                  </a:cubicBezTo>
                  <a:cubicBezTo>
                    <a:pt x="24" y="18"/>
                    <a:pt x="18" y="23"/>
                    <a:pt x="12" y="23"/>
                  </a:cubicBezTo>
                  <a:close/>
                  <a:moveTo>
                    <a:pt x="12" y="4"/>
                  </a:moveTo>
                  <a:cubicBezTo>
                    <a:pt x="8" y="4"/>
                    <a:pt x="4" y="8"/>
                    <a:pt x="4" y="12"/>
                  </a:cubicBezTo>
                  <a:cubicBezTo>
                    <a:pt x="4" y="16"/>
                    <a:pt x="8" y="19"/>
                    <a:pt x="12" y="19"/>
                  </a:cubicBezTo>
                  <a:cubicBezTo>
                    <a:pt x="16" y="19"/>
                    <a:pt x="20" y="16"/>
                    <a:pt x="20" y="12"/>
                  </a:cubicBezTo>
                  <a:cubicBezTo>
                    <a:pt x="20" y="8"/>
                    <a:pt x="16" y="4"/>
                    <a:pt x="12"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27" name="Rectangle 21">
              <a:extLst>
                <a:ext uri="{FF2B5EF4-FFF2-40B4-BE49-F238E27FC236}">
                  <a16:creationId xmlns:a16="http://schemas.microsoft.com/office/drawing/2014/main" id="{8AD2E827-32A3-4BE4-9CC6-8315629177AE}"/>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33350" y="4662488"/>
              <a:ext cx="23813" cy="2181225"/>
            </a:xfrm>
            <a:prstGeom prst="rect">
              <a:avLst/>
            </a:pr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miter lim="800000"/>
                  <a:headEnd/>
                  <a:tailEnd/>
                </a14:hiddenLine>
              </a:ext>
            </a:extLst>
          </p:spPr>
          <p:txBody>
            <a:bodyPr/>
            <a:lstStyle/>
            <a:p>
              <a:endParaRPr lang="it-IT"/>
            </a:p>
          </p:txBody>
        </p:sp>
        <p:sp>
          <p:nvSpPr>
            <p:cNvPr id="28" name="Freeform 22">
              <a:extLst>
                <a:ext uri="{FF2B5EF4-FFF2-40B4-BE49-F238E27FC236}">
                  <a16:creationId xmlns:a16="http://schemas.microsoft.com/office/drawing/2014/main" id="{47FB2CCC-1230-494F-B2D1-F05E5B8EDF5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223837" y="5041900"/>
              <a:ext cx="369888" cy="1801813"/>
            </a:xfrm>
            <a:custGeom>
              <a:avLst/>
              <a:gdLst/>
              <a:ahLst/>
              <a:cxnLst/>
              <a:rect l="0" t="0" r="r" b="b"/>
              <a:pathLst>
                <a:path w="233" h="1135">
                  <a:moveTo>
                    <a:pt x="15" y="1135"/>
                  </a:moveTo>
                  <a:lnTo>
                    <a:pt x="0" y="1135"/>
                  </a:lnTo>
                  <a:lnTo>
                    <a:pt x="0" y="515"/>
                  </a:lnTo>
                  <a:lnTo>
                    <a:pt x="0" y="512"/>
                  </a:lnTo>
                  <a:lnTo>
                    <a:pt x="218" y="0"/>
                  </a:lnTo>
                  <a:lnTo>
                    <a:pt x="233" y="6"/>
                  </a:lnTo>
                  <a:lnTo>
                    <a:pt x="15" y="518"/>
                  </a:lnTo>
                  <a:lnTo>
                    <a:pt x="15" y="1135"/>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29" name="Freeform 23">
              <a:extLst>
                <a:ext uri="{FF2B5EF4-FFF2-40B4-BE49-F238E27FC236}">
                  <a16:creationId xmlns:a16="http://schemas.microsoft.com/office/drawing/2014/main" id="{A5F44514-9274-47E3-9243-CA9356C166B5}"/>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52387" y="44815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30" name="Freeform 24">
              <a:extLst>
                <a:ext uri="{FF2B5EF4-FFF2-40B4-BE49-F238E27FC236}">
                  <a16:creationId xmlns:a16="http://schemas.microsoft.com/office/drawing/2014/main" id="{D06192CD-AD86-4DCA-8B53-4ACCA46583A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4288" y="5627688"/>
              <a:ext cx="85725" cy="1216025"/>
            </a:xfrm>
            <a:custGeom>
              <a:avLst/>
              <a:gdLst/>
              <a:ahLst/>
              <a:cxnLst/>
              <a:rect l="0" t="0" r="r" b="b"/>
              <a:pathLst>
                <a:path w="54" h="766">
                  <a:moveTo>
                    <a:pt x="54" y="766"/>
                  </a:moveTo>
                  <a:lnTo>
                    <a:pt x="36" y="766"/>
                  </a:lnTo>
                  <a:lnTo>
                    <a:pt x="36" y="149"/>
                  </a:lnTo>
                  <a:lnTo>
                    <a:pt x="0" y="3"/>
                  </a:lnTo>
                  <a:lnTo>
                    <a:pt x="18" y="0"/>
                  </a:lnTo>
                  <a:lnTo>
                    <a:pt x="54" y="146"/>
                  </a:lnTo>
                  <a:lnTo>
                    <a:pt x="54" y="766"/>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31" name="Freeform 25">
              <a:extLst>
                <a:ext uri="{FF2B5EF4-FFF2-40B4-BE49-F238E27FC236}">
                  <a16:creationId xmlns:a16="http://schemas.microsoft.com/office/drawing/2014/main" id="{99E9203A-21E4-46D8-981A-4B28CA320A69}"/>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527050" y="4867275"/>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32" name="Freeform 26">
              <a:extLst>
                <a:ext uri="{FF2B5EF4-FFF2-40B4-BE49-F238E27FC236}">
                  <a16:creationId xmlns:a16="http://schemas.microsoft.com/office/drawing/2014/main" id="{32FCE9B6-FB52-4045-8DCC-E5959B9A403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309562" y="5422900"/>
              <a:ext cx="374650" cy="1425575"/>
            </a:xfrm>
            <a:custGeom>
              <a:avLst/>
              <a:gdLst/>
              <a:ahLst/>
              <a:cxnLst/>
              <a:rect l="0" t="0" r="r" b="b"/>
              <a:pathLst>
                <a:path w="236" h="898">
                  <a:moveTo>
                    <a:pt x="18" y="898"/>
                  </a:moveTo>
                  <a:lnTo>
                    <a:pt x="0" y="898"/>
                  </a:lnTo>
                  <a:lnTo>
                    <a:pt x="0" y="515"/>
                  </a:lnTo>
                  <a:lnTo>
                    <a:pt x="3" y="512"/>
                  </a:lnTo>
                  <a:lnTo>
                    <a:pt x="221" y="0"/>
                  </a:lnTo>
                  <a:lnTo>
                    <a:pt x="236" y="6"/>
                  </a:lnTo>
                  <a:lnTo>
                    <a:pt x="18" y="518"/>
                  </a:lnTo>
                  <a:lnTo>
                    <a:pt x="18" y="898"/>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33" name="Freeform 27">
              <a:extLst>
                <a:ext uri="{FF2B5EF4-FFF2-40B4-BE49-F238E27FC236}">
                  <a16:creationId xmlns:a16="http://schemas.microsoft.com/office/drawing/2014/main" id="{E4A7025C-CDE8-429A-BBB9-E7380C96238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569912" y="5945188"/>
              <a:ext cx="152400" cy="912813"/>
            </a:xfrm>
            <a:custGeom>
              <a:avLst/>
              <a:gdLst/>
              <a:ahLst/>
              <a:cxnLst/>
              <a:rect l="0" t="0" r="r" b="b"/>
              <a:pathLst>
                <a:path w="96" h="575">
                  <a:moveTo>
                    <a:pt x="15" y="575"/>
                  </a:moveTo>
                  <a:lnTo>
                    <a:pt x="0" y="569"/>
                  </a:lnTo>
                  <a:lnTo>
                    <a:pt x="81" y="383"/>
                  </a:lnTo>
                  <a:lnTo>
                    <a:pt x="81" y="0"/>
                  </a:lnTo>
                  <a:lnTo>
                    <a:pt x="96" y="0"/>
                  </a:lnTo>
                  <a:lnTo>
                    <a:pt x="96" y="386"/>
                  </a:lnTo>
                  <a:lnTo>
                    <a:pt x="15" y="575"/>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34" name="Freeform 28">
              <a:extLst>
                <a:ext uri="{FF2B5EF4-FFF2-40B4-BE49-F238E27FC236}">
                  <a16:creationId xmlns:a16="http://schemas.microsoft.com/office/drawing/2014/main" id="{A4EA0256-5DF5-437A-98A7-B79F3E6BB89A}"/>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612775" y="52466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35" name="Freeform 29">
              <a:extLst>
                <a:ext uri="{FF2B5EF4-FFF2-40B4-BE49-F238E27FC236}">
                  <a16:creationId xmlns:a16="http://schemas.microsoft.com/office/drawing/2014/main" id="{90C9433D-9E1C-493B-BEBD-C3081FFA328F}"/>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612775" y="57642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36" name="Freeform 30">
              <a:extLst>
                <a:ext uri="{FF2B5EF4-FFF2-40B4-BE49-F238E27FC236}">
                  <a16:creationId xmlns:a16="http://schemas.microsoft.com/office/drawing/2014/main" id="{352B39BB-F298-4285-A709-1FBA0CB722C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669925" y="6330950"/>
              <a:ext cx="417513" cy="517525"/>
            </a:xfrm>
            <a:custGeom>
              <a:avLst/>
              <a:gdLst/>
              <a:ahLst/>
              <a:cxnLst/>
              <a:rect l="0" t="0" r="r" b="b"/>
              <a:pathLst>
                <a:path w="263" h="326">
                  <a:moveTo>
                    <a:pt x="15" y="326"/>
                  </a:moveTo>
                  <a:lnTo>
                    <a:pt x="0" y="320"/>
                  </a:lnTo>
                  <a:lnTo>
                    <a:pt x="45" y="206"/>
                  </a:lnTo>
                  <a:lnTo>
                    <a:pt x="48" y="206"/>
                  </a:lnTo>
                  <a:lnTo>
                    <a:pt x="254" y="0"/>
                  </a:lnTo>
                  <a:lnTo>
                    <a:pt x="263" y="12"/>
                  </a:lnTo>
                  <a:lnTo>
                    <a:pt x="60" y="215"/>
                  </a:lnTo>
                  <a:lnTo>
                    <a:pt x="15" y="326"/>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37" name="Freeform 31">
              <a:extLst>
                <a:ext uri="{FF2B5EF4-FFF2-40B4-BE49-F238E27FC236}">
                  <a16:creationId xmlns:a16="http://schemas.microsoft.com/office/drawing/2014/main" id="{31CAF2A0-CBA0-4E86-AA87-8750EC1AFB2E}"/>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1049337" y="6221413"/>
              <a:ext cx="157163" cy="147638"/>
            </a:xfrm>
            <a:custGeom>
              <a:avLst/>
              <a:gdLst/>
              <a:ahLst/>
              <a:cxnLst/>
              <a:rect l="0" t="0" r="r" b="b"/>
              <a:pathLst>
                <a:path w="33" h="31">
                  <a:moveTo>
                    <a:pt x="16" y="31"/>
                  </a:moveTo>
                  <a:cubicBezTo>
                    <a:pt x="12" y="31"/>
                    <a:pt x="8" y="29"/>
                    <a:pt x="5" y="26"/>
                  </a:cubicBezTo>
                  <a:cubicBezTo>
                    <a:pt x="2" y="24"/>
                    <a:pt x="0" y="20"/>
                    <a:pt x="0" y="15"/>
                  </a:cubicBezTo>
                  <a:cubicBezTo>
                    <a:pt x="0" y="11"/>
                    <a:pt x="2" y="7"/>
                    <a:pt x="5" y="4"/>
                  </a:cubicBezTo>
                  <a:cubicBezTo>
                    <a:pt x="8" y="1"/>
                    <a:pt x="12" y="0"/>
                    <a:pt x="16" y="0"/>
                  </a:cubicBezTo>
                  <a:cubicBezTo>
                    <a:pt x="20" y="0"/>
                    <a:pt x="24" y="1"/>
                    <a:pt x="27" y="4"/>
                  </a:cubicBezTo>
                  <a:cubicBezTo>
                    <a:pt x="33" y="10"/>
                    <a:pt x="33" y="20"/>
                    <a:pt x="27" y="26"/>
                  </a:cubicBezTo>
                  <a:cubicBezTo>
                    <a:pt x="24" y="29"/>
                    <a:pt x="20" y="31"/>
                    <a:pt x="16" y="31"/>
                  </a:cubicBezTo>
                  <a:close/>
                  <a:moveTo>
                    <a:pt x="16" y="4"/>
                  </a:moveTo>
                  <a:cubicBezTo>
                    <a:pt x="13" y="4"/>
                    <a:pt x="10" y="5"/>
                    <a:pt x="8" y="7"/>
                  </a:cubicBezTo>
                  <a:cubicBezTo>
                    <a:pt x="6" y="9"/>
                    <a:pt x="4" y="12"/>
                    <a:pt x="4" y="15"/>
                  </a:cubicBezTo>
                  <a:cubicBezTo>
                    <a:pt x="4" y="19"/>
                    <a:pt x="6" y="21"/>
                    <a:pt x="8" y="24"/>
                  </a:cubicBezTo>
                  <a:cubicBezTo>
                    <a:pt x="10" y="26"/>
                    <a:pt x="13" y="27"/>
                    <a:pt x="16" y="27"/>
                  </a:cubicBezTo>
                  <a:cubicBezTo>
                    <a:pt x="19" y="27"/>
                    <a:pt x="22" y="26"/>
                    <a:pt x="24" y="24"/>
                  </a:cubicBezTo>
                  <a:cubicBezTo>
                    <a:pt x="29" y="19"/>
                    <a:pt x="29" y="12"/>
                    <a:pt x="24" y="7"/>
                  </a:cubicBezTo>
                  <a:cubicBezTo>
                    <a:pt x="22" y="5"/>
                    <a:pt x="19" y="4"/>
                    <a:pt x="16"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grpSp>
      <p:sp>
        <p:nvSpPr>
          <p:cNvPr id="2" name="Titolo 1">
            <a:extLst>
              <a:ext uri="{FF2B5EF4-FFF2-40B4-BE49-F238E27FC236}">
                <a16:creationId xmlns:a16="http://schemas.microsoft.com/office/drawing/2014/main" id="{23D5F361-AB69-B79A-704F-CDA2FB1C46D4}"/>
              </a:ext>
            </a:extLst>
          </p:cNvPr>
          <p:cNvSpPr>
            <a:spLocks noGrp="1"/>
          </p:cNvSpPr>
          <p:nvPr>
            <p:ph type="title"/>
          </p:nvPr>
        </p:nvSpPr>
        <p:spPr>
          <a:xfrm>
            <a:off x="1019015" y="1093787"/>
            <a:ext cx="3059969" cy="4697413"/>
          </a:xfrm>
        </p:spPr>
        <p:txBody>
          <a:bodyPr>
            <a:normAutofit/>
          </a:bodyPr>
          <a:lstStyle/>
          <a:p>
            <a:r>
              <a:rPr lang="it-IT" dirty="0" err="1"/>
              <a:t>Reward</a:t>
            </a:r>
            <a:r>
              <a:rPr lang="it-IT" dirty="0"/>
              <a:t> </a:t>
            </a:r>
            <a:r>
              <a:rPr lang="it-IT" dirty="0" err="1"/>
              <a:t>structure</a:t>
            </a:r>
            <a:r>
              <a:rPr lang="it-IT" dirty="0"/>
              <a:t> and curriculum</a:t>
            </a:r>
          </a:p>
        </p:txBody>
      </p:sp>
      <p:sp useBgFill="1">
        <p:nvSpPr>
          <p:cNvPr id="39" name="Round Diagonal Corner Rectangle 7">
            <a:extLst>
              <a:ext uri="{FF2B5EF4-FFF2-40B4-BE49-F238E27FC236}">
                <a16:creationId xmlns:a16="http://schemas.microsoft.com/office/drawing/2014/main" id="{7D1C411D-0818-4640-8657-2AF78250C80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625084" y="0"/>
            <a:ext cx="7566916" cy="6848476"/>
          </a:xfrm>
          <a:prstGeom prst="round2DiagRect">
            <a:avLst>
              <a:gd name="adj1" fmla="val 0"/>
              <a:gd name="adj2" fmla="val 0"/>
            </a:avLst>
          </a:prstGeom>
          <a:ln w="19050" cap="sq">
            <a:noFill/>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 name="Segnaposto contenuto 2">
            <a:extLst>
              <a:ext uri="{FF2B5EF4-FFF2-40B4-BE49-F238E27FC236}">
                <a16:creationId xmlns:a16="http://schemas.microsoft.com/office/drawing/2014/main" id="{C682DFD2-F728-8086-BBE0-D56A8614E7FC}"/>
              </a:ext>
            </a:extLst>
          </p:cNvPr>
          <p:cNvSpPr>
            <a:spLocks noGrp="1"/>
          </p:cNvSpPr>
          <p:nvPr>
            <p:ph idx="1"/>
          </p:nvPr>
        </p:nvSpPr>
        <p:spPr>
          <a:xfrm>
            <a:off x="4855112" y="1093788"/>
            <a:ext cx="7051137" cy="4697413"/>
          </a:xfrm>
        </p:spPr>
        <p:txBody>
          <a:bodyPr>
            <a:normAutofit fontScale="92500"/>
          </a:bodyPr>
          <a:lstStyle/>
          <a:p>
            <a:pPr marL="0" indent="0">
              <a:buNone/>
            </a:pPr>
            <a:r>
              <a:rPr lang="it-IT" dirty="0" err="1">
                <a:latin typeface="Calibri Light" panose="020F0302020204030204" pitchFamily="34" charset="0"/>
                <a:ea typeface="Calibri Light" panose="020F0302020204030204" pitchFamily="34" charset="0"/>
                <a:cs typeface="Calibri Light" panose="020F0302020204030204" pitchFamily="34" charset="0"/>
              </a:rPr>
              <a:t>As</a:t>
            </a:r>
            <a:r>
              <a:rPr lang="it-IT" dirty="0">
                <a:latin typeface="Calibri Light" panose="020F0302020204030204" pitchFamily="34" charset="0"/>
                <a:ea typeface="Calibri Light" panose="020F0302020204030204" pitchFamily="34" charset="0"/>
                <a:cs typeface="Calibri Light" panose="020F0302020204030204" pitchFamily="34" charset="0"/>
              </a:rPr>
              <a:t> </a:t>
            </a:r>
            <a:r>
              <a:rPr lang="it-IT" dirty="0" err="1">
                <a:latin typeface="Calibri Light" panose="020F0302020204030204" pitchFamily="34" charset="0"/>
                <a:ea typeface="Calibri Light" panose="020F0302020204030204" pitchFamily="34" charset="0"/>
                <a:cs typeface="Calibri Light" panose="020F0302020204030204" pitchFamily="34" charset="0"/>
              </a:rPr>
              <a:t>proposed</a:t>
            </a:r>
            <a:r>
              <a:rPr lang="it-IT" dirty="0">
                <a:latin typeface="Calibri Light" panose="020F0302020204030204" pitchFamily="34" charset="0"/>
                <a:ea typeface="Calibri Light" panose="020F0302020204030204" pitchFamily="34" charset="0"/>
                <a:cs typeface="Calibri Light" panose="020F0302020204030204" pitchFamily="34" charset="0"/>
              </a:rPr>
              <a:t> </a:t>
            </a:r>
            <a:r>
              <a:rPr lang="it-IT" dirty="0" err="1">
                <a:latin typeface="Calibri Light" panose="020F0302020204030204" pitchFamily="34" charset="0"/>
                <a:ea typeface="Calibri Light" panose="020F0302020204030204" pitchFamily="34" charset="0"/>
                <a:cs typeface="Calibri Light" panose="020F0302020204030204" pitchFamily="34" charset="0"/>
              </a:rPr>
              <a:t>originally</a:t>
            </a:r>
            <a:r>
              <a:rPr lang="it-IT" dirty="0">
                <a:latin typeface="Calibri Light" panose="020F0302020204030204" pitchFamily="34" charset="0"/>
                <a:ea typeface="Calibri Light" panose="020F0302020204030204" pitchFamily="34" charset="0"/>
                <a:cs typeface="Calibri Light" panose="020F0302020204030204" pitchFamily="34" charset="0"/>
              </a:rPr>
              <a:t>, </a:t>
            </a:r>
            <a:r>
              <a:rPr lang="it-IT" dirty="0" err="1">
                <a:latin typeface="Calibri Light" panose="020F0302020204030204" pitchFamily="34" charset="0"/>
                <a:ea typeface="Calibri Light" panose="020F0302020204030204" pitchFamily="34" charset="0"/>
                <a:cs typeface="Calibri Light" panose="020F0302020204030204" pitchFamily="34" charset="0"/>
              </a:rPr>
              <a:t>we</a:t>
            </a:r>
            <a:r>
              <a:rPr lang="it-IT" dirty="0">
                <a:latin typeface="Calibri Light" panose="020F0302020204030204" pitchFamily="34" charset="0"/>
                <a:ea typeface="Calibri Light" panose="020F0302020204030204" pitchFamily="34" charset="0"/>
                <a:cs typeface="Calibri Light" panose="020F0302020204030204" pitchFamily="34" charset="0"/>
              </a:rPr>
              <a:t> </a:t>
            </a:r>
            <a:r>
              <a:rPr lang="it-IT" dirty="0" err="1">
                <a:latin typeface="Calibri Light" panose="020F0302020204030204" pitchFamily="34" charset="0"/>
                <a:ea typeface="Calibri Light" panose="020F0302020204030204" pitchFamily="34" charset="0"/>
                <a:cs typeface="Calibri Light" panose="020F0302020204030204" pitchFamily="34" charset="0"/>
              </a:rPr>
              <a:t>used</a:t>
            </a:r>
            <a:r>
              <a:rPr lang="it-IT" dirty="0">
                <a:latin typeface="Calibri Light" panose="020F0302020204030204" pitchFamily="34" charset="0"/>
                <a:ea typeface="Calibri Light" panose="020F0302020204030204" pitchFamily="34" charset="0"/>
                <a:cs typeface="Calibri Light" panose="020F0302020204030204" pitchFamily="34" charset="0"/>
              </a:rPr>
              <a:t> a Goal Sampling Curriculum with 3 </a:t>
            </a:r>
            <a:r>
              <a:rPr lang="it-IT" dirty="0" err="1">
                <a:latin typeface="Calibri Light" panose="020F0302020204030204" pitchFamily="34" charset="0"/>
                <a:ea typeface="Calibri Light" panose="020F0302020204030204" pitchFamily="34" charset="0"/>
                <a:cs typeface="Calibri Light" panose="020F0302020204030204" pitchFamily="34" charset="0"/>
              </a:rPr>
              <a:t>types</a:t>
            </a:r>
            <a:r>
              <a:rPr lang="it-IT" dirty="0">
                <a:latin typeface="Calibri Light" panose="020F0302020204030204" pitchFamily="34" charset="0"/>
                <a:ea typeface="Calibri Light" panose="020F0302020204030204" pitchFamily="34" charset="0"/>
                <a:cs typeface="Calibri Light" panose="020F0302020204030204" pitchFamily="34" charset="0"/>
              </a:rPr>
              <a:t> of goal, </a:t>
            </a:r>
            <a:r>
              <a:rPr lang="it-IT" dirty="0" err="1">
                <a:latin typeface="Calibri Light" panose="020F0302020204030204" pitchFamily="34" charset="0"/>
                <a:ea typeface="Calibri Light" panose="020F0302020204030204" pitchFamily="34" charset="0"/>
                <a:cs typeface="Calibri Light" panose="020F0302020204030204" pitchFamily="34" charset="0"/>
              </a:rPr>
              <a:t>named</a:t>
            </a:r>
            <a:r>
              <a:rPr lang="it-IT" dirty="0">
                <a:latin typeface="Calibri Light" panose="020F0302020204030204" pitchFamily="34" charset="0"/>
                <a:ea typeface="Calibri Light" panose="020F0302020204030204" pitchFamily="34" charset="0"/>
                <a:cs typeface="Calibri Light" panose="020F0302020204030204" pitchFamily="34" charset="0"/>
              </a:rPr>
              <a:t> Easy, Medium and Hard: the easy goal </a:t>
            </a:r>
            <a:r>
              <a:rPr lang="it-IT" dirty="0" err="1">
                <a:latin typeface="Calibri Light" panose="020F0302020204030204" pitchFamily="34" charset="0"/>
                <a:ea typeface="Calibri Light" panose="020F0302020204030204" pitchFamily="34" charset="0"/>
                <a:cs typeface="Calibri Light" panose="020F0302020204030204" pitchFamily="34" charset="0"/>
              </a:rPr>
              <a:t>was</a:t>
            </a:r>
            <a:r>
              <a:rPr lang="it-IT" dirty="0">
                <a:latin typeface="Calibri Light" panose="020F0302020204030204" pitchFamily="34" charset="0"/>
                <a:ea typeface="Calibri Light" panose="020F0302020204030204" pitchFamily="34" charset="0"/>
                <a:cs typeface="Calibri Light" panose="020F0302020204030204" pitchFamily="34" charset="0"/>
              </a:rPr>
              <a:t> </a:t>
            </a:r>
            <a:r>
              <a:rPr lang="it-IT" dirty="0" err="1">
                <a:latin typeface="Calibri Light" panose="020F0302020204030204" pitchFamily="34" charset="0"/>
                <a:ea typeface="Calibri Light" panose="020F0302020204030204" pitchFamily="34" charset="0"/>
                <a:cs typeface="Calibri Light" panose="020F0302020204030204" pitchFamily="34" charset="0"/>
              </a:rPr>
              <a:t>directly</a:t>
            </a:r>
            <a:r>
              <a:rPr lang="it-IT" dirty="0">
                <a:latin typeface="Calibri Light" panose="020F0302020204030204" pitchFamily="34" charset="0"/>
                <a:ea typeface="Calibri Light" panose="020F0302020204030204" pitchFamily="34" charset="0"/>
                <a:cs typeface="Calibri Light" panose="020F0302020204030204" pitchFamily="34" charset="0"/>
              </a:rPr>
              <a:t> in front of the </a:t>
            </a:r>
            <a:r>
              <a:rPr lang="it-IT" dirty="0" err="1">
                <a:latin typeface="Calibri Light" panose="020F0302020204030204" pitchFamily="34" charset="0"/>
                <a:ea typeface="Calibri Light" panose="020F0302020204030204" pitchFamily="34" charset="0"/>
                <a:cs typeface="Calibri Light" panose="020F0302020204030204" pitchFamily="34" charset="0"/>
              </a:rPr>
              <a:t>starting</a:t>
            </a:r>
            <a:r>
              <a:rPr lang="it-IT" dirty="0">
                <a:latin typeface="Calibri Light" panose="020F0302020204030204" pitchFamily="34" charset="0"/>
                <a:ea typeface="Calibri Light" panose="020F0302020204030204" pitchFamily="34" charset="0"/>
                <a:cs typeface="Calibri Light" panose="020F0302020204030204" pitchFamily="34" charset="0"/>
              </a:rPr>
              <a:t> position of the robot and the medium goal </a:t>
            </a:r>
            <a:r>
              <a:rPr lang="it-IT" dirty="0" err="1">
                <a:latin typeface="Calibri Light" panose="020F0302020204030204" pitchFamily="34" charset="0"/>
                <a:ea typeface="Calibri Light" panose="020F0302020204030204" pitchFamily="34" charset="0"/>
                <a:cs typeface="Calibri Light" panose="020F0302020204030204" pitchFamily="34" charset="0"/>
              </a:rPr>
              <a:t>was</a:t>
            </a:r>
            <a:r>
              <a:rPr lang="it-IT" dirty="0">
                <a:latin typeface="Calibri Light" panose="020F0302020204030204" pitchFamily="34" charset="0"/>
                <a:ea typeface="Calibri Light" panose="020F0302020204030204" pitchFamily="34" charset="0"/>
                <a:cs typeface="Calibri Light" panose="020F0302020204030204" pitchFamily="34" charset="0"/>
              </a:rPr>
              <a:t> </a:t>
            </a:r>
            <a:r>
              <a:rPr lang="it-IT" dirty="0" err="1">
                <a:latin typeface="Calibri Light" panose="020F0302020204030204" pitchFamily="34" charset="0"/>
                <a:ea typeface="Calibri Light" panose="020F0302020204030204" pitchFamily="34" charset="0"/>
                <a:cs typeface="Calibri Light" panose="020F0302020204030204" pitchFamily="34" charset="0"/>
              </a:rPr>
              <a:t>slightly</a:t>
            </a:r>
            <a:r>
              <a:rPr lang="it-IT" dirty="0">
                <a:latin typeface="Calibri Light" panose="020F0302020204030204" pitchFamily="34" charset="0"/>
                <a:ea typeface="Calibri Light" panose="020F0302020204030204" pitchFamily="34" charset="0"/>
                <a:cs typeface="Calibri Light" panose="020F0302020204030204" pitchFamily="34" charset="0"/>
              </a:rPr>
              <a:t> to the </a:t>
            </a:r>
            <a:r>
              <a:rPr lang="it-IT" dirty="0" err="1">
                <a:latin typeface="Calibri Light" panose="020F0302020204030204" pitchFamily="34" charset="0"/>
                <a:ea typeface="Calibri Light" panose="020F0302020204030204" pitchFamily="34" charset="0"/>
                <a:cs typeface="Calibri Light" panose="020F0302020204030204" pitchFamily="34" charset="0"/>
              </a:rPr>
              <a:t>left</a:t>
            </a:r>
            <a:r>
              <a:rPr lang="it-IT" dirty="0">
                <a:latin typeface="Calibri Light" panose="020F0302020204030204" pitchFamily="34" charset="0"/>
                <a:ea typeface="Calibri Light" panose="020F0302020204030204" pitchFamily="34" charset="0"/>
                <a:cs typeface="Calibri Light" panose="020F0302020204030204" pitchFamily="34" charset="0"/>
              </a:rPr>
              <a:t> of the </a:t>
            </a:r>
            <a:r>
              <a:rPr lang="it-IT" dirty="0" err="1">
                <a:latin typeface="Calibri Light" panose="020F0302020204030204" pitchFamily="34" charset="0"/>
                <a:ea typeface="Calibri Light" panose="020F0302020204030204" pitchFamily="34" charset="0"/>
                <a:cs typeface="Calibri Light" panose="020F0302020204030204" pitchFamily="34" charset="0"/>
              </a:rPr>
              <a:t>former</a:t>
            </a:r>
            <a:r>
              <a:rPr lang="it-IT" dirty="0">
                <a:latin typeface="Calibri Light" panose="020F0302020204030204" pitchFamily="34" charset="0"/>
                <a:ea typeface="Calibri Light" panose="020F0302020204030204" pitchFamily="34" charset="0"/>
                <a:cs typeface="Calibri Light" panose="020F0302020204030204" pitchFamily="34" charset="0"/>
              </a:rPr>
              <a:t>. The robot </a:t>
            </a:r>
            <a:r>
              <a:rPr lang="it-IT" dirty="0" err="1">
                <a:latin typeface="Calibri Light" panose="020F0302020204030204" pitchFamily="34" charset="0"/>
                <a:ea typeface="Calibri Light" panose="020F0302020204030204" pitchFamily="34" charset="0"/>
                <a:cs typeface="Calibri Light" panose="020F0302020204030204" pitchFamily="34" charset="0"/>
              </a:rPr>
              <a:t>refused</a:t>
            </a:r>
            <a:r>
              <a:rPr lang="it-IT" dirty="0">
                <a:latin typeface="Calibri Light" panose="020F0302020204030204" pitchFamily="34" charset="0"/>
                <a:ea typeface="Calibri Light" panose="020F0302020204030204" pitchFamily="34" charset="0"/>
                <a:cs typeface="Calibri Light" panose="020F0302020204030204" pitchFamily="34" charset="0"/>
              </a:rPr>
              <a:t> to navigate with </a:t>
            </a:r>
            <a:r>
              <a:rPr lang="it-IT" dirty="0" err="1">
                <a:latin typeface="Calibri Light" panose="020F0302020204030204" pitchFamily="34" charset="0"/>
                <a:ea typeface="Calibri Light" panose="020F0302020204030204" pitchFamily="34" charset="0"/>
                <a:cs typeface="Calibri Light" panose="020F0302020204030204" pitchFamily="34" charset="0"/>
              </a:rPr>
              <a:t>stability</a:t>
            </a:r>
            <a:r>
              <a:rPr lang="it-IT" dirty="0">
                <a:latin typeface="Calibri Light" panose="020F0302020204030204" pitchFamily="34" charset="0"/>
                <a:ea typeface="Calibri Light" panose="020F0302020204030204" pitchFamily="34" charset="0"/>
                <a:cs typeface="Calibri Light" panose="020F0302020204030204" pitchFamily="34" charset="0"/>
              </a:rPr>
              <a:t> </a:t>
            </a:r>
            <a:r>
              <a:rPr lang="it-IT" dirty="0" err="1">
                <a:latin typeface="Calibri Light" panose="020F0302020204030204" pitchFamily="34" charset="0"/>
                <a:ea typeface="Calibri Light" panose="020F0302020204030204" pitchFamily="34" charset="0"/>
                <a:cs typeface="Calibri Light" panose="020F0302020204030204" pitchFamily="34" charset="0"/>
              </a:rPr>
              <a:t>towards</a:t>
            </a:r>
            <a:r>
              <a:rPr lang="it-IT" dirty="0">
                <a:latin typeface="Calibri Light" panose="020F0302020204030204" pitchFamily="34" charset="0"/>
                <a:ea typeface="Calibri Light" panose="020F0302020204030204" pitchFamily="34" charset="0"/>
                <a:cs typeface="Calibri Light" panose="020F0302020204030204" pitchFamily="34" charset="0"/>
              </a:rPr>
              <a:t> the medium goal in </a:t>
            </a:r>
            <a:r>
              <a:rPr lang="it-IT" dirty="0" err="1">
                <a:latin typeface="Calibri Light" panose="020F0302020204030204" pitchFamily="34" charset="0"/>
                <a:ea typeface="Calibri Light" panose="020F0302020204030204" pitchFamily="34" charset="0"/>
                <a:cs typeface="Calibri Light" panose="020F0302020204030204" pitchFamily="34" charset="0"/>
              </a:rPr>
              <a:t>any</a:t>
            </a:r>
            <a:r>
              <a:rPr lang="it-IT" dirty="0">
                <a:latin typeface="Calibri Light" panose="020F0302020204030204" pitchFamily="34" charset="0"/>
                <a:ea typeface="Calibri Light" panose="020F0302020204030204" pitchFamily="34" charset="0"/>
                <a:cs typeface="Calibri Light" panose="020F0302020204030204" pitchFamily="34" charset="0"/>
              </a:rPr>
              <a:t> of the </a:t>
            </a:r>
            <a:r>
              <a:rPr lang="it-IT" dirty="0" err="1">
                <a:latin typeface="Calibri Light" panose="020F0302020204030204" pitchFamily="34" charset="0"/>
                <a:ea typeface="Calibri Light" panose="020F0302020204030204" pitchFamily="34" charset="0"/>
                <a:cs typeface="Calibri Light" panose="020F0302020204030204" pitchFamily="34" charset="0"/>
              </a:rPr>
              <a:t>tests</a:t>
            </a:r>
            <a:r>
              <a:rPr lang="it-IT" dirty="0">
                <a:latin typeface="Calibri Light" panose="020F0302020204030204" pitchFamily="34" charset="0"/>
                <a:ea typeface="Calibri Light" panose="020F0302020204030204" pitchFamily="34" charset="0"/>
                <a:cs typeface="Calibri Light" panose="020F0302020204030204" pitchFamily="34" charset="0"/>
              </a:rPr>
              <a:t> </a:t>
            </a:r>
            <a:r>
              <a:rPr lang="it-IT" dirty="0" err="1">
                <a:latin typeface="Calibri Light" panose="020F0302020204030204" pitchFamily="34" charset="0"/>
                <a:ea typeface="Calibri Light" panose="020F0302020204030204" pitchFamily="34" charset="0"/>
                <a:cs typeface="Calibri Light" panose="020F0302020204030204" pitchFamily="34" charset="0"/>
              </a:rPr>
              <a:t>we</a:t>
            </a:r>
            <a:r>
              <a:rPr lang="it-IT" dirty="0">
                <a:latin typeface="Calibri Light" panose="020F0302020204030204" pitchFamily="34" charset="0"/>
                <a:ea typeface="Calibri Light" panose="020F0302020204030204" pitchFamily="34" charset="0"/>
                <a:cs typeface="Calibri Light" panose="020F0302020204030204" pitchFamily="34" charset="0"/>
              </a:rPr>
              <a:t> </a:t>
            </a:r>
            <a:r>
              <a:rPr lang="it-IT" dirty="0" err="1">
                <a:latin typeface="Calibri Light" panose="020F0302020204030204" pitchFamily="34" charset="0"/>
                <a:ea typeface="Calibri Light" panose="020F0302020204030204" pitchFamily="34" charset="0"/>
                <a:cs typeface="Calibri Light" panose="020F0302020204030204" pitchFamily="34" charset="0"/>
              </a:rPr>
              <a:t>have</a:t>
            </a:r>
            <a:r>
              <a:rPr lang="it-IT" dirty="0">
                <a:latin typeface="Calibri Light" panose="020F0302020204030204" pitchFamily="34" charset="0"/>
                <a:ea typeface="Calibri Light" panose="020F0302020204030204" pitchFamily="34" charset="0"/>
                <a:cs typeface="Calibri Light" panose="020F0302020204030204" pitchFamily="34" charset="0"/>
              </a:rPr>
              <a:t> </a:t>
            </a:r>
            <a:r>
              <a:rPr lang="it-IT" dirty="0" err="1">
                <a:latin typeface="Calibri Light" panose="020F0302020204030204" pitchFamily="34" charset="0"/>
                <a:ea typeface="Calibri Light" panose="020F0302020204030204" pitchFamily="34" charset="0"/>
                <a:cs typeface="Calibri Light" panose="020F0302020204030204" pitchFamily="34" charset="0"/>
              </a:rPr>
              <a:t>done</a:t>
            </a:r>
            <a:r>
              <a:rPr lang="it-IT" dirty="0">
                <a:latin typeface="Calibri Light" panose="020F0302020204030204" pitchFamily="34" charset="0"/>
                <a:ea typeface="Calibri Light" panose="020F0302020204030204" pitchFamily="34" charset="0"/>
                <a:cs typeface="Calibri Light" panose="020F0302020204030204" pitchFamily="34" charset="0"/>
              </a:rPr>
              <a:t> </a:t>
            </a:r>
            <a:r>
              <a:rPr lang="it-IT" dirty="0" err="1">
                <a:latin typeface="Calibri Light" panose="020F0302020204030204" pitchFamily="34" charset="0"/>
                <a:ea typeface="Calibri Light" panose="020F0302020204030204" pitchFamily="34" charset="0"/>
                <a:cs typeface="Calibri Light" panose="020F0302020204030204" pitchFamily="34" charset="0"/>
              </a:rPr>
              <a:t>even</a:t>
            </a:r>
            <a:r>
              <a:rPr lang="it-IT" dirty="0">
                <a:latin typeface="Calibri Light" panose="020F0302020204030204" pitchFamily="34" charset="0"/>
                <a:ea typeface="Calibri Light" panose="020F0302020204030204" pitchFamily="34" charset="0"/>
                <a:cs typeface="Calibri Light" panose="020F0302020204030204" pitchFamily="34" charset="0"/>
              </a:rPr>
              <a:t> and </a:t>
            </a:r>
            <a:r>
              <a:rPr lang="it-IT" dirty="0" err="1">
                <a:latin typeface="Calibri Light" panose="020F0302020204030204" pitchFamily="34" charset="0"/>
                <a:ea typeface="Calibri Light" panose="020F0302020204030204" pitchFamily="34" charset="0"/>
                <a:cs typeface="Calibri Light" panose="020F0302020204030204" pitchFamily="34" charset="0"/>
              </a:rPr>
              <a:t>especially</a:t>
            </a:r>
            <a:r>
              <a:rPr lang="it-IT" dirty="0">
                <a:latin typeface="Calibri Light" panose="020F0302020204030204" pitchFamily="34" charset="0"/>
                <a:ea typeface="Calibri Light" panose="020F0302020204030204" pitchFamily="34" charset="0"/>
                <a:cs typeface="Calibri Light" panose="020F0302020204030204" pitchFamily="34" charset="0"/>
              </a:rPr>
              <a:t> </a:t>
            </a:r>
            <a:r>
              <a:rPr lang="it-IT" dirty="0" err="1">
                <a:latin typeface="Calibri Light" panose="020F0302020204030204" pitchFamily="34" charset="0"/>
                <a:ea typeface="Calibri Light" panose="020F0302020204030204" pitchFamily="34" charset="0"/>
                <a:cs typeface="Calibri Light" panose="020F0302020204030204" pitchFamily="34" charset="0"/>
              </a:rPr>
              <a:t>when</a:t>
            </a:r>
            <a:r>
              <a:rPr lang="it-IT" dirty="0">
                <a:latin typeface="Calibri Light" panose="020F0302020204030204" pitchFamily="34" charset="0"/>
                <a:ea typeface="Calibri Light" panose="020F0302020204030204" pitchFamily="34" charset="0"/>
                <a:cs typeface="Calibri Light" panose="020F0302020204030204" pitchFamily="34" charset="0"/>
              </a:rPr>
              <a:t> </a:t>
            </a:r>
            <a:r>
              <a:rPr lang="it-IT" dirty="0" err="1">
                <a:latin typeface="Calibri Light" panose="020F0302020204030204" pitchFamily="34" charset="0"/>
                <a:ea typeface="Calibri Light" panose="020F0302020204030204" pitchFamily="34" charset="0"/>
                <a:cs typeface="Calibri Light" panose="020F0302020204030204" pitchFamily="34" charset="0"/>
              </a:rPr>
              <a:t>forced</a:t>
            </a:r>
            <a:r>
              <a:rPr lang="it-IT" dirty="0">
                <a:latin typeface="Calibri Light" panose="020F0302020204030204" pitchFamily="34" charset="0"/>
                <a:ea typeface="Calibri Light" panose="020F0302020204030204" pitchFamily="34" charset="0"/>
                <a:cs typeface="Calibri Light" panose="020F0302020204030204" pitchFamily="34" charset="0"/>
              </a:rPr>
              <a:t> to </a:t>
            </a:r>
            <a:r>
              <a:rPr lang="it-IT" dirty="0" err="1">
                <a:latin typeface="Calibri Light" panose="020F0302020204030204" pitchFamily="34" charset="0"/>
                <a:ea typeface="Calibri Light" panose="020F0302020204030204" pitchFamily="34" charset="0"/>
                <a:cs typeface="Calibri Light" panose="020F0302020204030204" pitchFamily="34" charset="0"/>
              </a:rPr>
              <a:t>choose</a:t>
            </a:r>
            <a:r>
              <a:rPr lang="it-IT" dirty="0">
                <a:latin typeface="Calibri Light" panose="020F0302020204030204" pitchFamily="34" charset="0"/>
                <a:ea typeface="Calibri Light" panose="020F0302020204030204" pitchFamily="34" charset="0"/>
                <a:cs typeface="Calibri Light" panose="020F0302020204030204" pitchFamily="34" charset="0"/>
              </a:rPr>
              <a:t> </a:t>
            </a:r>
            <a:r>
              <a:rPr lang="it-IT" dirty="0" err="1">
                <a:latin typeface="Calibri Light" panose="020F0302020204030204" pitchFamily="34" charset="0"/>
                <a:ea typeface="Calibri Light" panose="020F0302020204030204" pitchFamily="34" charset="0"/>
                <a:cs typeface="Calibri Light" panose="020F0302020204030204" pitchFamily="34" charset="0"/>
              </a:rPr>
              <a:t>this</a:t>
            </a:r>
            <a:r>
              <a:rPr lang="it-IT" dirty="0">
                <a:latin typeface="Calibri Light" panose="020F0302020204030204" pitchFamily="34" charset="0"/>
                <a:ea typeface="Calibri Light" panose="020F0302020204030204" pitchFamily="34" charset="0"/>
                <a:cs typeface="Calibri Light" panose="020F0302020204030204" pitchFamily="34" charset="0"/>
              </a:rPr>
              <a:t> goal in the training.</a:t>
            </a:r>
          </a:p>
          <a:p>
            <a:pPr marL="0" indent="0">
              <a:buNone/>
            </a:pPr>
            <a:r>
              <a:rPr lang="it-IT" dirty="0">
                <a:latin typeface="Calibri Light" panose="020F0302020204030204" pitchFamily="34" charset="0"/>
                <a:ea typeface="Calibri Light" panose="020F0302020204030204" pitchFamily="34" charset="0"/>
                <a:cs typeface="Calibri Light" panose="020F0302020204030204" pitchFamily="34" charset="0"/>
              </a:rPr>
              <a:t>The </a:t>
            </a:r>
            <a:r>
              <a:rPr lang="it-IT" dirty="0" err="1">
                <a:latin typeface="Calibri Light" panose="020F0302020204030204" pitchFamily="34" charset="0"/>
                <a:ea typeface="Calibri Light" panose="020F0302020204030204" pitchFamily="34" charset="0"/>
                <a:cs typeface="Calibri Light" panose="020F0302020204030204" pitchFamily="34" charset="0"/>
              </a:rPr>
              <a:t>usual</a:t>
            </a:r>
            <a:r>
              <a:rPr lang="it-IT" dirty="0">
                <a:latin typeface="Calibri Light" panose="020F0302020204030204" pitchFamily="34" charset="0"/>
                <a:ea typeface="Calibri Light" panose="020F0302020204030204" pitchFamily="34" charset="0"/>
                <a:cs typeface="Calibri Light" panose="020F0302020204030204" pitchFamily="34" charset="0"/>
              </a:rPr>
              <a:t> </a:t>
            </a:r>
            <a:r>
              <a:rPr lang="it-IT" dirty="0" err="1">
                <a:latin typeface="Calibri Light" panose="020F0302020204030204" pitchFamily="34" charset="0"/>
                <a:ea typeface="Calibri Light" panose="020F0302020204030204" pitchFamily="34" charset="0"/>
                <a:cs typeface="Calibri Light" panose="020F0302020204030204" pitchFamily="34" charset="0"/>
              </a:rPr>
              <a:t>reward</a:t>
            </a:r>
            <a:r>
              <a:rPr lang="it-IT" dirty="0">
                <a:latin typeface="Calibri Light" panose="020F0302020204030204" pitchFamily="34" charset="0"/>
                <a:ea typeface="Calibri Light" panose="020F0302020204030204" pitchFamily="34" charset="0"/>
                <a:cs typeface="Calibri Light" panose="020F0302020204030204" pitchFamily="34" charset="0"/>
              </a:rPr>
              <a:t> </a:t>
            </a:r>
            <a:r>
              <a:rPr lang="it-IT" dirty="0" err="1">
                <a:latin typeface="Calibri Light" panose="020F0302020204030204" pitchFamily="34" charset="0"/>
                <a:ea typeface="Calibri Light" panose="020F0302020204030204" pitchFamily="34" charset="0"/>
                <a:cs typeface="Calibri Light" panose="020F0302020204030204" pitchFamily="34" charset="0"/>
              </a:rPr>
              <a:t>structure</a:t>
            </a:r>
            <a:r>
              <a:rPr lang="it-IT" dirty="0">
                <a:latin typeface="Calibri Light" panose="020F0302020204030204" pitchFamily="34" charset="0"/>
                <a:ea typeface="Calibri Light" panose="020F0302020204030204" pitchFamily="34" charset="0"/>
                <a:cs typeface="Calibri Light" panose="020F0302020204030204" pitchFamily="34" charset="0"/>
              </a:rPr>
              <a:t> </a:t>
            </a:r>
            <a:r>
              <a:rPr lang="it-IT" dirty="0" err="1">
                <a:latin typeface="Calibri Light" panose="020F0302020204030204" pitchFamily="34" charset="0"/>
                <a:ea typeface="Calibri Light" panose="020F0302020204030204" pitchFamily="34" charset="0"/>
                <a:cs typeface="Calibri Light" panose="020F0302020204030204" pitchFamily="34" charset="0"/>
              </a:rPr>
              <a:t>used</a:t>
            </a:r>
            <a:r>
              <a:rPr lang="it-IT" dirty="0">
                <a:latin typeface="Calibri Light" panose="020F0302020204030204" pitchFamily="34" charset="0"/>
                <a:ea typeface="Calibri Light" panose="020F0302020204030204" pitchFamily="34" charset="0"/>
                <a:cs typeface="Calibri Light" panose="020F0302020204030204" pitchFamily="34" charset="0"/>
              </a:rPr>
              <a:t> to </a:t>
            </a:r>
            <a:r>
              <a:rPr lang="it-IT" dirty="0" err="1">
                <a:latin typeface="Calibri Light" panose="020F0302020204030204" pitchFamily="34" charset="0"/>
                <a:ea typeface="Calibri Light" panose="020F0302020204030204" pitchFamily="34" charset="0"/>
                <a:cs typeface="Calibri Light" panose="020F0302020204030204" pitchFamily="34" charset="0"/>
              </a:rPr>
              <a:t>train</a:t>
            </a:r>
            <a:r>
              <a:rPr lang="it-IT" dirty="0">
                <a:latin typeface="Calibri Light" panose="020F0302020204030204" pitchFamily="34" charset="0"/>
                <a:ea typeface="Calibri Light" panose="020F0302020204030204" pitchFamily="34" charset="0"/>
                <a:cs typeface="Calibri Light" panose="020F0302020204030204" pitchFamily="34" charset="0"/>
              </a:rPr>
              <a:t> the robot </a:t>
            </a:r>
            <a:r>
              <a:rPr lang="it-IT" dirty="0" err="1">
                <a:latin typeface="Calibri Light" panose="020F0302020204030204" pitchFamily="34" charset="0"/>
                <a:ea typeface="Calibri Light" panose="020F0302020204030204" pitchFamily="34" charset="0"/>
                <a:cs typeface="Calibri Light" panose="020F0302020204030204" pitchFamily="34" charset="0"/>
              </a:rPr>
              <a:t>was</a:t>
            </a:r>
            <a:r>
              <a:rPr lang="it-IT" dirty="0">
                <a:latin typeface="Calibri Light" panose="020F0302020204030204" pitchFamily="34" charset="0"/>
                <a:ea typeface="Calibri Light" panose="020F0302020204030204" pitchFamily="34" charset="0"/>
                <a:cs typeface="Calibri Light" panose="020F0302020204030204" pitchFamily="34" charset="0"/>
              </a:rPr>
              <a:t> a </a:t>
            </a:r>
            <a:r>
              <a:rPr lang="it-IT" dirty="0" err="1">
                <a:latin typeface="Calibri Light" panose="020F0302020204030204" pitchFamily="34" charset="0"/>
                <a:ea typeface="Calibri Light" panose="020F0302020204030204" pitchFamily="34" charset="0"/>
                <a:cs typeface="Calibri Light" panose="020F0302020204030204" pitchFamily="34" charset="0"/>
              </a:rPr>
              <a:t>factorized</a:t>
            </a:r>
            <a:r>
              <a:rPr lang="it-IT" dirty="0">
                <a:latin typeface="Calibri Light" panose="020F0302020204030204" pitchFamily="34" charset="0"/>
                <a:ea typeface="Calibri Light" panose="020F0302020204030204" pitchFamily="34" charset="0"/>
                <a:cs typeface="Calibri Light" panose="020F0302020204030204" pitchFamily="34" charset="0"/>
              </a:rPr>
              <a:t> </a:t>
            </a:r>
            <a:r>
              <a:rPr lang="it-IT" dirty="0" err="1">
                <a:latin typeface="Calibri Light" panose="020F0302020204030204" pitchFamily="34" charset="0"/>
                <a:ea typeface="Calibri Light" panose="020F0302020204030204" pitchFamily="34" charset="0"/>
                <a:cs typeface="Calibri Light" panose="020F0302020204030204" pitchFamily="34" charset="0"/>
              </a:rPr>
              <a:t>reward</a:t>
            </a:r>
            <a:r>
              <a:rPr lang="it-IT" dirty="0">
                <a:latin typeface="Calibri Light" panose="020F0302020204030204" pitchFamily="34" charset="0"/>
                <a:ea typeface="Calibri Light" panose="020F0302020204030204" pitchFamily="34" charset="0"/>
                <a:cs typeface="Calibri Light" panose="020F0302020204030204" pitchFamily="34" charset="0"/>
              </a:rPr>
              <a:t> </a:t>
            </a:r>
            <a:r>
              <a:rPr lang="it-IT" dirty="0" err="1">
                <a:latin typeface="Calibri Light" panose="020F0302020204030204" pitchFamily="34" charset="0"/>
                <a:ea typeface="Calibri Light" panose="020F0302020204030204" pitchFamily="34" charset="0"/>
                <a:cs typeface="Calibri Light" panose="020F0302020204030204" pitchFamily="34" charset="0"/>
              </a:rPr>
              <a:t>composed</a:t>
            </a:r>
            <a:r>
              <a:rPr lang="it-IT" dirty="0">
                <a:latin typeface="Calibri Light" panose="020F0302020204030204" pitchFamily="34" charset="0"/>
                <a:ea typeface="Calibri Light" panose="020F0302020204030204" pitchFamily="34" charset="0"/>
                <a:cs typeface="Calibri Light" panose="020F0302020204030204" pitchFamily="34" charset="0"/>
              </a:rPr>
              <a:t> of </a:t>
            </a:r>
            <a:r>
              <a:rPr lang="it-IT" dirty="0" err="1">
                <a:latin typeface="Calibri Light" panose="020F0302020204030204" pitchFamily="34" charset="0"/>
                <a:ea typeface="Calibri Light" panose="020F0302020204030204" pitchFamily="34" charset="0"/>
                <a:cs typeface="Calibri Light" panose="020F0302020204030204" pitchFamily="34" charset="0"/>
              </a:rPr>
              <a:t>collision</a:t>
            </a:r>
            <a:r>
              <a:rPr lang="it-IT" dirty="0">
                <a:latin typeface="Calibri Light" panose="020F0302020204030204" pitchFamily="34" charset="0"/>
                <a:ea typeface="Calibri Light" panose="020F0302020204030204" pitchFamily="34" charset="0"/>
                <a:cs typeface="Calibri Light" panose="020F0302020204030204" pitchFamily="34" charset="0"/>
              </a:rPr>
              <a:t> </a:t>
            </a:r>
            <a:r>
              <a:rPr lang="it-IT" dirty="0" err="1">
                <a:latin typeface="Calibri Light" panose="020F0302020204030204" pitchFamily="34" charset="0"/>
                <a:ea typeface="Calibri Light" panose="020F0302020204030204" pitchFamily="34" charset="0"/>
                <a:cs typeface="Calibri Light" panose="020F0302020204030204" pitchFamily="34" charset="0"/>
              </a:rPr>
              <a:t>avoidance</a:t>
            </a:r>
            <a:r>
              <a:rPr lang="it-IT" dirty="0">
                <a:latin typeface="Calibri Light" panose="020F0302020204030204" pitchFamily="34" charset="0"/>
                <a:ea typeface="Calibri Light" panose="020F0302020204030204" pitchFamily="34" charset="0"/>
                <a:cs typeface="Calibri Light" panose="020F0302020204030204" pitchFamily="34" charset="0"/>
              </a:rPr>
              <a:t>, time to target, goal </a:t>
            </a:r>
            <a:r>
              <a:rPr lang="it-IT" dirty="0" err="1">
                <a:latin typeface="Calibri Light" panose="020F0302020204030204" pitchFamily="34" charset="0"/>
                <a:ea typeface="Calibri Light" panose="020F0302020204030204" pitchFamily="34" charset="0"/>
                <a:cs typeface="Calibri Light" panose="020F0302020204030204" pitchFamily="34" charset="0"/>
              </a:rPr>
              <a:t>proximity</a:t>
            </a:r>
            <a:r>
              <a:rPr lang="it-IT" dirty="0">
                <a:latin typeface="Calibri Light" panose="020F0302020204030204" pitchFamily="34" charset="0"/>
                <a:ea typeface="Calibri Light" panose="020F0302020204030204" pitchFamily="34" charset="0"/>
                <a:cs typeface="Calibri Light" panose="020F0302020204030204" pitchFamily="34" charset="0"/>
              </a:rPr>
              <a:t> and </a:t>
            </a:r>
            <a:r>
              <a:rPr lang="it-IT" dirty="0" err="1">
                <a:latin typeface="Calibri Light" panose="020F0302020204030204" pitchFamily="34" charset="0"/>
                <a:ea typeface="Calibri Light" panose="020F0302020204030204" pitchFamily="34" charset="0"/>
                <a:cs typeface="Calibri Light" panose="020F0302020204030204" pitchFamily="34" charset="0"/>
              </a:rPr>
              <a:t>yaw</a:t>
            </a:r>
            <a:r>
              <a:rPr lang="it-IT" dirty="0">
                <a:latin typeface="Calibri Light" panose="020F0302020204030204" pitchFamily="34" charset="0"/>
                <a:ea typeface="Calibri Light" panose="020F0302020204030204" pitchFamily="34" charset="0"/>
                <a:cs typeface="Calibri Light" panose="020F0302020204030204" pitchFamily="34" charset="0"/>
              </a:rPr>
              <a:t> </a:t>
            </a:r>
            <a:r>
              <a:rPr lang="it-IT" dirty="0" err="1">
                <a:latin typeface="Calibri Light" panose="020F0302020204030204" pitchFamily="34" charset="0"/>
                <a:ea typeface="Calibri Light" panose="020F0302020204030204" pitchFamily="34" charset="0"/>
                <a:cs typeface="Calibri Light" panose="020F0302020204030204" pitchFamily="34" charset="0"/>
              </a:rPr>
              <a:t>but</a:t>
            </a:r>
            <a:r>
              <a:rPr lang="it-IT" dirty="0">
                <a:latin typeface="Calibri Light" panose="020F0302020204030204" pitchFamily="34" charset="0"/>
                <a:ea typeface="Calibri Light" panose="020F0302020204030204" pitchFamily="34" charset="0"/>
                <a:cs typeface="Calibri Light" panose="020F0302020204030204" pitchFamily="34" charset="0"/>
              </a:rPr>
              <a:t> </a:t>
            </a:r>
            <a:r>
              <a:rPr lang="it-IT" dirty="0" err="1">
                <a:latin typeface="Calibri Light" panose="020F0302020204030204" pitchFamily="34" charset="0"/>
                <a:ea typeface="Calibri Light" panose="020F0302020204030204" pitchFamily="34" charset="0"/>
                <a:cs typeface="Calibri Light" panose="020F0302020204030204" pitchFamily="34" charset="0"/>
              </a:rPr>
              <a:t>we</a:t>
            </a:r>
            <a:r>
              <a:rPr lang="it-IT" dirty="0">
                <a:latin typeface="Calibri Light" panose="020F0302020204030204" pitchFamily="34" charset="0"/>
                <a:ea typeface="Calibri Light" panose="020F0302020204030204" pitchFamily="34" charset="0"/>
                <a:cs typeface="Calibri Light" panose="020F0302020204030204" pitchFamily="34" charset="0"/>
              </a:rPr>
              <a:t> </a:t>
            </a:r>
            <a:r>
              <a:rPr lang="it-IT" dirty="0" err="1">
                <a:latin typeface="Calibri Light" panose="020F0302020204030204" pitchFamily="34" charset="0"/>
                <a:ea typeface="Calibri Light" panose="020F0302020204030204" pitchFamily="34" charset="0"/>
                <a:cs typeface="Calibri Light" panose="020F0302020204030204" pitchFamily="34" charset="0"/>
              </a:rPr>
              <a:t>sometimes</a:t>
            </a:r>
            <a:r>
              <a:rPr lang="it-IT" dirty="0">
                <a:latin typeface="Calibri Light" panose="020F0302020204030204" pitchFamily="34" charset="0"/>
                <a:ea typeface="Calibri Light" panose="020F0302020204030204" pitchFamily="34" charset="0"/>
                <a:cs typeface="Calibri Light" panose="020F0302020204030204" pitchFamily="34" charset="0"/>
              </a:rPr>
              <a:t> </a:t>
            </a:r>
            <a:r>
              <a:rPr lang="it-IT" dirty="0" err="1">
                <a:latin typeface="Calibri Light" panose="020F0302020204030204" pitchFamily="34" charset="0"/>
                <a:ea typeface="Calibri Light" panose="020F0302020204030204" pitchFamily="34" charset="0"/>
                <a:cs typeface="Calibri Light" panose="020F0302020204030204" pitchFamily="34" charset="0"/>
              </a:rPr>
              <a:t>tried</a:t>
            </a:r>
            <a:r>
              <a:rPr lang="it-IT" dirty="0">
                <a:latin typeface="Calibri Light" panose="020F0302020204030204" pitchFamily="34" charset="0"/>
                <a:ea typeface="Calibri Light" panose="020F0302020204030204" pitchFamily="34" charset="0"/>
                <a:cs typeface="Calibri Light" panose="020F0302020204030204" pitchFamily="34" charset="0"/>
              </a:rPr>
              <a:t> to </a:t>
            </a:r>
            <a:r>
              <a:rPr lang="it-IT" dirty="0" err="1">
                <a:latin typeface="Calibri Light" panose="020F0302020204030204" pitchFamily="34" charset="0"/>
                <a:ea typeface="Calibri Light" panose="020F0302020204030204" pitchFamily="34" charset="0"/>
                <a:cs typeface="Calibri Light" panose="020F0302020204030204" pitchFamily="34" charset="0"/>
              </a:rPr>
              <a:t>cut</a:t>
            </a:r>
            <a:r>
              <a:rPr lang="it-IT" dirty="0">
                <a:latin typeface="Calibri Light" panose="020F0302020204030204" pitchFamily="34" charset="0"/>
                <a:ea typeface="Calibri Light" panose="020F0302020204030204" pitchFamily="34" charset="0"/>
                <a:cs typeface="Calibri Light" panose="020F0302020204030204" pitchFamily="34" charset="0"/>
              </a:rPr>
              <a:t> some of </a:t>
            </a:r>
            <a:r>
              <a:rPr lang="it-IT" dirty="0" err="1">
                <a:latin typeface="Calibri Light" panose="020F0302020204030204" pitchFamily="34" charset="0"/>
                <a:ea typeface="Calibri Light" panose="020F0302020204030204" pitchFamily="34" charset="0"/>
                <a:cs typeface="Calibri Light" panose="020F0302020204030204" pitchFamily="34" charset="0"/>
              </a:rPr>
              <a:t>them</a:t>
            </a:r>
            <a:r>
              <a:rPr lang="it-IT" dirty="0">
                <a:latin typeface="Calibri Light" panose="020F0302020204030204" pitchFamily="34" charset="0"/>
                <a:ea typeface="Calibri Light" panose="020F0302020204030204" pitchFamily="34" charset="0"/>
                <a:cs typeface="Calibri Light" panose="020F0302020204030204" pitchFamily="34" charset="0"/>
              </a:rPr>
              <a:t> for </a:t>
            </a:r>
            <a:r>
              <a:rPr lang="it-IT" dirty="0" err="1">
                <a:latin typeface="Calibri Light" panose="020F0302020204030204" pitchFamily="34" charset="0"/>
                <a:ea typeface="Calibri Light" panose="020F0302020204030204" pitchFamily="34" charset="0"/>
                <a:cs typeface="Calibri Light" panose="020F0302020204030204" pitchFamily="34" charset="0"/>
              </a:rPr>
              <a:t>troubleshooting</a:t>
            </a:r>
            <a:r>
              <a:rPr lang="it-IT" dirty="0">
                <a:latin typeface="Calibri Light" panose="020F0302020204030204" pitchFamily="34" charset="0"/>
                <a:ea typeface="Calibri Light" panose="020F0302020204030204" pitchFamily="34" charset="0"/>
                <a:cs typeface="Calibri Light" panose="020F0302020204030204" pitchFamily="34" charset="0"/>
              </a:rPr>
              <a:t> </a:t>
            </a:r>
            <a:r>
              <a:rPr lang="it-IT" dirty="0" err="1">
                <a:latin typeface="Calibri Light" panose="020F0302020204030204" pitchFamily="34" charset="0"/>
                <a:ea typeface="Calibri Light" panose="020F0302020204030204" pitchFamily="34" charset="0"/>
                <a:cs typeface="Calibri Light" panose="020F0302020204030204" pitchFamily="34" charset="0"/>
              </a:rPr>
              <a:t>purposes</a:t>
            </a:r>
            <a:r>
              <a:rPr lang="it-IT" dirty="0">
                <a:latin typeface="Calibri Light" panose="020F0302020204030204" pitchFamily="34" charset="0"/>
                <a:ea typeface="Calibri Light" panose="020F0302020204030204" pitchFamily="34" charset="0"/>
                <a:cs typeface="Calibri Light" panose="020F0302020204030204" pitchFamily="34" charset="0"/>
              </a:rPr>
              <a:t>.</a:t>
            </a:r>
          </a:p>
        </p:txBody>
      </p:sp>
    </p:spTree>
    <p:extLst>
      <p:ext uri="{BB962C8B-B14F-4D97-AF65-F5344CB8AC3E}">
        <p14:creationId xmlns:p14="http://schemas.microsoft.com/office/powerpoint/2010/main" val="904721990"/>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6BFC9644-673A-459F-B3C5-9310A4E50E3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bg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0" name="Group 9">
            <a:extLst>
              <a:ext uri="{FF2B5EF4-FFF2-40B4-BE49-F238E27FC236}">
                <a16:creationId xmlns:a16="http://schemas.microsoft.com/office/drawing/2014/main" id="{4ADB9295-9645-4BF2-ADFD-75800B7FAD06}"/>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4288" y="0"/>
            <a:ext cx="1220788" cy="6858001"/>
            <a:chOff x="-14288" y="0"/>
            <a:chExt cx="1220788" cy="6858001"/>
          </a:xfrm>
          <a:solidFill>
            <a:schemeClr val="bg2">
              <a:lumMod val="60000"/>
              <a:lumOff val="40000"/>
              <a:alpha val="60000"/>
            </a:schemeClr>
          </a:solidFill>
        </p:grpSpPr>
        <p:sp>
          <p:nvSpPr>
            <p:cNvPr id="11" name="Rectangle 5">
              <a:extLst>
                <a:ext uri="{FF2B5EF4-FFF2-40B4-BE49-F238E27FC236}">
                  <a16:creationId xmlns:a16="http://schemas.microsoft.com/office/drawing/2014/main" id="{95B061E9-E435-4E1B-B160-96584A116691}"/>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4300" y="4763"/>
              <a:ext cx="23813" cy="2181225"/>
            </a:xfrm>
            <a:prstGeom prst="rect">
              <a:avLst/>
            </a:pr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miter lim="800000"/>
                  <a:headEnd/>
                  <a:tailEnd/>
                </a14:hiddenLine>
              </a:ext>
            </a:extLst>
          </p:spPr>
          <p:txBody>
            <a:bodyPr/>
            <a:lstStyle/>
            <a:p>
              <a:endParaRPr lang="it-IT"/>
            </a:p>
          </p:txBody>
        </p:sp>
        <p:sp>
          <p:nvSpPr>
            <p:cNvPr id="12" name="Freeform 6">
              <a:extLst>
                <a:ext uri="{FF2B5EF4-FFF2-40B4-BE49-F238E27FC236}">
                  <a16:creationId xmlns:a16="http://schemas.microsoft.com/office/drawing/2014/main" id="{3CD7972E-7D38-40EE-A80B-E2A848811EDD}"/>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33337" y="217646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13" name="Freeform 7">
              <a:extLst>
                <a:ext uri="{FF2B5EF4-FFF2-40B4-BE49-F238E27FC236}">
                  <a16:creationId xmlns:a16="http://schemas.microsoft.com/office/drawing/2014/main" id="{524A3B55-746F-419F-8CFF-5F3A4BE14345}"/>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28575" y="4021138"/>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14" name="Freeform 8">
              <a:extLst>
                <a:ext uri="{FF2B5EF4-FFF2-40B4-BE49-F238E27FC236}">
                  <a16:creationId xmlns:a16="http://schemas.microsoft.com/office/drawing/2014/main" id="{9C63219B-AD72-4494-935E-F5C70DB5497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200025" y="4763"/>
              <a:ext cx="369888" cy="1811338"/>
            </a:xfrm>
            <a:custGeom>
              <a:avLst/>
              <a:gdLst/>
              <a:ahLst/>
              <a:cxnLst/>
              <a:rect l="0" t="0" r="r" b="b"/>
              <a:pathLst>
                <a:path w="233" h="1141">
                  <a:moveTo>
                    <a:pt x="218" y="1141"/>
                  </a:moveTo>
                  <a:lnTo>
                    <a:pt x="0" y="626"/>
                  </a:lnTo>
                  <a:lnTo>
                    <a:pt x="0" y="0"/>
                  </a:lnTo>
                  <a:lnTo>
                    <a:pt x="15" y="0"/>
                  </a:lnTo>
                  <a:lnTo>
                    <a:pt x="15" y="623"/>
                  </a:lnTo>
                  <a:lnTo>
                    <a:pt x="233" y="1135"/>
                  </a:lnTo>
                  <a:lnTo>
                    <a:pt x="218" y="1141"/>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15" name="Freeform 9">
              <a:extLst>
                <a:ext uri="{FF2B5EF4-FFF2-40B4-BE49-F238E27FC236}">
                  <a16:creationId xmlns:a16="http://schemas.microsoft.com/office/drawing/2014/main" id="{15B41FD2-05E2-44E7-8760-09E65D1C6034}"/>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503237" y="1801813"/>
              <a:ext cx="190500" cy="188913"/>
            </a:xfrm>
            <a:custGeom>
              <a:avLst/>
              <a:gdLst/>
              <a:ahLst/>
              <a:cxnLst/>
              <a:rect l="0" t="0" r="r" b="b"/>
              <a:pathLst>
                <a:path w="40" h="40">
                  <a:moveTo>
                    <a:pt x="20" y="40"/>
                  </a:moveTo>
                  <a:cubicBezTo>
                    <a:pt x="9" y="40"/>
                    <a:pt x="0" y="31"/>
                    <a:pt x="0" y="20"/>
                  </a:cubicBezTo>
                  <a:cubicBezTo>
                    <a:pt x="0" y="9"/>
                    <a:pt x="9" y="0"/>
                    <a:pt x="20" y="0"/>
                  </a:cubicBezTo>
                  <a:cubicBezTo>
                    <a:pt x="33" y="0"/>
                    <a:pt x="40" y="6"/>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9"/>
                    <a:pt x="31"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16" name="Freeform 10">
              <a:extLst>
                <a:ext uri="{FF2B5EF4-FFF2-40B4-BE49-F238E27FC236}">
                  <a16:creationId xmlns:a16="http://schemas.microsoft.com/office/drawing/2014/main" id="{FE6D63D0-3347-4EE2-8F65-F1C32168FA2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285750" y="4763"/>
              <a:ext cx="369888" cy="1430338"/>
            </a:xfrm>
            <a:custGeom>
              <a:avLst/>
              <a:gdLst/>
              <a:ahLst/>
              <a:cxnLst/>
              <a:rect l="0" t="0" r="r" b="b"/>
              <a:pathLst>
                <a:path w="233" h="901">
                  <a:moveTo>
                    <a:pt x="221" y="901"/>
                  </a:moveTo>
                  <a:lnTo>
                    <a:pt x="0" y="383"/>
                  </a:lnTo>
                  <a:lnTo>
                    <a:pt x="0" y="0"/>
                  </a:lnTo>
                  <a:lnTo>
                    <a:pt x="18" y="0"/>
                  </a:lnTo>
                  <a:lnTo>
                    <a:pt x="18" y="380"/>
                  </a:lnTo>
                  <a:lnTo>
                    <a:pt x="233" y="895"/>
                  </a:lnTo>
                  <a:lnTo>
                    <a:pt x="221" y="901"/>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17" name="Freeform 11">
              <a:extLst>
                <a:ext uri="{FF2B5EF4-FFF2-40B4-BE49-F238E27FC236}">
                  <a16:creationId xmlns:a16="http://schemas.microsoft.com/office/drawing/2014/main" id="{538A46A3-DB16-45D5-B636-03EFE39FE96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546100" y="0"/>
              <a:ext cx="152400" cy="912813"/>
            </a:xfrm>
            <a:custGeom>
              <a:avLst/>
              <a:gdLst/>
              <a:ahLst/>
              <a:cxnLst/>
              <a:rect l="0" t="0" r="r" b="b"/>
              <a:pathLst>
                <a:path w="96" h="575">
                  <a:moveTo>
                    <a:pt x="96" y="575"/>
                  </a:moveTo>
                  <a:lnTo>
                    <a:pt x="78" y="575"/>
                  </a:lnTo>
                  <a:lnTo>
                    <a:pt x="78" y="192"/>
                  </a:lnTo>
                  <a:lnTo>
                    <a:pt x="0" y="6"/>
                  </a:lnTo>
                  <a:lnTo>
                    <a:pt x="15" y="0"/>
                  </a:lnTo>
                  <a:lnTo>
                    <a:pt x="96" y="189"/>
                  </a:lnTo>
                  <a:lnTo>
                    <a:pt x="96" y="575"/>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18" name="Freeform 12">
              <a:extLst>
                <a:ext uri="{FF2B5EF4-FFF2-40B4-BE49-F238E27FC236}">
                  <a16:creationId xmlns:a16="http://schemas.microsoft.com/office/drawing/2014/main" id="{0B8A2B0E-823F-4BE8-9359-45143BB1248E}"/>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588962" y="1420813"/>
              <a:ext cx="190500" cy="190500"/>
            </a:xfrm>
            <a:custGeom>
              <a:avLst/>
              <a:gdLst/>
              <a:ahLst/>
              <a:cxnLst/>
              <a:rect l="0" t="0" r="r" b="b"/>
              <a:pathLst>
                <a:path w="40" h="40">
                  <a:moveTo>
                    <a:pt x="20" y="40"/>
                  </a:moveTo>
                  <a:cubicBezTo>
                    <a:pt x="9" y="40"/>
                    <a:pt x="0" y="31"/>
                    <a:pt x="0" y="20"/>
                  </a:cubicBezTo>
                  <a:cubicBezTo>
                    <a:pt x="0" y="9"/>
                    <a:pt x="9" y="0"/>
                    <a:pt x="20" y="0"/>
                  </a:cubicBezTo>
                  <a:cubicBezTo>
                    <a:pt x="33" y="0"/>
                    <a:pt x="40" y="7"/>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9"/>
                    <a:pt x="31"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19" name="Freeform 13">
              <a:extLst>
                <a:ext uri="{FF2B5EF4-FFF2-40B4-BE49-F238E27FC236}">
                  <a16:creationId xmlns:a16="http://schemas.microsoft.com/office/drawing/2014/main" id="{44516B3C-A8BE-46FC-B643-3DFEB7F28386}"/>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588962" y="9032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20" name="Freeform 14">
              <a:extLst>
                <a:ext uri="{FF2B5EF4-FFF2-40B4-BE49-F238E27FC236}">
                  <a16:creationId xmlns:a16="http://schemas.microsoft.com/office/drawing/2014/main" id="{59FD699C-3920-4E57-BE27-165A3F036C2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641350" y="0"/>
              <a:ext cx="422275" cy="527050"/>
            </a:xfrm>
            <a:custGeom>
              <a:avLst/>
              <a:gdLst/>
              <a:ahLst/>
              <a:cxnLst/>
              <a:rect l="0" t="0" r="r" b="b"/>
              <a:pathLst>
                <a:path w="266" h="332">
                  <a:moveTo>
                    <a:pt x="257" y="332"/>
                  </a:moveTo>
                  <a:lnTo>
                    <a:pt x="48" y="123"/>
                  </a:lnTo>
                  <a:lnTo>
                    <a:pt x="0" y="6"/>
                  </a:lnTo>
                  <a:lnTo>
                    <a:pt x="15" y="0"/>
                  </a:lnTo>
                  <a:lnTo>
                    <a:pt x="63" y="114"/>
                  </a:lnTo>
                  <a:lnTo>
                    <a:pt x="266" y="320"/>
                  </a:lnTo>
                  <a:lnTo>
                    <a:pt x="257" y="332"/>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21" name="Freeform 15">
              <a:extLst>
                <a:ext uri="{FF2B5EF4-FFF2-40B4-BE49-F238E27FC236}">
                  <a16:creationId xmlns:a16="http://schemas.microsoft.com/office/drawing/2014/main" id="{0FB0C02E-3F53-4889-8ADF-80DBC43F693C}"/>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1020762" y="488950"/>
              <a:ext cx="161925" cy="147638"/>
            </a:xfrm>
            <a:custGeom>
              <a:avLst/>
              <a:gdLst/>
              <a:ahLst/>
              <a:cxnLst/>
              <a:rect l="0" t="0" r="r" b="b"/>
              <a:pathLst>
                <a:path w="34" h="31">
                  <a:moveTo>
                    <a:pt x="17" y="31"/>
                  </a:moveTo>
                  <a:cubicBezTo>
                    <a:pt x="13" y="31"/>
                    <a:pt x="9" y="30"/>
                    <a:pt x="6" y="27"/>
                  </a:cubicBezTo>
                  <a:cubicBezTo>
                    <a:pt x="0" y="20"/>
                    <a:pt x="0" y="10"/>
                    <a:pt x="6" y="4"/>
                  </a:cubicBezTo>
                  <a:cubicBezTo>
                    <a:pt x="9" y="1"/>
                    <a:pt x="13" y="0"/>
                    <a:pt x="17" y="0"/>
                  </a:cubicBezTo>
                  <a:cubicBezTo>
                    <a:pt x="21" y="0"/>
                    <a:pt x="25" y="1"/>
                    <a:pt x="28" y="4"/>
                  </a:cubicBezTo>
                  <a:cubicBezTo>
                    <a:pt x="34" y="10"/>
                    <a:pt x="34" y="20"/>
                    <a:pt x="28" y="27"/>
                  </a:cubicBezTo>
                  <a:cubicBezTo>
                    <a:pt x="25" y="30"/>
                    <a:pt x="21" y="31"/>
                    <a:pt x="17" y="31"/>
                  </a:cubicBezTo>
                  <a:close/>
                  <a:moveTo>
                    <a:pt x="17" y="4"/>
                  </a:moveTo>
                  <a:cubicBezTo>
                    <a:pt x="14" y="4"/>
                    <a:pt x="11" y="5"/>
                    <a:pt x="9" y="7"/>
                  </a:cubicBezTo>
                  <a:cubicBezTo>
                    <a:pt x="4" y="12"/>
                    <a:pt x="4" y="19"/>
                    <a:pt x="9" y="24"/>
                  </a:cubicBezTo>
                  <a:cubicBezTo>
                    <a:pt x="11" y="26"/>
                    <a:pt x="14" y="27"/>
                    <a:pt x="17" y="27"/>
                  </a:cubicBezTo>
                  <a:cubicBezTo>
                    <a:pt x="20" y="27"/>
                    <a:pt x="23" y="26"/>
                    <a:pt x="25" y="24"/>
                  </a:cubicBezTo>
                  <a:cubicBezTo>
                    <a:pt x="30" y="19"/>
                    <a:pt x="30" y="12"/>
                    <a:pt x="25" y="7"/>
                  </a:cubicBezTo>
                  <a:cubicBezTo>
                    <a:pt x="23" y="5"/>
                    <a:pt x="20" y="4"/>
                    <a:pt x="17"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22" name="Line 16">
              <a:extLst>
                <a:ext uri="{FF2B5EF4-FFF2-40B4-BE49-F238E27FC236}">
                  <a16:creationId xmlns:a16="http://schemas.microsoft.com/office/drawing/2014/main" id="{F8A0C89C-946F-4BCD-8A27-BB73E37FE525}"/>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a:off x="-4763" y="9525"/>
              <a:ext cx="0" cy="0"/>
            </a:xfrm>
            <a:prstGeom prst="line">
              <a:avLst/>
            </a:prstGeom>
            <a:grpFill/>
            <a:ln w="15" cap="flat">
              <a:solidFill>
                <a:srgbClr val="FFFFFF"/>
              </a:solidFill>
              <a:prstDash val="solid"/>
              <a:miter lim="800000"/>
              <a:headEnd/>
              <a:tailEnd/>
            </a:ln>
          </p:spPr>
          <p:txBody>
            <a:bodyPr/>
            <a:lstStyle/>
            <a:p>
              <a:endParaRPr lang="it-IT"/>
            </a:p>
          </p:txBody>
        </p:sp>
        <p:sp>
          <p:nvSpPr>
            <p:cNvPr id="23" name="Freeform 17">
              <a:extLst>
                <a:ext uri="{FF2B5EF4-FFF2-40B4-BE49-F238E27FC236}">
                  <a16:creationId xmlns:a16="http://schemas.microsoft.com/office/drawing/2014/main" id="{70C83EAF-4E92-4849-A240-B257871DC03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9525" y="1801813"/>
              <a:ext cx="123825" cy="127000"/>
            </a:xfrm>
            <a:custGeom>
              <a:avLst/>
              <a:gdLst/>
              <a:ahLst/>
              <a:cxnLst/>
              <a:rect l="0" t="0" r="r" b="b"/>
              <a:pathLst>
                <a:path w="78" h="80">
                  <a:moveTo>
                    <a:pt x="6" y="80"/>
                  </a:moveTo>
                  <a:lnTo>
                    <a:pt x="0" y="71"/>
                  </a:lnTo>
                  <a:lnTo>
                    <a:pt x="69" y="0"/>
                  </a:lnTo>
                  <a:lnTo>
                    <a:pt x="78" y="9"/>
                  </a:lnTo>
                  <a:lnTo>
                    <a:pt x="6" y="80"/>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24" name="Freeform 18">
              <a:extLst>
                <a:ext uri="{FF2B5EF4-FFF2-40B4-BE49-F238E27FC236}">
                  <a16:creationId xmlns:a16="http://schemas.microsoft.com/office/drawing/2014/main" id="{320FD164-4D7A-469C-B3F4-B926BFACF53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9525" y="3549650"/>
              <a:ext cx="147638" cy="481013"/>
            </a:xfrm>
            <a:custGeom>
              <a:avLst/>
              <a:gdLst/>
              <a:ahLst/>
              <a:cxnLst/>
              <a:rect l="0" t="0" r="r" b="b"/>
              <a:pathLst>
                <a:path w="93" h="303">
                  <a:moveTo>
                    <a:pt x="93" y="303"/>
                  </a:moveTo>
                  <a:lnTo>
                    <a:pt x="78" y="303"/>
                  </a:lnTo>
                  <a:lnTo>
                    <a:pt x="78" y="78"/>
                  </a:lnTo>
                  <a:lnTo>
                    <a:pt x="0" y="12"/>
                  </a:lnTo>
                  <a:lnTo>
                    <a:pt x="12" y="0"/>
                  </a:lnTo>
                  <a:lnTo>
                    <a:pt x="93" y="69"/>
                  </a:lnTo>
                  <a:lnTo>
                    <a:pt x="93" y="303"/>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25" name="Freeform 19">
              <a:extLst>
                <a:ext uri="{FF2B5EF4-FFF2-40B4-BE49-F238E27FC236}">
                  <a16:creationId xmlns:a16="http://schemas.microsoft.com/office/drawing/2014/main" id="{F6E14D9A-4E63-48FF-95C5-9E8DDFF86C4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28587" y="1382713"/>
              <a:ext cx="142875" cy="476250"/>
            </a:xfrm>
            <a:custGeom>
              <a:avLst/>
              <a:gdLst/>
              <a:ahLst/>
              <a:cxnLst/>
              <a:rect l="0" t="0" r="r" b="b"/>
              <a:pathLst>
                <a:path w="90" h="300">
                  <a:moveTo>
                    <a:pt x="90" y="300"/>
                  </a:moveTo>
                  <a:lnTo>
                    <a:pt x="78" y="300"/>
                  </a:lnTo>
                  <a:lnTo>
                    <a:pt x="78" y="84"/>
                  </a:lnTo>
                  <a:lnTo>
                    <a:pt x="0" y="9"/>
                  </a:lnTo>
                  <a:lnTo>
                    <a:pt x="9" y="0"/>
                  </a:lnTo>
                  <a:lnTo>
                    <a:pt x="90" y="81"/>
                  </a:lnTo>
                  <a:lnTo>
                    <a:pt x="90" y="300"/>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26" name="Freeform 20">
              <a:extLst>
                <a:ext uri="{FF2B5EF4-FFF2-40B4-BE49-F238E27FC236}">
                  <a16:creationId xmlns:a16="http://schemas.microsoft.com/office/drawing/2014/main" id="{F3DCD24F-3CA8-4404-B22C-E4C928995F3B}"/>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204787" y="1849438"/>
              <a:ext cx="114300" cy="107950"/>
            </a:xfrm>
            <a:custGeom>
              <a:avLst/>
              <a:gdLst/>
              <a:ahLst/>
              <a:cxnLst/>
              <a:rect l="0" t="0" r="r" b="b"/>
              <a:pathLst>
                <a:path w="24" h="23">
                  <a:moveTo>
                    <a:pt x="12" y="23"/>
                  </a:moveTo>
                  <a:cubicBezTo>
                    <a:pt x="6" y="23"/>
                    <a:pt x="0" y="18"/>
                    <a:pt x="0" y="12"/>
                  </a:cubicBezTo>
                  <a:cubicBezTo>
                    <a:pt x="0" y="5"/>
                    <a:pt x="6" y="0"/>
                    <a:pt x="12" y="0"/>
                  </a:cubicBezTo>
                  <a:cubicBezTo>
                    <a:pt x="18" y="0"/>
                    <a:pt x="24" y="5"/>
                    <a:pt x="24" y="12"/>
                  </a:cubicBezTo>
                  <a:cubicBezTo>
                    <a:pt x="24" y="18"/>
                    <a:pt x="18" y="23"/>
                    <a:pt x="12" y="23"/>
                  </a:cubicBezTo>
                  <a:close/>
                  <a:moveTo>
                    <a:pt x="12" y="4"/>
                  </a:moveTo>
                  <a:cubicBezTo>
                    <a:pt x="8" y="4"/>
                    <a:pt x="4" y="8"/>
                    <a:pt x="4" y="12"/>
                  </a:cubicBezTo>
                  <a:cubicBezTo>
                    <a:pt x="4" y="16"/>
                    <a:pt x="8" y="19"/>
                    <a:pt x="12" y="19"/>
                  </a:cubicBezTo>
                  <a:cubicBezTo>
                    <a:pt x="16" y="19"/>
                    <a:pt x="20" y="16"/>
                    <a:pt x="20" y="12"/>
                  </a:cubicBezTo>
                  <a:cubicBezTo>
                    <a:pt x="20" y="8"/>
                    <a:pt x="16" y="4"/>
                    <a:pt x="12"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27" name="Rectangle 21">
              <a:extLst>
                <a:ext uri="{FF2B5EF4-FFF2-40B4-BE49-F238E27FC236}">
                  <a16:creationId xmlns:a16="http://schemas.microsoft.com/office/drawing/2014/main" id="{8AD2E827-32A3-4BE4-9CC6-8315629177AE}"/>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33350" y="4662488"/>
              <a:ext cx="23813" cy="2181225"/>
            </a:xfrm>
            <a:prstGeom prst="rect">
              <a:avLst/>
            </a:pr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miter lim="800000"/>
                  <a:headEnd/>
                  <a:tailEnd/>
                </a14:hiddenLine>
              </a:ext>
            </a:extLst>
          </p:spPr>
          <p:txBody>
            <a:bodyPr/>
            <a:lstStyle/>
            <a:p>
              <a:endParaRPr lang="it-IT"/>
            </a:p>
          </p:txBody>
        </p:sp>
        <p:sp>
          <p:nvSpPr>
            <p:cNvPr id="28" name="Freeform 22">
              <a:extLst>
                <a:ext uri="{FF2B5EF4-FFF2-40B4-BE49-F238E27FC236}">
                  <a16:creationId xmlns:a16="http://schemas.microsoft.com/office/drawing/2014/main" id="{47FB2CCC-1230-494F-B2D1-F05E5B8EDF5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223837" y="5041900"/>
              <a:ext cx="369888" cy="1801813"/>
            </a:xfrm>
            <a:custGeom>
              <a:avLst/>
              <a:gdLst/>
              <a:ahLst/>
              <a:cxnLst/>
              <a:rect l="0" t="0" r="r" b="b"/>
              <a:pathLst>
                <a:path w="233" h="1135">
                  <a:moveTo>
                    <a:pt x="15" y="1135"/>
                  </a:moveTo>
                  <a:lnTo>
                    <a:pt x="0" y="1135"/>
                  </a:lnTo>
                  <a:lnTo>
                    <a:pt x="0" y="515"/>
                  </a:lnTo>
                  <a:lnTo>
                    <a:pt x="0" y="512"/>
                  </a:lnTo>
                  <a:lnTo>
                    <a:pt x="218" y="0"/>
                  </a:lnTo>
                  <a:lnTo>
                    <a:pt x="233" y="6"/>
                  </a:lnTo>
                  <a:lnTo>
                    <a:pt x="15" y="518"/>
                  </a:lnTo>
                  <a:lnTo>
                    <a:pt x="15" y="1135"/>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29" name="Freeform 23">
              <a:extLst>
                <a:ext uri="{FF2B5EF4-FFF2-40B4-BE49-F238E27FC236}">
                  <a16:creationId xmlns:a16="http://schemas.microsoft.com/office/drawing/2014/main" id="{A5F44514-9274-47E3-9243-CA9356C166B5}"/>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52387" y="44815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30" name="Freeform 24">
              <a:extLst>
                <a:ext uri="{FF2B5EF4-FFF2-40B4-BE49-F238E27FC236}">
                  <a16:creationId xmlns:a16="http://schemas.microsoft.com/office/drawing/2014/main" id="{D06192CD-AD86-4DCA-8B53-4ACCA46583A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4288" y="5627688"/>
              <a:ext cx="85725" cy="1216025"/>
            </a:xfrm>
            <a:custGeom>
              <a:avLst/>
              <a:gdLst/>
              <a:ahLst/>
              <a:cxnLst/>
              <a:rect l="0" t="0" r="r" b="b"/>
              <a:pathLst>
                <a:path w="54" h="766">
                  <a:moveTo>
                    <a:pt x="54" y="766"/>
                  </a:moveTo>
                  <a:lnTo>
                    <a:pt x="36" y="766"/>
                  </a:lnTo>
                  <a:lnTo>
                    <a:pt x="36" y="149"/>
                  </a:lnTo>
                  <a:lnTo>
                    <a:pt x="0" y="3"/>
                  </a:lnTo>
                  <a:lnTo>
                    <a:pt x="18" y="0"/>
                  </a:lnTo>
                  <a:lnTo>
                    <a:pt x="54" y="146"/>
                  </a:lnTo>
                  <a:lnTo>
                    <a:pt x="54" y="766"/>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31" name="Freeform 25">
              <a:extLst>
                <a:ext uri="{FF2B5EF4-FFF2-40B4-BE49-F238E27FC236}">
                  <a16:creationId xmlns:a16="http://schemas.microsoft.com/office/drawing/2014/main" id="{99E9203A-21E4-46D8-981A-4B28CA320A69}"/>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527050" y="4867275"/>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32" name="Freeform 26">
              <a:extLst>
                <a:ext uri="{FF2B5EF4-FFF2-40B4-BE49-F238E27FC236}">
                  <a16:creationId xmlns:a16="http://schemas.microsoft.com/office/drawing/2014/main" id="{32FCE9B6-FB52-4045-8DCC-E5959B9A403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309562" y="5422900"/>
              <a:ext cx="374650" cy="1425575"/>
            </a:xfrm>
            <a:custGeom>
              <a:avLst/>
              <a:gdLst/>
              <a:ahLst/>
              <a:cxnLst/>
              <a:rect l="0" t="0" r="r" b="b"/>
              <a:pathLst>
                <a:path w="236" h="898">
                  <a:moveTo>
                    <a:pt x="18" y="898"/>
                  </a:moveTo>
                  <a:lnTo>
                    <a:pt x="0" y="898"/>
                  </a:lnTo>
                  <a:lnTo>
                    <a:pt x="0" y="515"/>
                  </a:lnTo>
                  <a:lnTo>
                    <a:pt x="3" y="512"/>
                  </a:lnTo>
                  <a:lnTo>
                    <a:pt x="221" y="0"/>
                  </a:lnTo>
                  <a:lnTo>
                    <a:pt x="236" y="6"/>
                  </a:lnTo>
                  <a:lnTo>
                    <a:pt x="18" y="518"/>
                  </a:lnTo>
                  <a:lnTo>
                    <a:pt x="18" y="898"/>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33" name="Freeform 27">
              <a:extLst>
                <a:ext uri="{FF2B5EF4-FFF2-40B4-BE49-F238E27FC236}">
                  <a16:creationId xmlns:a16="http://schemas.microsoft.com/office/drawing/2014/main" id="{E4A7025C-CDE8-429A-BBB9-E7380C96238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569912" y="5945188"/>
              <a:ext cx="152400" cy="912813"/>
            </a:xfrm>
            <a:custGeom>
              <a:avLst/>
              <a:gdLst/>
              <a:ahLst/>
              <a:cxnLst/>
              <a:rect l="0" t="0" r="r" b="b"/>
              <a:pathLst>
                <a:path w="96" h="575">
                  <a:moveTo>
                    <a:pt x="15" y="575"/>
                  </a:moveTo>
                  <a:lnTo>
                    <a:pt x="0" y="569"/>
                  </a:lnTo>
                  <a:lnTo>
                    <a:pt x="81" y="383"/>
                  </a:lnTo>
                  <a:lnTo>
                    <a:pt x="81" y="0"/>
                  </a:lnTo>
                  <a:lnTo>
                    <a:pt x="96" y="0"/>
                  </a:lnTo>
                  <a:lnTo>
                    <a:pt x="96" y="386"/>
                  </a:lnTo>
                  <a:lnTo>
                    <a:pt x="15" y="575"/>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34" name="Freeform 28">
              <a:extLst>
                <a:ext uri="{FF2B5EF4-FFF2-40B4-BE49-F238E27FC236}">
                  <a16:creationId xmlns:a16="http://schemas.microsoft.com/office/drawing/2014/main" id="{A4EA0256-5DF5-437A-98A7-B79F3E6BB89A}"/>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612775" y="52466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35" name="Freeform 29">
              <a:extLst>
                <a:ext uri="{FF2B5EF4-FFF2-40B4-BE49-F238E27FC236}">
                  <a16:creationId xmlns:a16="http://schemas.microsoft.com/office/drawing/2014/main" id="{90C9433D-9E1C-493B-BEBD-C3081FFA328F}"/>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612775" y="57642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36" name="Freeform 30">
              <a:extLst>
                <a:ext uri="{FF2B5EF4-FFF2-40B4-BE49-F238E27FC236}">
                  <a16:creationId xmlns:a16="http://schemas.microsoft.com/office/drawing/2014/main" id="{352B39BB-F298-4285-A709-1FBA0CB722C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669925" y="6330950"/>
              <a:ext cx="417513" cy="517525"/>
            </a:xfrm>
            <a:custGeom>
              <a:avLst/>
              <a:gdLst/>
              <a:ahLst/>
              <a:cxnLst/>
              <a:rect l="0" t="0" r="r" b="b"/>
              <a:pathLst>
                <a:path w="263" h="326">
                  <a:moveTo>
                    <a:pt x="15" y="326"/>
                  </a:moveTo>
                  <a:lnTo>
                    <a:pt x="0" y="320"/>
                  </a:lnTo>
                  <a:lnTo>
                    <a:pt x="45" y="206"/>
                  </a:lnTo>
                  <a:lnTo>
                    <a:pt x="48" y="206"/>
                  </a:lnTo>
                  <a:lnTo>
                    <a:pt x="254" y="0"/>
                  </a:lnTo>
                  <a:lnTo>
                    <a:pt x="263" y="12"/>
                  </a:lnTo>
                  <a:lnTo>
                    <a:pt x="60" y="215"/>
                  </a:lnTo>
                  <a:lnTo>
                    <a:pt x="15" y="326"/>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37" name="Freeform 31">
              <a:extLst>
                <a:ext uri="{FF2B5EF4-FFF2-40B4-BE49-F238E27FC236}">
                  <a16:creationId xmlns:a16="http://schemas.microsoft.com/office/drawing/2014/main" id="{31CAF2A0-CBA0-4E86-AA87-8750EC1AFB2E}"/>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1049337" y="6221413"/>
              <a:ext cx="157163" cy="147638"/>
            </a:xfrm>
            <a:custGeom>
              <a:avLst/>
              <a:gdLst/>
              <a:ahLst/>
              <a:cxnLst/>
              <a:rect l="0" t="0" r="r" b="b"/>
              <a:pathLst>
                <a:path w="33" h="31">
                  <a:moveTo>
                    <a:pt x="16" y="31"/>
                  </a:moveTo>
                  <a:cubicBezTo>
                    <a:pt x="12" y="31"/>
                    <a:pt x="8" y="29"/>
                    <a:pt x="5" y="26"/>
                  </a:cubicBezTo>
                  <a:cubicBezTo>
                    <a:pt x="2" y="24"/>
                    <a:pt x="0" y="20"/>
                    <a:pt x="0" y="15"/>
                  </a:cubicBezTo>
                  <a:cubicBezTo>
                    <a:pt x="0" y="11"/>
                    <a:pt x="2" y="7"/>
                    <a:pt x="5" y="4"/>
                  </a:cubicBezTo>
                  <a:cubicBezTo>
                    <a:pt x="8" y="1"/>
                    <a:pt x="12" y="0"/>
                    <a:pt x="16" y="0"/>
                  </a:cubicBezTo>
                  <a:cubicBezTo>
                    <a:pt x="20" y="0"/>
                    <a:pt x="24" y="1"/>
                    <a:pt x="27" y="4"/>
                  </a:cubicBezTo>
                  <a:cubicBezTo>
                    <a:pt x="33" y="10"/>
                    <a:pt x="33" y="20"/>
                    <a:pt x="27" y="26"/>
                  </a:cubicBezTo>
                  <a:cubicBezTo>
                    <a:pt x="24" y="29"/>
                    <a:pt x="20" y="31"/>
                    <a:pt x="16" y="31"/>
                  </a:cubicBezTo>
                  <a:close/>
                  <a:moveTo>
                    <a:pt x="16" y="4"/>
                  </a:moveTo>
                  <a:cubicBezTo>
                    <a:pt x="13" y="4"/>
                    <a:pt x="10" y="5"/>
                    <a:pt x="8" y="7"/>
                  </a:cubicBezTo>
                  <a:cubicBezTo>
                    <a:pt x="6" y="9"/>
                    <a:pt x="4" y="12"/>
                    <a:pt x="4" y="15"/>
                  </a:cubicBezTo>
                  <a:cubicBezTo>
                    <a:pt x="4" y="19"/>
                    <a:pt x="6" y="21"/>
                    <a:pt x="8" y="24"/>
                  </a:cubicBezTo>
                  <a:cubicBezTo>
                    <a:pt x="10" y="26"/>
                    <a:pt x="13" y="27"/>
                    <a:pt x="16" y="27"/>
                  </a:cubicBezTo>
                  <a:cubicBezTo>
                    <a:pt x="19" y="27"/>
                    <a:pt x="22" y="26"/>
                    <a:pt x="24" y="24"/>
                  </a:cubicBezTo>
                  <a:cubicBezTo>
                    <a:pt x="29" y="19"/>
                    <a:pt x="29" y="12"/>
                    <a:pt x="24" y="7"/>
                  </a:cubicBezTo>
                  <a:cubicBezTo>
                    <a:pt x="22" y="5"/>
                    <a:pt x="19" y="4"/>
                    <a:pt x="16"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grpSp>
      <p:sp>
        <p:nvSpPr>
          <p:cNvPr id="2" name="Titolo 1">
            <a:extLst>
              <a:ext uri="{FF2B5EF4-FFF2-40B4-BE49-F238E27FC236}">
                <a16:creationId xmlns:a16="http://schemas.microsoft.com/office/drawing/2014/main" id="{D841987E-0CEE-A488-C6A5-F281BA167EFB}"/>
              </a:ext>
            </a:extLst>
          </p:cNvPr>
          <p:cNvSpPr>
            <a:spLocks noGrp="1"/>
          </p:cNvSpPr>
          <p:nvPr>
            <p:ph type="title"/>
          </p:nvPr>
        </p:nvSpPr>
        <p:spPr>
          <a:xfrm>
            <a:off x="1019015" y="1093787"/>
            <a:ext cx="3059969" cy="4697413"/>
          </a:xfrm>
        </p:spPr>
        <p:txBody>
          <a:bodyPr>
            <a:normAutofit/>
          </a:bodyPr>
          <a:lstStyle/>
          <a:p>
            <a:r>
              <a:rPr lang="it-IT" dirty="0"/>
              <a:t>Training strategy</a:t>
            </a:r>
          </a:p>
        </p:txBody>
      </p:sp>
      <p:sp useBgFill="1">
        <p:nvSpPr>
          <p:cNvPr id="39" name="Round Diagonal Corner Rectangle 7">
            <a:extLst>
              <a:ext uri="{FF2B5EF4-FFF2-40B4-BE49-F238E27FC236}">
                <a16:creationId xmlns:a16="http://schemas.microsoft.com/office/drawing/2014/main" id="{7D1C411D-0818-4640-8657-2AF78250C80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625084" y="0"/>
            <a:ext cx="7566916" cy="6848476"/>
          </a:xfrm>
          <a:prstGeom prst="round2DiagRect">
            <a:avLst>
              <a:gd name="adj1" fmla="val 0"/>
              <a:gd name="adj2" fmla="val 0"/>
            </a:avLst>
          </a:prstGeom>
          <a:ln w="19050" cap="sq">
            <a:noFill/>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 name="Segnaposto contenuto 2">
            <a:extLst>
              <a:ext uri="{FF2B5EF4-FFF2-40B4-BE49-F238E27FC236}">
                <a16:creationId xmlns:a16="http://schemas.microsoft.com/office/drawing/2014/main" id="{1A0701BE-0A11-AAC2-1CA9-F6B68F722FE8}"/>
              </a:ext>
            </a:extLst>
          </p:cNvPr>
          <p:cNvSpPr>
            <a:spLocks noGrp="1"/>
          </p:cNvSpPr>
          <p:nvPr>
            <p:ph idx="1"/>
          </p:nvPr>
        </p:nvSpPr>
        <p:spPr>
          <a:xfrm>
            <a:off x="4855112" y="1093788"/>
            <a:ext cx="7113051" cy="4697413"/>
          </a:xfrm>
        </p:spPr>
        <p:txBody>
          <a:bodyPr>
            <a:normAutofit/>
          </a:bodyPr>
          <a:lstStyle/>
          <a:p>
            <a:pPr marL="0" indent="0">
              <a:buNone/>
            </a:pPr>
            <a:r>
              <a:rPr lang="it-IT" sz="2200" dirty="0" err="1">
                <a:latin typeface="Calibri Light" panose="020F0302020204030204" pitchFamily="34" charset="0"/>
                <a:ea typeface="Calibri Light" panose="020F0302020204030204" pitchFamily="34" charset="0"/>
                <a:cs typeface="Calibri Light" panose="020F0302020204030204" pitchFamily="34" charset="0"/>
              </a:rPr>
              <a:t>As</a:t>
            </a:r>
            <a:r>
              <a:rPr lang="it-IT" sz="2200" dirty="0">
                <a:latin typeface="Calibri Light" panose="020F0302020204030204" pitchFamily="34" charset="0"/>
                <a:ea typeface="Calibri Light" panose="020F0302020204030204" pitchFamily="34" charset="0"/>
                <a:cs typeface="Calibri Light" panose="020F0302020204030204" pitchFamily="34" charset="0"/>
              </a:rPr>
              <a:t>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already</a:t>
            </a:r>
            <a:r>
              <a:rPr lang="it-IT" sz="2200" dirty="0">
                <a:latin typeface="Calibri Light" panose="020F0302020204030204" pitchFamily="34" charset="0"/>
                <a:ea typeface="Calibri Light" panose="020F0302020204030204" pitchFamily="34" charset="0"/>
                <a:cs typeface="Calibri Light" panose="020F0302020204030204" pitchFamily="34" charset="0"/>
              </a:rPr>
              <a:t>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discussed</a:t>
            </a:r>
            <a:r>
              <a:rPr lang="it-IT" sz="2200" dirty="0">
                <a:latin typeface="Calibri Light" panose="020F0302020204030204" pitchFamily="34" charset="0"/>
                <a:ea typeface="Calibri Light" panose="020F0302020204030204" pitchFamily="34" charset="0"/>
                <a:cs typeface="Calibri Light" panose="020F0302020204030204" pitchFamily="34" charset="0"/>
              </a:rPr>
              <a:t>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we</a:t>
            </a:r>
            <a:r>
              <a:rPr lang="it-IT" sz="2200" dirty="0">
                <a:latin typeface="Calibri Light" panose="020F0302020204030204" pitchFamily="34" charset="0"/>
                <a:ea typeface="Calibri Light" panose="020F0302020204030204" pitchFamily="34" charset="0"/>
                <a:cs typeface="Calibri Light" panose="020F0302020204030204" pitchFamily="34" charset="0"/>
              </a:rPr>
              <a:t>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tried</a:t>
            </a:r>
            <a:r>
              <a:rPr lang="it-IT" sz="2200" dirty="0">
                <a:latin typeface="Calibri Light" panose="020F0302020204030204" pitchFamily="34" charset="0"/>
                <a:ea typeface="Calibri Light" panose="020F0302020204030204" pitchFamily="34" charset="0"/>
                <a:cs typeface="Calibri Light" panose="020F0302020204030204" pitchFamily="34" charset="0"/>
              </a:rPr>
              <a:t>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various</a:t>
            </a:r>
            <a:r>
              <a:rPr lang="it-IT" sz="2200" dirty="0">
                <a:latin typeface="Calibri Light" panose="020F0302020204030204" pitchFamily="34" charset="0"/>
                <a:ea typeface="Calibri Light" panose="020F0302020204030204" pitchFamily="34" charset="0"/>
                <a:cs typeface="Calibri Light" panose="020F0302020204030204" pitchFamily="34" charset="0"/>
              </a:rPr>
              <a:t>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configurations</a:t>
            </a:r>
            <a:r>
              <a:rPr lang="it-IT" sz="2200" dirty="0">
                <a:latin typeface="Calibri Light" panose="020F0302020204030204" pitchFamily="34" charset="0"/>
                <a:ea typeface="Calibri Light" panose="020F0302020204030204" pitchFamily="34" charset="0"/>
                <a:cs typeface="Calibri Light" panose="020F0302020204030204" pitchFamily="34" charset="0"/>
              </a:rPr>
              <a:t> with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different</a:t>
            </a:r>
            <a:r>
              <a:rPr lang="it-IT" sz="2200" dirty="0">
                <a:latin typeface="Calibri Light" panose="020F0302020204030204" pitchFamily="34" charset="0"/>
                <a:ea typeface="Calibri Light" panose="020F0302020204030204" pitchFamily="34" charset="0"/>
                <a:cs typeface="Calibri Light" panose="020F0302020204030204" pitchFamily="34" charset="0"/>
              </a:rPr>
              <a:t>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function</a:t>
            </a:r>
            <a:r>
              <a:rPr lang="it-IT" sz="2200" dirty="0">
                <a:latin typeface="Calibri Light" panose="020F0302020204030204" pitchFamily="34" charset="0"/>
                <a:ea typeface="Calibri Light" panose="020F0302020204030204" pitchFamily="34" charset="0"/>
                <a:cs typeface="Calibri Light" panose="020F0302020204030204" pitchFamily="34" charset="0"/>
              </a:rPr>
              <a:t> and training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parameters</a:t>
            </a:r>
            <a:r>
              <a:rPr lang="it-IT" sz="2200" dirty="0">
                <a:latin typeface="Calibri Light" panose="020F0302020204030204" pitchFamily="34" charset="0"/>
                <a:ea typeface="Calibri Light" panose="020F0302020204030204" pitchFamily="34" charset="0"/>
                <a:cs typeface="Calibri Light" panose="020F0302020204030204" pitchFamily="34" charset="0"/>
              </a:rPr>
              <a:t>,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different</a:t>
            </a:r>
            <a:r>
              <a:rPr lang="it-IT" sz="2200" dirty="0">
                <a:latin typeface="Calibri Light" panose="020F0302020204030204" pitchFamily="34" charset="0"/>
                <a:ea typeface="Calibri Light" panose="020F0302020204030204" pitchFamily="34" charset="0"/>
                <a:cs typeface="Calibri Light" panose="020F0302020204030204" pitchFamily="34" charset="0"/>
              </a:rPr>
              <a:t>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reward</a:t>
            </a:r>
            <a:r>
              <a:rPr lang="it-IT" sz="2200" dirty="0">
                <a:latin typeface="Calibri Light" panose="020F0302020204030204" pitchFamily="34" charset="0"/>
                <a:ea typeface="Calibri Light" panose="020F0302020204030204" pitchFamily="34" charset="0"/>
                <a:cs typeface="Calibri Light" panose="020F0302020204030204" pitchFamily="34" charset="0"/>
              </a:rPr>
              <a:t> weights and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different</a:t>
            </a:r>
            <a:r>
              <a:rPr lang="it-IT" sz="2200" dirty="0">
                <a:latin typeface="Calibri Light" panose="020F0302020204030204" pitchFamily="34" charset="0"/>
                <a:ea typeface="Calibri Light" panose="020F0302020204030204" pitchFamily="34" charset="0"/>
                <a:cs typeface="Calibri Light" panose="020F0302020204030204" pitchFamily="34" charset="0"/>
              </a:rPr>
              <a:t>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functions</a:t>
            </a:r>
            <a:r>
              <a:rPr lang="it-IT" sz="2200" dirty="0">
                <a:latin typeface="Calibri Light" panose="020F0302020204030204" pitchFamily="34" charset="0"/>
                <a:ea typeface="Calibri Light" panose="020F0302020204030204" pitchFamily="34" charset="0"/>
                <a:cs typeface="Calibri Light" panose="020F0302020204030204" pitchFamily="34" charset="0"/>
              </a:rPr>
              <a:t> to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calculate</a:t>
            </a:r>
            <a:r>
              <a:rPr lang="it-IT" sz="2200" dirty="0">
                <a:latin typeface="Calibri Light" panose="020F0302020204030204" pitchFamily="34" charset="0"/>
                <a:ea typeface="Calibri Light" panose="020F0302020204030204" pitchFamily="34" charset="0"/>
                <a:cs typeface="Calibri Light" panose="020F0302020204030204" pitchFamily="34" charset="0"/>
              </a:rPr>
              <a:t>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those</a:t>
            </a:r>
            <a:r>
              <a:rPr lang="it-IT" sz="2200" dirty="0">
                <a:latin typeface="Calibri Light" panose="020F0302020204030204" pitchFamily="34" charset="0"/>
                <a:ea typeface="Calibri Light" panose="020F0302020204030204" pitchFamily="34" charset="0"/>
                <a:cs typeface="Calibri Light" panose="020F0302020204030204" pitchFamily="34" charset="0"/>
              </a:rPr>
              <a:t>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rewards</a:t>
            </a:r>
            <a:r>
              <a:rPr lang="it-IT" sz="2200" dirty="0">
                <a:latin typeface="Calibri Light" panose="020F0302020204030204" pitchFamily="34" charset="0"/>
                <a:ea typeface="Calibri Light" panose="020F0302020204030204" pitchFamily="34" charset="0"/>
                <a:cs typeface="Calibri Light" panose="020F0302020204030204" pitchFamily="34" charset="0"/>
              </a:rPr>
              <a:t>. Once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we</a:t>
            </a:r>
            <a:r>
              <a:rPr lang="it-IT" sz="2200" dirty="0">
                <a:latin typeface="Calibri Light" panose="020F0302020204030204" pitchFamily="34" charset="0"/>
                <a:ea typeface="Calibri Light" panose="020F0302020204030204" pitchFamily="34" charset="0"/>
                <a:cs typeface="Calibri Light" panose="020F0302020204030204" pitchFamily="34" charset="0"/>
              </a:rPr>
              <a:t>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noticed</a:t>
            </a:r>
            <a:r>
              <a:rPr lang="it-IT" sz="2200" dirty="0">
                <a:latin typeface="Calibri Light" panose="020F0302020204030204" pitchFamily="34" charset="0"/>
                <a:ea typeface="Calibri Light" panose="020F0302020204030204" pitchFamily="34" charset="0"/>
                <a:cs typeface="Calibri Light" panose="020F0302020204030204" pitchFamily="34" charset="0"/>
              </a:rPr>
              <a:t> the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aforementioned</a:t>
            </a:r>
            <a:r>
              <a:rPr lang="it-IT" sz="2200" dirty="0">
                <a:latin typeface="Calibri Light" panose="020F0302020204030204" pitchFamily="34" charset="0"/>
                <a:ea typeface="Calibri Light" panose="020F0302020204030204" pitchFamily="34" charset="0"/>
                <a:cs typeface="Calibri Light" panose="020F0302020204030204" pitchFamily="34" charset="0"/>
              </a:rPr>
              <a:t>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problems</a:t>
            </a:r>
            <a:r>
              <a:rPr lang="it-IT" sz="2200" dirty="0">
                <a:latin typeface="Calibri Light" panose="020F0302020204030204" pitchFamily="34" charset="0"/>
                <a:ea typeface="Calibri Light" panose="020F0302020204030204" pitchFamily="34" charset="0"/>
                <a:cs typeface="Calibri Light" panose="020F0302020204030204" pitchFamily="34" charset="0"/>
              </a:rPr>
              <a:t>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we</a:t>
            </a:r>
            <a:r>
              <a:rPr lang="it-IT" sz="2200" dirty="0">
                <a:latin typeface="Calibri Light" panose="020F0302020204030204" pitchFamily="34" charset="0"/>
                <a:ea typeface="Calibri Light" panose="020F0302020204030204" pitchFamily="34" charset="0"/>
                <a:cs typeface="Calibri Light" panose="020F0302020204030204" pitchFamily="34" charset="0"/>
              </a:rPr>
              <a:t>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divided</a:t>
            </a:r>
            <a:r>
              <a:rPr lang="it-IT" sz="2200" dirty="0">
                <a:latin typeface="Calibri Light" panose="020F0302020204030204" pitchFamily="34" charset="0"/>
                <a:ea typeface="Calibri Light" panose="020F0302020204030204" pitchFamily="34" charset="0"/>
                <a:cs typeface="Calibri Light" panose="020F0302020204030204" pitchFamily="34" charset="0"/>
              </a:rPr>
              <a:t> the group to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search</a:t>
            </a:r>
            <a:r>
              <a:rPr lang="it-IT" sz="2200" dirty="0">
                <a:latin typeface="Calibri Light" panose="020F0302020204030204" pitchFamily="34" charset="0"/>
                <a:ea typeface="Calibri Light" panose="020F0302020204030204" pitchFamily="34" charset="0"/>
                <a:cs typeface="Calibri Light" panose="020F0302020204030204" pitchFamily="34" charset="0"/>
              </a:rPr>
              <a:t> more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efficiently</a:t>
            </a:r>
            <a:r>
              <a:rPr lang="it-IT" sz="2200" dirty="0">
                <a:latin typeface="Calibri Light" panose="020F0302020204030204" pitchFamily="34" charset="0"/>
                <a:ea typeface="Calibri Light" panose="020F0302020204030204" pitchFamily="34" charset="0"/>
                <a:cs typeface="Calibri Light" panose="020F0302020204030204" pitchFamily="34" charset="0"/>
              </a:rPr>
              <a:t> for a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solution</a:t>
            </a:r>
            <a:r>
              <a:rPr lang="it-IT" sz="2200" dirty="0">
                <a:latin typeface="Calibri Light" panose="020F0302020204030204" pitchFamily="34" charset="0"/>
                <a:ea typeface="Calibri Light" panose="020F0302020204030204" pitchFamily="34" charset="0"/>
                <a:cs typeface="Calibri Light" panose="020F0302020204030204" pitchFamily="34" charset="0"/>
              </a:rPr>
              <a:t>: some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tried</a:t>
            </a:r>
            <a:r>
              <a:rPr lang="it-IT" sz="2200" dirty="0">
                <a:latin typeface="Calibri Light" panose="020F0302020204030204" pitchFamily="34" charset="0"/>
                <a:ea typeface="Calibri Light" panose="020F0302020204030204" pitchFamily="34" charset="0"/>
                <a:cs typeface="Calibri Light" panose="020F0302020204030204" pitchFamily="34" charset="0"/>
              </a:rPr>
              <a:t>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various</a:t>
            </a:r>
            <a:r>
              <a:rPr lang="it-IT" sz="2200" dirty="0">
                <a:latin typeface="Calibri Light" panose="020F0302020204030204" pitchFamily="34" charset="0"/>
                <a:ea typeface="Calibri Light" panose="020F0302020204030204" pitchFamily="34" charset="0"/>
                <a:cs typeface="Calibri Light" panose="020F0302020204030204" pitchFamily="34" charset="0"/>
              </a:rPr>
              <a:t>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configurations</a:t>
            </a:r>
            <a:r>
              <a:rPr lang="it-IT" sz="2200" dirty="0">
                <a:latin typeface="Calibri Light" panose="020F0302020204030204" pitchFamily="34" charset="0"/>
                <a:ea typeface="Calibri Light" panose="020F0302020204030204" pitchFamily="34" charset="0"/>
                <a:cs typeface="Calibri Light" panose="020F0302020204030204" pitchFamily="34" charset="0"/>
              </a:rPr>
              <a:t> for small training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periods</a:t>
            </a:r>
            <a:r>
              <a:rPr lang="it-IT" sz="2200" dirty="0">
                <a:latin typeface="Calibri Light" panose="020F0302020204030204" pitchFamily="34" charset="0"/>
                <a:ea typeface="Calibri Light" panose="020F0302020204030204" pitchFamily="34" charset="0"/>
                <a:cs typeface="Calibri Light" panose="020F0302020204030204" pitchFamily="34" charset="0"/>
              </a:rPr>
              <a:t> (2000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episodes</a:t>
            </a:r>
            <a:r>
              <a:rPr lang="it-IT" sz="2200" dirty="0">
                <a:latin typeface="Calibri Light" panose="020F0302020204030204" pitchFamily="34" charset="0"/>
                <a:ea typeface="Calibri Light" panose="020F0302020204030204" pitchFamily="34" charset="0"/>
                <a:cs typeface="Calibri Light" panose="020F0302020204030204" pitchFamily="34" charset="0"/>
              </a:rPr>
              <a:t>) and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others</a:t>
            </a:r>
            <a:r>
              <a:rPr lang="it-IT" sz="2200" dirty="0">
                <a:latin typeface="Calibri Light" panose="020F0302020204030204" pitchFamily="34" charset="0"/>
                <a:ea typeface="Calibri Light" panose="020F0302020204030204" pitchFamily="34" charset="0"/>
                <a:cs typeface="Calibri Light" panose="020F0302020204030204" pitchFamily="34" charset="0"/>
              </a:rPr>
              <a:t>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tried</a:t>
            </a:r>
            <a:r>
              <a:rPr lang="it-IT" sz="2200" dirty="0">
                <a:latin typeface="Calibri Light" panose="020F0302020204030204" pitchFamily="34" charset="0"/>
                <a:ea typeface="Calibri Light" panose="020F0302020204030204" pitchFamily="34" charset="0"/>
                <a:cs typeface="Calibri Light" panose="020F0302020204030204" pitchFamily="34" charset="0"/>
              </a:rPr>
              <a:t> a multi-</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phase</a:t>
            </a:r>
            <a:r>
              <a:rPr lang="it-IT" sz="2200" dirty="0">
                <a:latin typeface="Calibri Light" panose="020F0302020204030204" pitchFamily="34" charset="0"/>
                <a:ea typeface="Calibri Light" panose="020F0302020204030204" pitchFamily="34" charset="0"/>
                <a:cs typeface="Calibri Light" panose="020F0302020204030204" pitchFamily="34" charset="0"/>
              </a:rPr>
              <a:t> training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starting</a:t>
            </a:r>
            <a:r>
              <a:rPr lang="it-IT" sz="2200" dirty="0">
                <a:latin typeface="Calibri Light" panose="020F0302020204030204" pitchFamily="34" charset="0"/>
                <a:ea typeface="Calibri Light" panose="020F0302020204030204" pitchFamily="34" charset="0"/>
                <a:cs typeface="Calibri Light" panose="020F0302020204030204" pitchFamily="34" charset="0"/>
              </a:rPr>
              <a:t> from a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maze</a:t>
            </a:r>
            <a:r>
              <a:rPr lang="it-IT" sz="2200" dirty="0">
                <a:latin typeface="Calibri Light" panose="020F0302020204030204" pitchFamily="34" charset="0"/>
                <a:ea typeface="Calibri Light" panose="020F0302020204030204" pitchFamily="34" charset="0"/>
                <a:cs typeface="Calibri Light" panose="020F0302020204030204" pitchFamily="34" charset="0"/>
              </a:rPr>
              <a:t>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without</a:t>
            </a:r>
            <a:r>
              <a:rPr lang="it-IT" sz="2200" dirty="0">
                <a:latin typeface="Calibri Light" panose="020F0302020204030204" pitchFamily="34" charset="0"/>
                <a:ea typeface="Calibri Light" panose="020F0302020204030204" pitchFamily="34" charset="0"/>
                <a:cs typeface="Calibri Light" panose="020F0302020204030204" pitchFamily="34" charset="0"/>
              </a:rPr>
              <a:t>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obstacles</a:t>
            </a:r>
            <a:r>
              <a:rPr lang="it-IT" sz="2200" dirty="0">
                <a:latin typeface="Calibri Light" panose="020F0302020204030204" pitchFamily="34" charset="0"/>
                <a:ea typeface="Calibri Light" panose="020F0302020204030204" pitchFamily="34" charset="0"/>
                <a:cs typeface="Calibri Light" panose="020F0302020204030204" pitchFamily="34" charset="0"/>
              </a:rPr>
              <a:t> and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increasing</a:t>
            </a:r>
            <a:r>
              <a:rPr lang="it-IT" sz="2200" dirty="0">
                <a:latin typeface="Calibri Light" panose="020F0302020204030204" pitchFamily="34" charset="0"/>
                <a:ea typeface="Calibri Light" panose="020F0302020204030204" pitchFamily="34" charset="0"/>
                <a:cs typeface="Calibri Light" panose="020F0302020204030204" pitchFamily="34" charset="0"/>
              </a:rPr>
              <a:t> the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difficulty</a:t>
            </a:r>
            <a:r>
              <a:rPr lang="it-IT" sz="2200" dirty="0">
                <a:latin typeface="Calibri Light" panose="020F0302020204030204" pitchFamily="34" charset="0"/>
                <a:ea typeface="Calibri Light" panose="020F0302020204030204" pitchFamily="34" charset="0"/>
                <a:cs typeface="Calibri Light" panose="020F0302020204030204" pitchFamily="34" charset="0"/>
              </a:rPr>
              <a:t>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gradually</a:t>
            </a:r>
            <a:r>
              <a:rPr lang="it-IT" sz="2200" dirty="0">
                <a:latin typeface="Calibri Light" panose="020F0302020204030204" pitchFamily="34" charset="0"/>
                <a:ea typeface="Calibri Light" panose="020F0302020204030204" pitchFamily="34" charset="0"/>
                <a:cs typeface="Calibri Light" panose="020F0302020204030204" pitchFamily="34" charset="0"/>
              </a:rPr>
              <a:t>).</a:t>
            </a:r>
          </a:p>
        </p:txBody>
      </p:sp>
    </p:spTree>
    <p:extLst>
      <p:ext uri="{BB962C8B-B14F-4D97-AF65-F5344CB8AC3E}">
        <p14:creationId xmlns:p14="http://schemas.microsoft.com/office/powerpoint/2010/main" val="362848253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6BFC9644-673A-459F-B3C5-9310A4E50E3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bg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0" name="Group 9">
            <a:extLst>
              <a:ext uri="{FF2B5EF4-FFF2-40B4-BE49-F238E27FC236}">
                <a16:creationId xmlns:a16="http://schemas.microsoft.com/office/drawing/2014/main" id="{4ADB9295-9645-4BF2-ADFD-75800B7FAD06}"/>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4288" y="0"/>
            <a:ext cx="1220788" cy="6858001"/>
            <a:chOff x="-14288" y="0"/>
            <a:chExt cx="1220788" cy="6858001"/>
          </a:xfrm>
          <a:solidFill>
            <a:schemeClr val="bg2">
              <a:lumMod val="60000"/>
              <a:lumOff val="40000"/>
              <a:alpha val="60000"/>
            </a:schemeClr>
          </a:solidFill>
        </p:grpSpPr>
        <p:sp>
          <p:nvSpPr>
            <p:cNvPr id="11" name="Rectangle 5">
              <a:extLst>
                <a:ext uri="{FF2B5EF4-FFF2-40B4-BE49-F238E27FC236}">
                  <a16:creationId xmlns:a16="http://schemas.microsoft.com/office/drawing/2014/main" id="{95B061E9-E435-4E1B-B160-96584A116691}"/>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4300" y="4763"/>
              <a:ext cx="23813" cy="2181225"/>
            </a:xfrm>
            <a:prstGeom prst="rect">
              <a:avLst/>
            </a:pr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miter lim="800000"/>
                  <a:headEnd/>
                  <a:tailEnd/>
                </a14:hiddenLine>
              </a:ext>
            </a:extLst>
          </p:spPr>
          <p:txBody>
            <a:bodyPr/>
            <a:lstStyle/>
            <a:p>
              <a:endParaRPr lang="it-IT"/>
            </a:p>
          </p:txBody>
        </p:sp>
        <p:sp>
          <p:nvSpPr>
            <p:cNvPr id="12" name="Freeform 6">
              <a:extLst>
                <a:ext uri="{FF2B5EF4-FFF2-40B4-BE49-F238E27FC236}">
                  <a16:creationId xmlns:a16="http://schemas.microsoft.com/office/drawing/2014/main" id="{3CD7972E-7D38-40EE-A80B-E2A848811EDD}"/>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33337" y="217646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13" name="Freeform 7">
              <a:extLst>
                <a:ext uri="{FF2B5EF4-FFF2-40B4-BE49-F238E27FC236}">
                  <a16:creationId xmlns:a16="http://schemas.microsoft.com/office/drawing/2014/main" id="{524A3B55-746F-419F-8CFF-5F3A4BE14345}"/>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28575" y="4021138"/>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14" name="Freeform 8">
              <a:extLst>
                <a:ext uri="{FF2B5EF4-FFF2-40B4-BE49-F238E27FC236}">
                  <a16:creationId xmlns:a16="http://schemas.microsoft.com/office/drawing/2014/main" id="{9C63219B-AD72-4494-935E-F5C70DB5497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200025" y="4763"/>
              <a:ext cx="369888" cy="1811338"/>
            </a:xfrm>
            <a:custGeom>
              <a:avLst/>
              <a:gdLst/>
              <a:ahLst/>
              <a:cxnLst/>
              <a:rect l="0" t="0" r="r" b="b"/>
              <a:pathLst>
                <a:path w="233" h="1141">
                  <a:moveTo>
                    <a:pt x="218" y="1141"/>
                  </a:moveTo>
                  <a:lnTo>
                    <a:pt x="0" y="626"/>
                  </a:lnTo>
                  <a:lnTo>
                    <a:pt x="0" y="0"/>
                  </a:lnTo>
                  <a:lnTo>
                    <a:pt x="15" y="0"/>
                  </a:lnTo>
                  <a:lnTo>
                    <a:pt x="15" y="623"/>
                  </a:lnTo>
                  <a:lnTo>
                    <a:pt x="233" y="1135"/>
                  </a:lnTo>
                  <a:lnTo>
                    <a:pt x="218" y="1141"/>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15" name="Freeform 9">
              <a:extLst>
                <a:ext uri="{FF2B5EF4-FFF2-40B4-BE49-F238E27FC236}">
                  <a16:creationId xmlns:a16="http://schemas.microsoft.com/office/drawing/2014/main" id="{15B41FD2-05E2-44E7-8760-09E65D1C6034}"/>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503237" y="1801813"/>
              <a:ext cx="190500" cy="188913"/>
            </a:xfrm>
            <a:custGeom>
              <a:avLst/>
              <a:gdLst/>
              <a:ahLst/>
              <a:cxnLst/>
              <a:rect l="0" t="0" r="r" b="b"/>
              <a:pathLst>
                <a:path w="40" h="40">
                  <a:moveTo>
                    <a:pt x="20" y="40"/>
                  </a:moveTo>
                  <a:cubicBezTo>
                    <a:pt x="9" y="40"/>
                    <a:pt x="0" y="31"/>
                    <a:pt x="0" y="20"/>
                  </a:cubicBezTo>
                  <a:cubicBezTo>
                    <a:pt x="0" y="9"/>
                    <a:pt x="9" y="0"/>
                    <a:pt x="20" y="0"/>
                  </a:cubicBezTo>
                  <a:cubicBezTo>
                    <a:pt x="33" y="0"/>
                    <a:pt x="40" y="6"/>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9"/>
                    <a:pt x="31"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16" name="Freeform 10">
              <a:extLst>
                <a:ext uri="{FF2B5EF4-FFF2-40B4-BE49-F238E27FC236}">
                  <a16:creationId xmlns:a16="http://schemas.microsoft.com/office/drawing/2014/main" id="{FE6D63D0-3347-4EE2-8F65-F1C32168FA2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285750" y="4763"/>
              <a:ext cx="369888" cy="1430338"/>
            </a:xfrm>
            <a:custGeom>
              <a:avLst/>
              <a:gdLst/>
              <a:ahLst/>
              <a:cxnLst/>
              <a:rect l="0" t="0" r="r" b="b"/>
              <a:pathLst>
                <a:path w="233" h="901">
                  <a:moveTo>
                    <a:pt x="221" y="901"/>
                  </a:moveTo>
                  <a:lnTo>
                    <a:pt x="0" y="383"/>
                  </a:lnTo>
                  <a:lnTo>
                    <a:pt x="0" y="0"/>
                  </a:lnTo>
                  <a:lnTo>
                    <a:pt x="18" y="0"/>
                  </a:lnTo>
                  <a:lnTo>
                    <a:pt x="18" y="380"/>
                  </a:lnTo>
                  <a:lnTo>
                    <a:pt x="233" y="895"/>
                  </a:lnTo>
                  <a:lnTo>
                    <a:pt x="221" y="901"/>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17" name="Freeform 11">
              <a:extLst>
                <a:ext uri="{FF2B5EF4-FFF2-40B4-BE49-F238E27FC236}">
                  <a16:creationId xmlns:a16="http://schemas.microsoft.com/office/drawing/2014/main" id="{538A46A3-DB16-45D5-B636-03EFE39FE96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546100" y="0"/>
              <a:ext cx="152400" cy="912813"/>
            </a:xfrm>
            <a:custGeom>
              <a:avLst/>
              <a:gdLst/>
              <a:ahLst/>
              <a:cxnLst/>
              <a:rect l="0" t="0" r="r" b="b"/>
              <a:pathLst>
                <a:path w="96" h="575">
                  <a:moveTo>
                    <a:pt x="96" y="575"/>
                  </a:moveTo>
                  <a:lnTo>
                    <a:pt x="78" y="575"/>
                  </a:lnTo>
                  <a:lnTo>
                    <a:pt x="78" y="192"/>
                  </a:lnTo>
                  <a:lnTo>
                    <a:pt x="0" y="6"/>
                  </a:lnTo>
                  <a:lnTo>
                    <a:pt x="15" y="0"/>
                  </a:lnTo>
                  <a:lnTo>
                    <a:pt x="96" y="189"/>
                  </a:lnTo>
                  <a:lnTo>
                    <a:pt x="96" y="575"/>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18" name="Freeform 12">
              <a:extLst>
                <a:ext uri="{FF2B5EF4-FFF2-40B4-BE49-F238E27FC236}">
                  <a16:creationId xmlns:a16="http://schemas.microsoft.com/office/drawing/2014/main" id="{0B8A2B0E-823F-4BE8-9359-45143BB1248E}"/>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588962" y="1420813"/>
              <a:ext cx="190500" cy="190500"/>
            </a:xfrm>
            <a:custGeom>
              <a:avLst/>
              <a:gdLst/>
              <a:ahLst/>
              <a:cxnLst/>
              <a:rect l="0" t="0" r="r" b="b"/>
              <a:pathLst>
                <a:path w="40" h="40">
                  <a:moveTo>
                    <a:pt x="20" y="40"/>
                  </a:moveTo>
                  <a:cubicBezTo>
                    <a:pt x="9" y="40"/>
                    <a:pt x="0" y="31"/>
                    <a:pt x="0" y="20"/>
                  </a:cubicBezTo>
                  <a:cubicBezTo>
                    <a:pt x="0" y="9"/>
                    <a:pt x="9" y="0"/>
                    <a:pt x="20" y="0"/>
                  </a:cubicBezTo>
                  <a:cubicBezTo>
                    <a:pt x="33" y="0"/>
                    <a:pt x="40" y="7"/>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9"/>
                    <a:pt x="31"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19" name="Freeform 13">
              <a:extLst>
                <a:ext uri="{FF2B5EF4-FFF2-40B4-BE49-F238E27FC236}">
                  <a16:creationId xmlns:a16="http://schemas.microsoft.com/office/drawing/2014/main" id="{44516B3C-A8BE-46FC-B643-3DFEB7F28386}"/>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588962" y="9032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20" name="Freeform 14">
              <a:extLst>
                <a:ext uri="{FF2B5EF4-FFF2-40B4-BE49-F238E27FC236}">
                  <a16:creationId xmlns:a16="http://schemas.microsoft.com/office/drawing/2014/main" id="{59FD699C-3920-4E57-BE27-165A3F036C2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641350" y="0"/>
              <a:ext cx="422275" cy="527050"/>
            </a:xfrm>
            <a:custGeom>
              <a:avLst/>
              <a:gdLst/>
              <a:ahLst/>
              <a:cxnLst/>
              <a:rect l="0" t="0" r="r" b="b"/>
              <a:pathLst>
                <a:path w="266" h="332">
                  <a:moveTo>
                    <a:pt x="257" y="332"/>
                  </a:moveTo>
                  <a:lnTo>
                    <a:pt x="48" y="123"/>
                  </a:lnTo>
                  <a:lnTo>
                    <a:pt x="0" y="6"/>
                  </a:lnTo>
                  <a:lnTo>
                    <a:pt x="15" y="0"/>
                  </a:lnTo>
                  <a:lnTo>
                    <a:pt x="63" y="114"/>
                  </a:lnTo>
                  <a:lnTo>
                    <a:pt x="266" y="320"/>
                  </a:lnTo>
                  <a:lnTo>
                    <a:pt x="257" y="332"/>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21" name="Freeform 15">
              <a:extLst>
                <a:ext uri="{FF2B5EF4-FFF2-40B4-BE49-F238E27FC236}">
                  <a16:creationId xmlns:a16="http://schemas.microsoft.com/office/drawing/2014/main" id="{0FB0C02E-3F53-4889-8ADF-80DBC43F693C}"/>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1020762" y="488950"/>
              <a:ext cx="161925" cy="147638"/>
            </a:xfrm>
            <a:custGeom>
              <a:avLst/>
              <a:gdLst/>
              <a:ahLst/>
              <a:cxnLst/>
              <a:rect l="0" t="0" r="r" b="b"/>
              <a:pathLst>
                <a:path w="34" h="31">
                  <a:moveTo>
                    <a:pt x="17" y="31"/>
                  </a:moveTo>
                  <a:cubicBezTo>
                    <a:pt x="13" y="31"/>
                    <a:pt x="9" y="30"/>
                    <a:pt x="6" y="27"/>
                  </a:cubicBezTo>
                  <a:cubicBezTo>
                    <a:pt x="0" y="20"/>
                    <a:pt x="0" y="10"/>
                    <a:pt x="6" y="4"/>
                  </a:cubicBezTo>
                  <a:cubicBezTo>
                    <a:pt x="9" y="1"/>
                    <a:pt x="13" y="0"/>
                    <a:pt x="17" y="0"/>
                  </a:cubicBezTo>
                  <a:cubicBezTo>
                    <a:pt x="21" y="0"/>
                    <a:pt x="25" y="1"/>
                    <a:pt x="28" y="4"/>
                  </a:cubicBezTo>
                  <a:cubicBezTo>
                    <a:pt x="34" y="10"/>
                    <a:pt x="34" y="20"/>
                    <a:pt x="28" y="27"/>
                  </a:cubicBezTo>
                  <a:cubicBezTo>
                    <a:pt x="25" y="30"/>
                    <a:pt x="21" y="31"/>
                    <a:pt x="17" y="31"/>
                  </a:cubicBezTo>
                  <a:close/>
                  <a:moveTo>
                    <a:pt x="17" y="4"/>
                  </a:moveTo>
                  <a:cubicBezTo>
                    <a:pt x="14" y="4"/>
                    <a:pt x="11" y="5"/>
                    <a:pt x="9" y="7"/>
                  </a:cubicBezTo>
                  <a:cubicBezTo>
                    <a:pt x="4" y="12"/>
                    <a:pt x="4" y="19"/>
                    <a:pt x="9" y="24"/>
                  </a:cubicBezTo>
                  <a:cubicBezTo>
                    <a:pt x="11" y="26"/>
                    <a:pt x="14" y="27"/>
                    <a:pt x="17" y="27"/>
                  </a:cubicBezTo>
                  <a:cubicBezTo>
                    <a:pt x="20" y="27"/>
                    <a:pt x="23" y="26"/>
                    <a:pt x="25" y="24"/>
                  </a:cubicBezTo>
                  <a:cubicBezTo>
                    <a:pt x="30" y="19"/>
                    <a:pt x="30" y="12"/>
                    <a:pt x="25" y="7"/>
                  </a:cubicBezTo>
                  <a:cubicBezTo>
                    <a:pt x="23" y="5"/>
                    <a:pt x="20" y="4"/>
                    <a:pt x="17"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22" name="Line 16">
              <a:extLst>
                <a:ext uri="{FF2B5EF4-FFF2-40B4-BE49-F238E27FC236}">
                  <a16:creationId xmlns:a16="http://schemas.microsoft.com/office/drawing/2014/main" id="{F8A0C89C-946F-4BCD-8A27-BB73E37FE525}"/>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a:off x="-4763" y="9525"/>
              <a:ext cx="0" cy="0"/>
            </a:xfrm>
            <a:prstGeom prst="line">
              <a:avLst/>
            </a:prstGeom>
            <a:grpFill/>
            <a:ln w="15" cap="flat">
              <a:solidFill>
                <a:srgbClr val="FFFFFF"/>
              </a:solidFill>
              <a:prstDash val="solid"/>
              <a:miter lim="800000"/>
              <a:headEnd/>
              <a:tailEnd/>
            </a:ln>
          </p:spPr>
          <p:txBody>
            <a:bodyPr/>
            <a:lstStyle/>
            <a:p>
              <a:endParaRPr lang="it-IT"/>
            </a:p>
          </p:txBody>
        </p:sp>
        <p:sp>
          <p:nvSpPr>
            <p:cNvPr id="23" name="Freeform 17">
              <a:extLst>
                <a:ext uri="{FF2B5EF4-FFF2-40B4-BE49-F238E27FC236}">
                  <a16:creationId xmlns:a16="http://schemas.microsoft.com/office/drawing/2014/main" id="{70C83EAF-4E92-4849-A240-B257871DC03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9525" y="1801813"/>
              <a:ext cx="123825" cy="127000"/>
            </a:xfrm>
            <a:custGeom>
              <a:avLst/>
              <a:gdLst/>
              <a:ahLst/>
              <a:cxnLst/>
              <a:rect l="0" t="0" r="r" b="b"/>
              <a:pathLst>
                <a:path w="78" h="80">
                  <a:moveTo>
                    <a:pt x="6" y="80"/>
                  </a:moveTo>
                  <a:lnTo>
                    <a:pt x="0" y="71"/>
                  </a:lnTo>
                  <a:lnTo>
                    <a:pt x="69" y="0"/>
                  </a:lnTo>
                  <a:lnTo>
                    <a:pt x="78" y="9"/>
                  </a:lnTo>
                  <a:lnTo>
                    <a:pt x="6" y="80"/>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24" name="Freeform 18">
              <a:extLst>
                <a:ext uri="{FF2B5EF4-FFF2-40B4-BE49-F238E27FC236}">
                  <a16:creationId xmlns:a16="http://schemas.microsoft.com/office/drawing/2014/main" id="{320FD164-4D7A-469C-B3F4-B926BFACF53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9525" y="3549650"/>
              <a:ext cx="147638" cy="481013"/>
            </a:xfrm>
            <a:custGeom>
              <a:avLst/>
              <a:gdLst/>
              <a:ahLst/>
              <a:cxnLst/>
              <a:rect l="0" t="0" r="r" b="b"/>
              <a:pathLst>
                <a:path w="93" h="303">
                  <a:moveTo>
                    <a:pt x="93" y="303"/>
                  </a:moveTo>
                  <a:lnTo>
                    <a:pt x="78" y="303"/>
                  </a:lnTo>
                  <a:lnTo>
                    <a:pt x="78" y="78"/>
                  </a:lnTo>
                  <a:lnTo>
                    <a:pt x="0" y="12"/>
                  </a:lnTo>
                  <a:lnTo>
                    <a:pt x="12" y="0"/>
                  </a:lnTo>
                  <a:lnTo>
                    <a:pt x="93" y="69"/>
                  </a:lnTo>
                  <a:lnTo>
                    <a:pt x="93" y="303"/>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25" name="Freeform 19">
              <a:extLst>
                <a:ext uri="{FF2B5EF4-FFF2-40B4-BE49-F238E27FC236}">
                  <a16:creationId xmlns:a16="http://schemas.microsoft.com/office/drawing/2014/main" id="{F6E14D9A-4E63-48FF-95C5-9E8DDFF86C4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28587" y="1382713"/>
              <a:ext cx="142875" cy="476250"/>
            </a:xfrm>
            <a:custGeom>
              <a:avLst/>
              <a:gdLst/>
              <a:ahLst/>
              <a:cxnLst/>
              <a:rect l="0" t="0" r="r" b="b"/>
              <a:pathLst>
                <a:path w="90" h="300">
                  <a:moveTo>
                    <a:pt x="90" y="300"/>
                  </a:moveTo>
                  <a:lnTo>
                    <a:pt x="78" y="300"/>
                  </a:lnTo>
                  <a:lnTo>
                    <a:pt x="78" y="84"/>
                  </a:lnTo>
                  <a:lnTo>
                    <a:pt x="0" y="9"/>
                  </a:lnTo>
                  <a:lnTo>
                    <a:pt x="9" y="0"/>
                  </a:lnTo>
                  <a:lnTo>
                    <a:pt x="90" y="81"/>
                  </a:lnTo>
                  <a:lnTo>
                    <a:pt x="90" y="300"/>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26" name="Freeform 20">
              <a:extLst>
                <a:ext uri="{FF2B5EF4-FFF2-40B4-BE49-F238E27FC236}">
                  <a16:creationId xmlns:a16="http://schemas.microsoft.com/office/drawing/2014/main" id="{F3DCD24F-3CA8-4404-B22C-E4C928995F3B}"/>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204787" y="1849438"/>
              <a:ext cx="114300" cy="107950"/>
            </a:xfrm>
            <a:custGeom>
              <a:avLst/>
              <a:gdLst/>
              <a:ahLst/>
              <a:cxnLst/>
              <a:rect l="0" t="0" r="r" b="b"/>
              <a:pathLst>
                <a:path w="24" h="23">
                  <a:moveTo>
                    <a:pt x="12" y="23"/>
                  </a:moveTo>
                  <a:cubicBezTo>
                    <a:pt x="6" y="23"/>
                    <a:pt x="0" y="18"/>
                    <a:pt x="0" y="12"/>
                  </a:cubicBezTo>
                  <a:cubicBezTo>
                    <a:pt x="0" y="5"/>
                    <a:pt x="6" y="0"/>
                    <a:pt x="12" y="0"/>
                  </a:cubicBezTo>
                  <a:cubicBezTo>
                    <a:pt x="18" y="0"/>
                    <a:pt x="24" y="5"/>
                    <a:pt x="24" y="12"/>
                  </a:cubicBezTo>
                  <a:cubicBezTo>
                    <a:pt x="24" y="18"/>
                    <a:pt x="18" y="23"/>
                    <a:pt x="12" y="23"/>
                  </a:cubicBezTo>
                  <a:close/>
                  <a:moveTo>
                    <a:pt x="12" y="4"/>
                  </a:moveTo>
                  <a:cubicBezTo>
                    <a:pt x="8" y="4"/>
                    <a:pt x="4" y="8"/>
                    <a:pt x="4" y="12"/>
                  </a:cubicBezTo>
                  <a:cubicBezTo>
                    <a:pt x="4" y="16"/>
                    <a:pt x="8" y="19"/>
                    <a:pt x="12" y="19"/>
                  </a:cubicBezTo>
                  <a:cubicBezTo>
                    <a:pt x="16" y="19"/>
                    <a:pt x="20" y="16"/>
                    <a:pt x="20" y="12"/>
                  </a:cubicBezTo>
                  <a:cubicBezTo>
                    <a:pt x="20" y="8"/>
                    <a:pt x="16" y="4"/>
                    <a:pt x="12"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27" name="Rectangle 21">
              <a:extLst>
                <a:ext uri="{FF2B5EF4-FFF2-40B4-BE49-F238E27FC236}">
                  <a16:creationId xmlns:a16="http://schemas.microsoft.com/office/drawing/2014/main" id="{8AD2E827-32A3-4BE4-9CC6-8315629177AE}"/>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33350" y="4662488"/>
              <a:ext cx="23813" cy="2181225"/>
            </a:xfrm>
            <a:prstGeom prst="rect">
              <a:avLst/>
            </a:pr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miter lim="800000"/>
                  <a:headEnd/>
                  <a:tailEnd/>
                </a14:hiddenLine>
              </a:ext>
            </a:extLst>
          </p:spPr>
          <p:txBody>
            <a:bodyPr/>
            <a:lstStyle/>
            <a:p>
              <a:endParaRPr lang="it-IT"/>
            </a:p>
          </p:txBody>
        </p:sp>
        <p:sp>
          <p:nvSpPr>
            <p:cNvPr id="28" name="Freeform 22">
              <a:extLst>
                <a:ext uri="{FF2B5EF4-FFF2-40B4-BE49-F238E27FC236}">
                  <a16:creationId xmlns:a16="http://schemas.microsoft.com/office/drawing/2014/main" id="{47FB2CCC-1230-494F-B2D1-F05E5B8EDF5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223837" y="5041900"/>
              <a:ext cx="369888" cy="1801813"/>
            </a:xfrm>
            <a:custGeom>
              <a:avLst/>
              <a:gdLst/>
              <a:ahLst/>
              <a:cxnLst/>
              <a:rect l="0" t="0" r="r" b="b"/>
              <a:pathLst>
                <a:path w="233" h="1135">
                  <a:moveTo>
                    <a:pt x="15" y="1135"/>
                  </a:moveTo>
                  <a:lnTo>
                    <a:pt x="0" y="1135"/>
                  </a:lnTo>
                  <a:lnTo>
                    <a:pt x="0" y="515"/>
                  </a:lnTo>
                  <a:lnTo>
                    <a:pt x="0" y="512"/>
                  </a:lnTo>
                  <a:lnTo>
                    <a:pt x="218" y="0"/>
                  </a:lnTo>
                  <a:lnTo>
                    <a:pt x="233" y="6"/>
                  </a:lnTo>
                  <a:lnTo>
                    <a:pt x="15" y="518"/>
                  </a:lnTo>
                  <a:lnTo>
                    <a:pt x="15" y="1135"/>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29" name="Freeform 23">
              <a:extLst>
                <a:ext uri="{FF2B5EF4-FFF2-40B4-BE49-F238E27FC236}">
                  <a16:creationId xmlns:a16="http://schemas.microsoft.com/office/drawing/2014/main" id="{A5F44514-9274-47E3-9243-CA9356C166B5}"/>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52387" y="44815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30" name="Freeform 24">
              <a:extLst>
                <a:ext uri="{FF2B5EF4-FFF2-40B4-BE49-F238E27FC236}">
                  <a16:creationId xmlns:a16="http://schemas.microsoft.com/office/drawing/2014/main" id="{D06192CD-AD86-4DCA-8B53-4ACCA46583A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4288" y="5627688"/>
              <a:ext cx="85725" cy="1216025"/>
            </a:xfrm>
            <a:custGeom>
              <a:avLst/>
              <a:gdLst/>
              <a:ahLst/>
              <a:cxnLst/>
              <a:rect l="0" t="0" r="r" b="b"/>
              <a:pathLst>
                <a:path w="54" h="766">
                  <a:moveTo>
                    <a:pt x="54" y="766"/>
                  </a:moveTo>
                  <a:lnTo>
                    <a:pt x="36" y="766"/>
                  </a:lnTo>
                  <a:lnTo>
                    <a:pt x="36" y="149"/>
                  </a:lnTo>
                  <a:lnTo>
                    <a:pt x="0" y="3"/>
                  </a:lnTo>
                  <a:lnTo>
                    <a:pt x="18" y="0"/>
                  </a:lnTo>
                  <a:lnTo>
                    <a:pt x="54" y="146"/>
                  </a:lnTo>
                  <a:lnTo>
                    <a:pt x="54" y="766"/>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31" name="Freeform 25">
              <a:extLst>
                <a:ext uri="{FF2B5EF4-FFF2-40B4-BE49-F238E27FC236}">
                  <a16:creationId xmlns:a16="http://schemas.microsoft.com/office/drawing/2014/main" id="{99E9203A-21E4-46D8-981A-4B28CA320A69}"/>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527050" y="4867275"/>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32" name="Freeform 26">
              <a:extLst>
                <a:ext uri="{FF2B5EF4-FFF2-40B4-BE49-F238E27FC236}">
                  <a16:creationId xmlns:a16="http://schemas.microsoft.com/office/drawing/2014/main" id="{32FCE9B6-FB52-4045-8DCC-E5959B9A403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309562" y="5422900"/>
              <a:ext cx="374650" cy="1425575"/>
            </a:xfrm>
            <a:custGeom>
              <a:avLst/>
              <a:gdLst/>
              <a:ahLst/>
              <a:cxnLst/>
              <a:rect l="0" t="0" r="r" b="b"/>
              <a:pathLst>
                <a:path w="236" h="898">
                  <a:moveTo>
                    <a:pt x="18" y="898"/>
                  </a:moveTo>
                  <a:lnTo>
                    <a:pt x="0" y="898"/>
                  </a:lnTo>
                  <a:lnTo>
                    <a:pt x="0" y="515"/>
                  </a:lnTo>
                  <a:lnTo>
                    <a:pt x="3" y="512"/>
                  </a:lnTo>
                  <a:lnTo>
                    <a:pt x="221" y="0"/>
                  </a:lnTo>
                  <a:lnTo>
                    <a:pt x="236" y="6"/>
                  </a:lnTo>
                  <a:lnTo>
                    <a:pt x="18" y="518"/>
                  </a:lnTo>
                  <a:lnTo>
                    <a:pt x="18" y="898"/>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33" name="Freeform 27">
              <a:extLst>
                <a:ext uri="{FF2B5EF4-FFF2-40B4-BE49-F238E27FC236}">
                  <a16:creationId xmlns:a16="http://schemas.microsoft.com/office/drawing/2014/main" id="{E4A7025C-CDE8-429A-BBB9-E7380C96238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569912" y="5945188"/>
              <a:ext cx="152400" cy="912813"/>
            </a:xfrm>
            <a:custGeom>
              <a:avLst/>
              <a:gdLst/>
              <a:ahLst/>
              <a:cxnLst/>
              <a:rect l="0" t="0" r="r" b="b"/>
              <a:pathLst>
                <a:path w="96" h="575">
                  <a:moveTo>
                    <a:pt x="15" y="575"/>
                  </a:moveTo>
                  <a:lnTo>
                    <a:pt x="0" y="569"/>
                  </a:lnTo>
                  <a:lnTo>
                    <a:pt x="81" y="383"/>
                  </a:lnTo>
                  <a:lnTo>
                    <a:pt x="81" y="0"/>
                  </a:lnTo>
                  <a:lnTo>
                    <a:pt x="96" y="0"/>
                  </a:lnTo>
                  <a:lnTo>
                    <a:pt x="96" y="386"/>
                  </a:lnTo>
                  <a:lnTo>
                    <a:pt x="15" y="575"/>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34" name="Freeform 28">
              <a:extLst>
                <a:ext uri="{FF2B5EF4-FFF2-40B4-BE49-F238E27FC236}">
                  <a16:creationId xmlns:a16="http://schemas.microsoft.com/office/drawing/2014/main" id="{A4EA0256-5DF5-437A-98A7-B79F3E6BB89A}"/>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612775" y="52466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35" name="Freeform 29">
              <a:extLst>
                <a:ext uri="{FF2B5EF4-FFF2-40B4-BE49-F238E27FC236}">
                  <a16:creationId xmlns:a16="http://schemas.microsoft.com/office/drawing/2014/main" id="{90C9433D-9E1C-493B-BEBD-C3081FFA328F}"/>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612775" y="57642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36" name="Freeform 30">
              <a:extLst>
                <a:ext uri="{FF2B5EF4-FFF2-40B4-BE49-F238E27FC236}">
                  <a16:creationId xmlns:a16="http://schemas.microsoft.com/office/drawing/2014/main" id="{352B39BB-F298-4285-A709-1FBA0CB722C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669925" y="6330950"/>
              <a:ext cx="417513" cy="517525"/>
            </a:xfrm>
            <a:custGeom>
              <a:avLst/>
              <a:gdLst/>
              <a:ahLst/>
              <a:cxnLst/>
              <a:rect l="0" t="0" r="r" b="b"/>
              <a:pathLst>
                <a:path w="263" h="326">
                  <a:moveTo>
                    <a:pt x="15" y="326"/>
                  </a:moveTo>
                  <a:lnTo>
                    <a:pt x="0" y="320"/>
                  </a:lnTo>
                  <a:lnTo>
                    <a:pt x="45" y="206"/>
                  </a:lnTo>
                  <a:lnTo>
                    <a:pt x="48" y="206"/>
                  </a:lnTo>
                  <a:lnTo>
                    <a:pt x="254" y="0"/>
                  </a:lnTo>
                  <a:lnTo>
                    <a:pt x="263" y="12"/>
                  </a:lnTo>
                  <a:lnTo>
                    <a:pt x="60" y="215"/>
                  </a:lnTo>
                  <a:lnTo>
                    <a:pt x="15" y="326"/>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37" name="Freeform 31">
              <a:extLst>
                <a:ext uri="{FF2B5EF4-FFF2-40B4-BE49-F238E27FC236}">
                  <a16:creationId xmlns:a16="http://schemas.microsoft.com/office/drawing/2014/main" id="{31CAF2A0-CBA0-4E86-AA87-8750EC1AFB2E}"/>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1049337" y="6221413"/>
              <a:ext cx="157163" cy="147638"/>
            </a:xfrm>
            <a:custGeom>
              <a:avLst/>
              <a:gdLst/>
              <a:ahLst/>
              <a:cxnLst/>
              <a:rect l="0" t="0" r="r" b="b"/>
              <a:pathLst>
                <a:path w="33" h="31">
                  <a:moveTo>
                    <a:pt x="16" y="31"/>
                  </a:moveTo>
                  <a:cubicBezTo>
                    <a:pt x="12" y="31"/>
                    <a:pt x="8" y="29"/>
                    <a:pt x="5" y="26"/>
                  </a:cubicBezTo>
                  <a:cubicBezTo>
                    <a:pt x="2" y="24"/>
                    <a:pt x="0" y="20"/>
                    <a:pt x="0" y="15"/>
                  </a:cubicBezTo>
                  <a:cubicBezTo>
                    <a:pt x="0" y="11"/>
                    <a:pt x="2" y="7"/>
                    <a:pt x="5" y="4"/>
                  </a:cubicBezTo>
                  <a:cubicBezTo>
                    <a:pt x="8" y="1"/>
                    <a:pt x="12" y="0"/>
                    <a:pt x="16" y="0"/>
                  </a:cubicBezTo>
                  <a:cubicBezTo>
                    <a:pt x="20" y="0"/>
                    <a:pt x="24" y="1"/>
                    <a:pt x="27" y="4"/>
                  </a:cubicBezTo>
                  <a:cubicBezTo>
                    <a:pt x="33" y="10"/>
                    <a:pt x="33" y="20"/>
                    <a:pt x="27" y="26"/>
                  </a:cubicBezTo>
                  <a:cubicBezTo>
                    <a:pt x="24" y="29"/>
                    <a:pt x="20" y="31"/>
                    <a:pt x="16" y="31"/>
                  </a:cubicBezTo>
                  <a:close/>
                  <a:moveTo>
                    <a:pt x="16" y="4"/>
                  </a:moveTo>
                  <a:cubicBezTo>
                    <a:pt x="13" y="4"/>
                    <a:pt x="10" y="5"/>
                    <a:pt x="8" y="7"/>
                  </a:cubicBezTo>
                  <a:cubicBezTo>
                    <a:pt x="6" y="9"/>
                    <a:pt x="4" y="12"/>
                    <a:pt x="4" y="15"/>
                  </a:cubicBezTo>
                  <a:cubicBezTo>
                    <a:pt x="4" y="19"/>
                    <a:pt x="6" y="21"/>
                    <a:pt x="8" y="24"/>
                  </a:cubicBezTo>
                  <a:cubicBezTo>
                    <a:pt x="10" y="26"/>
                    <a:pt x="13" y="27"/>
                    <a:pt x="16" y="27"/>
                  </a:cubicBezTo>
                  <a:cubicBezTo>
                    <a:pt x="19" y="27"/>
                    <a:pt x="22" y="26"/>
                    <a:pt x="24" y="24"/>
                  </a:cubicBezTo>
                  <a:cubicBezTo>
                    <a:pt x="29" y="19"/>
                    <a:pt x="29" y="12"/>
                    <a:pt x="24" y="7"/>
                  </a:cubicBezTo>
                  <a:cubicBezTo>
                    <a:pt x="22" y="5"/>
                    <a:pt x="19" y="4"/>
                    <a:pt x="16"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grpSp>
      <p:sp>
        <p:nvSpPr>
          <p:cNvPr id="2" name="Titolo 1">
            <a:extLst>
              <a:ext uri="{FF2B5EF4-FFF2-40B4-BE49-F238E27FC236}">
                <a16:creationId xmlns:a16="http://schemas.microsoft.com/office/drawing/2014/main" id="{D0E6150A-E7E2-44FE-B80D-F3D19B633193}"/>
              </a:ext>
            </a:extLst>
          </p:cNvPr>
          <p:cNvSpPr>
            <a:spLocks noGrp="1"/>
          </p:cNvSpPr>
          <p:nvPr>
            <p:ph type="title"/>
          </p:nvPr>
        </p:nvSpPr>
        <p:spPr>
          <a:xfrm>
            <a:off x="1019015" y="1093787"/>
            <a:ext cx="3059969" cy="4697413"/>
          </a:xfrm>
        </p:spPr>
        <p:txBody>
          <a:bodyPr>
            <a:normAutofit/>
          </a:bodyPr>
          <a:lstStyle/>
          <a:p>
            <a:r>
              <a:rPr lang="it-IT" dirty="0"/>
              <a:t>Evaluation </a:t>
            </a:r>
            <a:r>
              <a:rPr lang="it-IT" dirty="0" err="1"/>
              <a:t>metrics</a:t>
            </a:r>
            <a:endParaRPr lang="it-IT" dirty="0"/>
          </a:p>
        </p:txBody>
      </p:sp>
      <p:sp useBgFill="1">
        <p:nvSpPr>
          <p:cNvPr id="39" name="Round Diagonal Corner Rectangle 7">
            <a:extLst>
              <a:ext uri="{FF2B5EF4-FFF2-40B4-BE49-F238E27FC236}">
                <a16:creationId xmlns:a16="http://schemas.microsoft.com/office/drawing/2014/main" id="{7D1C411D-0818-4640-8657-2AF78250C80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625084" y="0"/>
            <a:ext cx="7566916" cy="6848476"/>
          </a:xfrm>
          <a:prstGeom prst="round2DiagRect">
            <a:avLst>
              <a:gd name="adj1" fmla="val 0"/>
              <a:gd name="adj2" fmla="val 0"/>
            </a:avLst>
          </a:prstGeom>
          <a:ln w="19050" cap="sq">
            <a:noFill/>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 name="Segnaposto contenuto 2">
            <a:extLst>
              <a:ext uri="{FF2B5EF4-FFF2-40B4-BE49-F238E27FC236}">
                <a16:creationId xmlns:a16="http://schemas.microsoft.com/office/drawing/2014/main" id="{C2EAE932-A1A8-A244-1655-8E035622B6DF}"/>
              </a:ext>
            </a:extLst>
          </p:cNvPr>
          <p:cNvSpPr>
            <a:spLocks noGrp="1"/>
          </p:cNvSpPr>
          <p:nvPr>
            <p:ph idx="1"/>
          </p:nvPr>
        </p:nvSpPr>
        <p:spPr>
          <a:xfrm>
            <a:off x="4855112" y="1093788"/>
            <a:ext cx="7113051" cy="4697413"/>
          </a:xfrm>
        </p:spPr>
        <p:txBody>
          <a:bodyPr>
            <a:normAutofit/>
          </a:bodyPr>
          <a:lstStyle/>
          <a:p>
            <a:pPr marL="0" indent="0">
              <a:buNone/>
            </a:pPr>
            <a:r>
              <a:rPr lang="it-IT" sz="2200" dirty="0">
                <a:latin typeface="Calibri Light" panose="020F0302020204030204" pitchFamily="34" charset="0"/>
                <a:ea typeface="Calibri Light" panose="020F0302020204030204" pitchFamily="34" charset="0"/>
                <a:cs typeface="Calibri Light" panose="020F0302020204030204" pitchFamily="34" charset="0"/>
              </a:rPr>
              <a:t>Using the Goal Sampling Curriculum and the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other</a:t>
            </a:r>
            <a:r>
              <a:rPr lang="it-IT" sz="2200" dirty="0">
                <a:latin typeface="Calibri Light" panose="020F0302020204030204" pitchFamily="34" charset="0"/>
                <a:ea typeface="Calibri Light" panose="020F0302020204030204" pitchFamily="34" charset="0"/>
                <a:cs typeface="Calibri Light" panose="020F0302020204030204" pitchFamily="34" charset="0"/>
              </a:rPr>
              <a:t>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metrics</a:t>
            </a:r>
            <a:r>
              <a:rPr lang="it-IT" sz="2200" dirty="0">
                <a:latin typeface="Calibri Light" panose="020F0302020204030204" pitchFamily="34" charset="0"/>
                <a:ea typeface="Calibri Light" panose="020F0302020204030204" pitchFamily="34" charset="0"/>
                <a:cs typeface="Calibri Light" panose="020F0302020204030204" pitchFamily="34" charset="0"/>
              </a:rPr>
              <a:t>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proposed</a:t>
            </a:r>
            <a:r>
              <a:rPr lang="it-IT" sz="2200" dirty="0">
                <a:latin typeface="Calibri Light" panose="020F0302020204030204" pitchFamily="34" charset="0"/>
                <a:ea typeface="Calibri Light" panose="020F0302020204030204" pitchFamily="34" charset="0"/>
                <a:cs typeface="Calibri Light" panose="020F0302020204030204" pitchFamily="34" charset="0"/>
              </a:rPr>
              <a:t>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originally</a:t>
            </a:r>
            <a:r>
              <a:rPr lang="it-IT" sz="2200" dirty="0">
                <a:latin typeface="Calibri Light" panose="020F0302020204030204" pitchFamily="34" charset="0"/>
                <a:ea typeface="Calibri Light" panose="020F0302020204030204" pitchFamily="34" charset="0"/>
                <a:cs typeface="Calibri Light" panose="020F0302020204030204" pitchFamily="34" charset="0"/>
              </a:rPr>
              <a:t>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as</a:t>
            </a:r>
            <a:r>
              <a:rPr lang="it-IT" sz="2200" dirty="0">
                <a:latin typeface="Calibri Light" panose="020F0302020204030204" pitchFamily="34" charset="0"/>
                <a:ea typeface="Calibri Light" panose="020F0302020204030204" pitchFamily="34" charset="0"/>
                <a:cs typeface="Calibri Light" panose="020F0302020204030204" pitchFamily="34" charset="0"/>
              </a:rPr>
              <a:t>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well</a:t>
            </a:r>
            <a:r>
              <a:rPr lang="it-IT" sz="2200" dirty="0">
                <a:latin typeface="Calibri Light" panose="020F0302020204030204" pitchFamily="34" charset="0"/>
                <a:ea typeface="Calibri Light" panose="020F0302020204030204" pitchFamily="34" charset="0"/>
                <a:cs typeface="Calibri Light" panose="020F0302020204030204" pitchFamily="34" charset="0"/>
              </a:rPr>
              <a:t>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as</a:t>
            </a:r>
            <a:r>
              <a:rPr lang="it-IT" sz="2200" dirty="0">
                <a:latin typeface="Calibri Light" panose="020F0302020204030204" pitchFamily="34" charset="0"/>
                <a:ea typeface="Calibri Light" panose="020F0302020204030204" pitchFamily="34" charset="0"/>
                <a:cs typeface="Calibri Light" panose="020F0302020204030204" pitchFamily="34" charset="0"/>
              </a:rPr>
              <a:t> a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simple</a:t>
            </a:r>
            <a:r>
              <a:rPr lang="it-IT" sz="2200" dirty="0">
                <a:latin typeface="Calibri Light" panose="020F0302020204030204" pitchFamily="34" charset="0"/>
                <a:ea typeface="Calibri Light" panose="020F0302020204030204" pitchFamily="34" charset="0"/>
                <a:cs typeface="Calibri Light" panose="020F0302020204030204" pitchFamily="34" charset="0"/>
              </a:rPr>
              <a:t> script to plot the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results</a:t>
            </a:r>
            <a:r>
              <a:rPr lang="it-IT" sz="2200" dirty="0">
                <a:latin typeface="Calibri Light" panose="020F0302020204030204" pitchFamily="34" charset="0"/>
                <a:ea typeface="Calibri Light" panose="020F0302020204030204" pitchFamily="34" charset="0"/>
                <a:cs typeface="Calibri Light" panose="020F0302020204030204" pitchFamily="34" charset="0"/>
              </a:rPr>
              <a:t>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created</a:t>
            </a:r>
            <a:r>
              <a:rPr lang="it-IT" sz="2200" dirty="0">
                <a:latin typeface="Calibri Light" panose="020F0302020204030204" pitchFamily="34" charset="0"/>
                <a:ea typeface="Calibri Light" panose="020F0302020204030204" pitchFamily="34" charset="0"/>
                <a:cs typeface="Calibri Light" panose="020F0302020204030204" pitchFamily="34" charset="0"/>
              </a:rPr>
              <a:t> after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all</a:t>
            </a:r>
            <a:r>
              <a:rPr lang="it-IT" sz="2200" dirty="0">
                <a:latin typeface="Calibri Light" panose="020F0302020204030204" pitchFamily="34" charset="0"/>
                <a:ea typeface="Calibri Light" panose="020F0302020204030204" pitchFamily="34" charset="0"/>
                <a:cs typeface="Calibri Light" panose="020F0302020204030204" pitchFamily="34" charset="0"/>
              </a:rPr>
              <a:t> the trainings in metrics.csv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was</a:t>
            </a:r>
            <a:r>
              <a:rPr lang="it-IT" sz="2200" dirty="0">
                <a:latin typeface="Calibri Light" panose="020F0302020204030204" pitchFamily="34" charset="0"/>
                <a:ea typeface="Calibri Light" panose="020F0302020204030204" pitchFamily="34" charset="0"/>
                <a:cs typeface="Calibri Light" panose="020F0302020204030204" pitchFamily="34" charset="0"/>
              </a:rPr>
              <a:t>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fundamental</a:t>
            </a:r>
            <a:r>
              <a:rPr lang="it-IT" sz="2200" dirty="0">
                <a:latin typeface="Calibri Light" panose="020F0302020204030204" pitchFamily="34" charset="0"/>
                <a:ea typeface="Calibri Light" panose="020F0302020204030204" pitchFamily="34" charset="0"/>
                <a:cs typeface="Calibri Light" panose="020F0302020204030204" pitchFamily="34" charset="0"/>
              </a:rPr>
              <a:t> to test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different</a:t>
            </a:r>
            <a:r>
              <a:rPr lang="it-IT" sz="2200" dirty="0">
                <a:latin typeface="Calibri Light" panose="020F0302020204030204" pitchFamily="34" charset="0"/>
                <a:ea typeface="Calibri Light" panose="020F0302020204030204" pitchFamily="34" charset="0"/>
                <a:cs typeface="Calibri Light" panose="020F0302020204030204" pitchFamily="34" charset="0"/>
              </a:rPr>
              <a:t>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configurations</a:t>
            </a:r>
            <a:r>
              <a:rPr lang="it-IT" sz="2200" dirty="0">
                <a:latin typeface="Calibri Light" panose="020F0302020204030204" pitchFamily="34" charset="0"/>
                <a:ea typeface="Calibri Light" panose="020F0302020204030204" pitchFamily="34" charset="0"/>
                <a:cs typeface="Calibri Light" panose="020F0302020204030204" pitchFamily="34" charset="0"/>
              </a:rPr>
              <a:t> and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realize</a:t>
            </a:r>
            <a:r>
              <a:rPr lang="it-IT" sz="2200" dirty="0">
                <a:latin typeface="Calibri Light" panose="020F0302020204030204" pitchFamily="34" charset="0"/>
                <a:ea typeface="Calibri Light" panose="020F0302020204030204" pitchFamily="34" charset="0"/>
                <a:cs typeface="Calibri Light" panose="020F0302020204030204" pitchFamily="34" charset="0"/>
              </a:rPr>
              <a:t>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which</a:t>
            </a:r>
            <a:r>
              <a:rPr lang="it-IT" sz="2200" dirty="0">
                <a:latin typeface="Calibri Light" panose="020F0302020204030204" pitchFamily="34" charset="0"/>
                <a:ea typeface="Calibri Light" panose="020F0302020204030204" pitchFamily="34" charset="0"/>
                <a:cs typeface="Calibri Light" panose="020F0302020204030204" pitchFamily="34" charset="0"/>
              </a:rPr>
              <a:t> one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worked</a:t>
            </a:r>
            <a:r>
              <a:rPr lang="it-IT" sz="2200" dirty="0">
                <a:latin typeface="Calibri Light" panose="020F0302020204030204" pitchFamily="34" charset="0"/>
                <a:ea typeface="Calibri Light" panose="020F0302020204030204" pitchFamily="34" charset="0"/>
                <a:cs typeface="Calibri Light" panose="020F0302020204030204" pitchFamily="34" charset="0"/>
              </a:rPr>
              <a:t>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better</a:t>
            </a:r>
            <a:r>
              <a:rPr lang="it-IT" sz="2200" dirty="0">
                <a:latin typeface="Calibri Light" panose="020F0302020204030204" pitchFamily="34" charset="0"/>
                <a:ea typeface="Calibri Light" panose="020F0302020204030204" pitchFamily="34" charset="0"/>
                <a:cs typeface="Calibri Light" panose="020F0302020204030204" pitchFamily="34" charset="0"/>
              </a:rPr>
              <a:t>.</a:t>
            </a:r>
          </a:p>
          <a:p>
            <a:pPr marL="0" indent="0">
              <a:buNone/>
            </a:pPr>
            <a:r>
              <a:rPr lang="it-IT" sz="2200" dirty="0" err="1">
                <a:latin typeface="Calibri Light" panose="020F0302020204030204" pitchFamily="34" charset="0"/>
                <a:ea typeface="Calibri Light" panose="020F0302020204030204" pitchFamily="34" charset="0"/>
                <a:cs typeface="Calibri Light" panose="020F0302020204030204" pitchFamily="34" charset="0"/>
              </a:rPr>
              <a:t>We</a:t>
            </a:r>
            <a:r>
              <a:rPr lang="it-IT" sz="2200" dirty="0">
                <a:latin typeface="Calibri Light" panose="020F0302020204030204" pitchFamily="34" charset="0"/>
                <a:ea typeface="Calibri Light" panose="020F0302020204030204" pitchFamily="34" charset="0"/>
                <a:cs typeface="Calibri Light" panose="020F0302020204030204" pitchFamily="34" charset="0"/>
              </a:rPr>
              <a:t>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also</a:t>
            </a:r>
            <a:r>
              <a:rPr lang="it-IT" sz="2200" dirty="0">
                <a:latin typeface="Calibri Light" panose="020F0302020204030204" pitchFamily="34" charset="0"/>
                <a:ea typeface="Calibri Light" panose="020F0302020204030204" pitchFamily="34" charset="0"/>
                <a:cs typeface="Calibri Light" panose="020F0302020204030204" pitchFamily="34" charset="0"/>
              </a:rPr>
              <a:t>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analyzed</a:t>
            </a:r>
            <a:r>
              <a:rPr lang="it-IT" sz="2200" dirty="0">
                <a:latin typeface="Calibri Light" panose="020F0302020204030204" pitchFamily="34" charset="0"/>
                <a:ea typeface="Calibri Light" panose="020F0302020204030204" pitchFamily="34" charset="0"/>
                <a:cs typeface="Calibri Light" panose="020F0302020204030204" pitchFamily="34" charset="0"/>
              </a:rPr>
              <a:t> a single goal success rate to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present</a:t>
            </a:r>
            <a:r>
              <a:rPr lang="it-IT" sz="2200" dirty="0">
                <a:latin typeface="Calibri Light" panose="020F0302020204030204" pitchFamily="34" charset="0"/>
                <a:ea typeface="Calibri Light" panose="020F0302020204030204" pitchFamily="34" charset="0"/>
                <a:cs typeface="Calibri Light" panose="020F0302020204030204" pitchFamily="34" charset="0"/>
              </a:rPr>
              <a:t> the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results</a:t>
            </a:r>
            <a:r>
              <a:rPr lang="it-IT" sz="2200" dirty="0">
                <a:latin typeface="Calibri Light" panose="020F0302020204030204" pitchFamily="34" charset="0"/>
                <a:ea typeface="Calibri Light" panose="020F0302020204030204" pitchFamily="34" charset="0"/>
                <a:cs typeface="Calibri Light" panose="020F0302020204030204" pitchFamily="34" charset="0"/>
              </a:rPr>
              <a:t>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achieved</a:t>
            </a:r>
            <a:r>
              <a:rPr lang="it-IT" sz="2200" dirty="0">
                <a:latin typeface="Calibri Light" panose="020F0302020204030204" pitchFamily="34" charset="0"/>
                <a:ea typeface="Calibri Light" panose="020F0302020204030204" pitchFamily="34" charset="0"/>
                <a:cs typeface="Calibri Light" panose="020F0302020204030204" pitchFamily="34" charset="0"/>
              </a:rPr>
              <a:t> by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showing</a:t>
            </a:r>
            <a:r>
              <a:rPr lang="it-IT" sz="2200" dirty="0">
                <a:latin typeface="Calibri Light" panose="020F0302020204030204" pitchFamily="34" charset="0"/>
                <a:ea typeface="Calibri Light" panose="020F0302020204030204" pitchFamily="34" charset="0"/>
                <a:cs typeface="Calibri Light" panose="020F0302020204030204" pitchFamily="34" charset="0"/>
              </a:rPr>
              <a:t>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that</a:t>
            </a:r>
            <a:r>
              <a:rPr lang="it-IT" sz="2200" dirty="0">
                <a:latin typeface="Calibri Light" panose="020F0302020204030204" pitchFamily="34" charset="0"/>
                <a:ea typeface="Calibri Light" panose="020F0302020204030204" pitchFamily="34" charset="0"/>
                <a:cs typeface="Calibri Light" panose="020F0302020204030204" pitchFamily="34" charset="0"/>
              </a:rPr>
              <a:t> the robot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had</a:t>
            </a:r>
            <a:r>
              <a:rPr lang="it-IT" sz="2200" dirty="0">
                <a:latin typeface="Calibri Light" panose="020F0302020204030204" pitchFamily="34" charset="0"/>
                <a:ea typeface="Calibri Light" panose="020F0302020204030204" pitchFamily="34" charset="0"/>
                <a:cs typeface="Calibri Light" panose="020F0302020204030204" pitchFamily="34" charset="0"/>
              </a:rPr>
              <a:t>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difficulty</a:t>
            </a:r>
            <a:r>
              <a:rPr lang="it-IT" sz="2200" dirty="0">
                <a:latin typeface="Calibri Light" panose="020F0302020204030204" pitchFamily="34" charset="0"/>
                <a:ea typeface="Calibri Light" panose="020F0302020204030204" pitchFamily="34" charset="0"/>
                <a:cs typeface="Calibri Light" panose="020F0302020204030204" pitchFamily="34" charset="0"/>
              </a:rPr>
              <a:t>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reaching</a:t>
            </a:r>
            <a:r>
              <a:rPr lang="it-IT" sz="2200" dirty="0">
                <a:latin typeface="Calibri Light" panose="020F0302020204030204" pitchFamily="34" charset="0"/>
                <a:ea typeface="Calibri Light" panose="020F0302020204030204" pitchFamily="34" charset="0"/>
                <a:cs typeface="Calibri Light" panose="020F0302020204030204" pitchFamily="34" charset="0"/>
              </a:rPr>
              <a:t> goals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other</a:t>
            </a:r>
            <a:r>
              <a:rPr lang="it-IT" sz="2200" dirty="0">
                <a:latin typeface="Calibri Light" panose="020F0302020204030204" pitchFamily="34" charset="0"/>
                <a:ea typeface="Calibri Light" panose="020F0302020204030204" pitchFamily="34" charset="0"/>
                <a:cs typeface="Calibri Light" panose="020F0302020204030204" pitchFamily="34" charset="0"/>
              </a:rPr>
              <a:t>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then</a:t>
            </a:r>
            <a:r>
              <a:rPr lang="it-IT" sz="2200" dirty="0">
                <a:latin typeface="Calibri Light" panose="020F0302020204030204" pitchFamily="34" charset="0"/>
                <a:ea typeface="Calibri Light" panose="020F0302020204030204" pitchFamily="34" charset="0"/>
                <a:cs typeface="Calibri Light" panose="020F0302020204030204" pitchFamily="34" charset="0"/>
              </a:rPr>
              <a:t> the first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if</a:t>
            </a:r>
            <a:r>
              <a:rPr lang="it-IT" sz="2200" dirty="0">
                <a:latin typeface="Calibri Light" panose="020F0302020204030204" pitchFamily="34" charset="0"/>
                <a:ea typeface="Calibri Light" panose="020F0302020204030204" pitchFamily="34" charset="0"/>
                <a:cs typeface="Calibri Light" panose="020F0302020204030204" pitchFamily="34" charset="0"/>
              </a:rPr>
              <a:t>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not</a:t>
            </a:r>
            <a:r>
              <a:rPr lang="it-IT" sz="2200" dirty="0">
                <a:latin typeface="Calibri Light" panose="020F0302020204030204" pitchFamily="34" charset="0"/>
                <a:ea typeface="Calibri Light" panose="020F0302020204030204" pitchFamily="34" charset="0"/>
                <a:cs typeface="Calibri Light" panose="020F0302020204030204" pitchFamily="34" charset="0"/>
              </a:rPr>
              <a:t> by pure chance.</a:t>
            </a:r>
          </a:p>
        </p:txBody>
      </p:sp>
    </p:spTree>
    <p:extLst>
      <p:ext uri="{BB962C8B-B14F-4D97-AF65-F5344CB8AC3E}">
        <p14:creationId xmlns:p14="http://schemas.microsoft.com/office/powerpoint/2010/main" val="3042256264"/>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blipFill>
          <a:blip r:embed="rId2">
            <a:duotone>
              <a:schemeClr val="bg2">
                <a:shade val="88000"/>
                <a:hueMod val="106000"/>
                <a:satMod val="140000"/>
                <a:lumMod val="54000"/>
              </a:schemeClr>
              <a:schemeClr val="bg2">
                <a:tint val="98000"/>
                <a:hueMod val="90000"/>
                <a:satMod val="150000"/>
                <a:lumMod val="160000"/>
              </a:schemeClr>
            </a:duotone>
          </a:blip>
          <a:stretch/>
        </a:blipFill>
        <a:effectLst/>
      </p:bgPr>
    </p:bg>
    <p:spTree>
      <p:nvGrpSpPr>
        <p:cNvPr id="1" name=""/>
        <p:cNvGrpSpPr/>
        <p:nvPr/>
      </p:nvGrpSpPr>
      <p:grpSpPr>
        <a:xfrm>
          <a:off x="0" y="0"/>
          <a:ext cx="0" cy="0"/>
          <a:chOff x="0" y="0"/>
          <a:chExt cx="0" cy="0"/>
        </a:xfrm>
      </p:grpSpPr>
      <p:grpSp>
        <p:nvGrpSpPr>
          <p:cNvPr id="13" name="Group 12">
            <a:extLst>
              <a:ext uri="{FF2B5EF4-FFF2-40B4-BE49-F238E27FC236}">
                <a16:creationId xmlns:a16="http://schemas.microsoft.com/office/drawing/2014/main" id="{62C6D782-6B6F-4B4E-B92B-C8F13A0FED52}"/>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1"/>
            <a:ext cx="12192003" cy="6858001"/>
            <a:chOff x="0" y="-1"/>
            <a:chExt cx="12192003" cy="6858001"/>
          </a:xfrm>
        </p:grpSpPr>
        <p:sp useBgFill="1">
          <p:nvSpPr>
            <p:cNvPr id="14" name="Rectangle 13">
              <a:extLst>
                <a:ext uri="{FF2B5EF4-FFF2-40B4-BE49-F238E27FC236}">
                  <a16:creationId xmlns:a16="http://schemas.microsoft.com/office/drawing/2014/main" id="{E9716FBC-9870-4321-B055-657F96DDF1F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 y="-1"/>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5" name="Picture 2">
              <a:extLst>
                <a:ext uri="{FF2B5EF4-FFF2-40B4-BE49-F238E27FC236}">
                  <a16:creationId xmlns:a16="http://schemas.microsoft.com/office/drawing/2014/main" id="{3720C802-2465-4EF6-9AED-E768D24605A6}"/>
                </a:ext>
                <a:ext uri="{C183D7F6-B498-43B3-948B-1728B52AA6E4}">
                  <adec:decorative xmlns:adec="http://schemas.microsoft.com/office/drawing/2017/decorative" val="1"/>
                </a:ext>
              </a:extLst>
            </p:cNvPr>
            <p:cNvPicPr>
              <a:picLocks noChangeAspect="1" noChangeArrowheads="1"/>
            </p:cNvPicPr>
            <p:nvPr>
              <p:extLst>
                <p:ext uri="{386F3935-93C4-4BCD-93E2-E3B085C9AB24}">
                  <p16:designElem xmlns:p16="http://schemas.microsoft.com/office/powerpoint/2015/main" val="1"/>
                </p:ext>
              </p:extLst>
            </p:nvPr>
          </p:nvPicPr>
          <p:blipFill>
            <a:blip r:embed="rId3">
              <a:alphaModFix amt="30000"/>
              <a:duotone>
                <a:prstClr val="black"/>
                <a:schemeClr val="tx2">
                  <a:tint val="45000"/>
                  <a:satMod val="400000"/>
                </a:schemeClr>
              </a:duotone>
              <a:extLst>
                <a:ext uri="{28A0092B-C50C-407E-A947-70E740481C1C}">
                  <a14:useLocalDpi xmlns:a14="http://schemas.microsoft.com/office/drawing/2010/main" val="0"/>
                </a:ext>
              </a:extLst>
            </a:blip>
            <a:srcRect/>
            <a:stretch>
              <a:fillRect/>
            </a:stretch>
          </p:blipFill>
          <p:spPr bwMode="auto">
            <a:xfrm>
              <a:off x="0" y="-1"/>
              <a:ext cx="12192003" cy="6858001"/>
            </a:xfrm>
            <a:prstGeom prst="rect">
              <a:avLst/>
            </a:prstGeom>
            <a:noFill/>
            <a:extLst>
              <a:ext uri="{909E8E84-426E-40dd-AFC4-6F175D3DCCD1}">
                <a14:hiddenFill xmlns:a14="http://schemas.microsoft.com/office/drawing/2010/main" xmlns:p14="http://schemas.microsoft.com/office/powerpoint/2010/main" xmlns:a16="http://schemas.microsoft.com/office/drawing/2014/main" xmlns="">
                  <a:solidFill>
                    <a:srgbClr val="FFFFFF"/>
                  </a:solidFill>
                </a14:hiddenFill>
              </a:ext>
            </a:extLst>
          </p:spPr>
        </p:pic>
      </p:grpSp>
      <p:grpSp>
        <p:nvGrpSpPr>
          <p:cNvPr id="17" name="Group 16">
            <a:extLst>
              <a:ext uri="{FF2B5EF4-FFF2-40B4-BE49-F238E27FC236}">
                <a16:creationId xmlns:a16="http://schemas.microsoft.com/office/drawing/2014/main" id="{6E532192-EB0D-43D0-8ACF-ABEBADC617E7}"/>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3181779" y="0"/>
            <a:ext cx="2305051" cy="6858001"/>
            <a:chOff x="0" y="0"/>
            <a:chExt cx="2305051" cy="6858001"/>
          </a:xfrm>
          <a:gradFill flip="none" rotWithShape="1">
            <a:gsLst>
              <a:gs pos="0">
                <a:schemeClr val="tx2"/>
              </a:gs>
              <a:gs pos="100000">
                <a:schemeClr val="bg2">
                  <a:lumMod val="60000"/>
                  <a:lumOff val="40000"/>
                </a:schemeClr>
              </a:gs>
            </a:gsLst>
            <a:lin ang="5400000" scaled="0"/>
            <a:tileRect/>
          </a:gradFill>
        </p:grpSpPr>
        <p:sp>
          <p:nvSpPr>
            <p:cNvPr id="18" name="Rectangle 5">
              <a:extLst>
                <a:ext uri="{FF2B5EF4-FFF2-40B4-BE49-F238E27FC236}">
                  <a16:creationId xmlns:a16="http://schemas.microsoft.com/office/drawing/2014/main" id="{A61AEB4E-A65A-4890-AD09-C9ACFB0801BA}"/>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209675" y="4763"/>
              <a:ext cx="23813" cy="2181225"/>
            </a:xfrm>
            <a:prstGeom prst="rect">
              <a:avLst/>
            </a:pr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miter lim="800000"/>
                  <a:headEnd/>
                  <a:tailEnd/>
                </a14:hiddenLine>
              </a:ext>
            </a:extLst>
          </p:spPr>
          <p:txBody>
            <a:bodyPr/>
            <a:lstStyle/>
            <a:p>
              <a:endParaRPr lang="it-IT"/>
            </a:p>
          </p:txBody>
        </p:sp>
        <p:sp>
          <p:nvSpPr>
            <p:cNvPr id="19" name="Freeform 6">
              <a:extLst>
                <a:ext uri="{FF2B5EF4-FFF2-40B4-BE49-F238E27FC236}">
                  <a16:creationId xmlns:a16="http://schemas.microsoft.com/office/drawing/2014/main" id="{528DE10F-D498-4BFB-8B2A-E06AAA1F48DE}"/>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1128713" y="217646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20" name="Freeform 7">
              <a:extLst>
                <a:ext uri="{FF2B5EF4-FFF2-40B4-BE49-F238E27FC236}">
                  <a16:creationId xmlns:a16="http://schemas.microsoft.com/office/drawing/2014/main" id="{EA9A7A15-77B2-4771-B979-8F0E0626AC4F}"/>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1123950" y="4021138"/>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21" name="Rectangle 8">
              <a:extLst>
                <a:ext uri="{FF2B5EF4-FFF2-40B4-BE49-F238E27FC236}">
                  <a16:creationId xmlns:a16="http://schemas.microsoft.com/office/drawing/2014/main" id="{91C3D14F-54C6-49E0-BB0E-DAEA3688A875}"/>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414338" y="9525"/>
              <a:ext cx="28575" cy="4481513"/>
            </a:xfrm>
            <a:prstGeom prst="rect">
              <a:avLst/>
            </a:pr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miter lim="800000"/>
                  <a:headEnd/>
                  <a:tailEnd/>
                </a14:hiddenLine>
              </a:ext>
            </a:extLst>
          </p:spPr>
          <p:txBody>
            <a:bodyPr/>
            <a:lstStyle/>
            <a:p>
              <a:endParaRPr lang="it-IT"/>
            </a:p>
          </p:txBody>
        </p:sp>
        <p:sp>
          <p:nvSpPr>
            <p:cNvPr id="22" name="Freeform 9">
              <a:extLst>
                <a:ext uri="{FF2B5EF4-FFF2-40B4-BE49-F238E27FC236}">
                  <a16:creationId xmlns:a16="http://schemas.microsoft.com/office/drawing/2014/main" id="{693A8E0B-9819-41E1-979C-44F08FECF5D9}"/>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333375" y="44815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23" name="Freeform 10">
              <a:extLst>
                <a:ext uri="{FF2B5EF4-FFF2-40B4-BE49-F238E27FC236}">
                  <a16:creationId xmlns:a16="http://schemas.microsoft.com/office/drawing/2014/main" id="{31C3E5DB-A7A3-4EAE-9026-F9B8F12EC1E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90500" y="9525"/>
              <a:ext cx="152400" cy="908050"/>
            </a:xfrm>
            <a:custGeom>
              <a:avLst/>
              <a:gdLst/>
              <a:ahLst/>
              <a:cxnLst/>
              <a:rect l="0" t="0" r="r" b="b"/>
              <a:pathLst>
                <a:path w="96" h="572">
                  <a:moveTo>
                    <a:pt x="15" y="572"/>
                  </a:moveTo>
                  <a:lnTo>
                    <a:pt x="0" y="566"/>
                  </a:lnTo>
                  <a:lnTo>
                    <a:pt x="81" y="380"/>
                  </a:lnTo>
                  <a:lnTo>
                    <a:pt x="81" y="0"/>
                  </a:lnTo>
                  <a:lnTo>
                    <a:pt x="96" y="0"/>
                  </a:lnTo>
                  <a:lnTo>
                    <a:pt x="96" y="383"/>
                  </a:lnTo>
                  <a:lnTo>
                    <a:pt x="15" y="572"/>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24" name="Freeform 11">
              <a:extLst>
                <a:ext uri="{FF2B5EF4-FFF2-40B4-BE49-F238E27FC236}">
                  <a16:creationId xmlns:a16="http://schemas.microsoft.com/office/drawing/2014/main" id="{DCA25288-1A1B-4F47-B482-9A847602E23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290638" y="14288"/>
              <a:ext cx="376238" cy="1801813"/>
            </a:xfrm>
            <a:custGeom>
              <a:avLst/>
              <a:gdLst/>
              <a:ahLst/>
              <a:cxnLst/>
              <a:rect l="0" t="0" r="r" b="b"/>
              <a:pathLst>
                <a:path w="237" h="1135">
                  <a:moveTo>
                    <a:pt x="222" y="1135"/>
                  </a:moveTo>
                  <a:lnTo>
                    <a:pt x="0" y="620"/>
                  </a:lnTo>
                  <a:lnTo>
                    <a:pt x="0" y="0"/>
                  </a:lnTo>
                  <a:lnTo>
                    <a:pt x="18" y="0"/>
                  </a:lnTo>
                  <a:lnTo>
                    <a:pt x="18" y="617"/>
                  </a:lnTo>
                  <a:lnTo>
                    <a:pt x="237" y="1129"/>
                  </a:lnTo>
                  <a:lnTo>
                    <a:pt x="222" y="1135"/>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25" name="Freeform 12">
              <a:extLst>
                <a:ext uri="{FF2B5EF4-FFF2-40B4-BE49-F238E27FC236}">
                  <a16:creationId xmlns:a16="http://schemas.microsoft.com/office/drawing/2014/main" id="{14B443AB-E1B9-4C40-BA70-8F6CAD01F214}"/>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1600200" y="1801813"/>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26" name="Freeform 13">
              <a:extLst>
                <a:ext uri="{FF2B5EF4-FFF2-40B4-BE49-F238E27FC236}">
                  <a16:creationId xmlns:a16="http://schemas.microsoft.com/office/drawing/2014/main" id="{85A198B7-B595-43D6-828B-3A6D8532231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381125" y="9525"/>
              <a:ext cx="371475" cy="1425575"/>
            </a:xfrm>
            <a:custGeom>
              <a:avLst/>
              <a:gdLst/>
              <a:ahLst/>
              <a:cxnLst/>
              <a:rect l="0" t="0" r="r" b="b"/>
              <a:pathLst>
                <a:path w="234" h="898">
                  <a:moveTo>
                    <a:pt x="219" y="898"/>
                  </a:moveTo>
                  <a:lnTo>
                    <a:pt x="0" y="383"/>
                  </a:lnTo>
                  <a:lnTo>
                    <a:pt x="0" y="0"/>
                  </a:lnTo>
                  <a:lnTo>
                    <a:pt x="15" y="0"/>
                  </a:lnTo>
                  <a:lnTo>
                    <a:pt x="15" y="380"/>
                  </a:lnTo>
                  <a:lnTo>
                    <a:pt x="234" y="892"/>
                  </a:lnTo>
                  <a:lnTo>
                    <a:pt x="219" y="898"/>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27" name="Freeform 14">
              <a:extLst>
                <a:ext uri="{FF2B5EF4-FFF2-40B4-BE49-F238E27FC236}">
                  <a16:creationId xmlns:a16="http://schemas.microsoft.com/office/drawing/2014/main" id="{F310B986-AB70-4FCE-85CC-A7FB750ABD7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643063" y="0"/>
              <a:ext cx="152400" cy="912813"/>
            </a:xfrm>
            <a:custGeom>
              <a:avLst/>
              <a:gdLst/>
              <a:ahLst/>
              <a:cxnLst/>
              <a:rect l="0" t="0" r="r" b="b"/>
              <a:pathLst>
                <a:path w="96" h="575">
                  <a:moveTo>
                    <a:pt x="96" y="575"/>
                  </a:moveTo>
                  <a:lnTo>
                    <a:pt x="78" y="575"/>
                  </a:lnTo>
                  <a:lnTo>
                    <a:pt x="78" y="192"/>
                  </a:lnTo>
                  <a:lnTo>
                    <a:pt x="0" y="6"/>
                  </a:lnTo>
                  <a:lnTo>
                    <a:pt x="15" y="0"/>
                  </a:lnTo>
                  <a:lnTo>
                    <a:pt x="96" y="189"/>
                  </a:lnTo>
                  <a:lnTo>
                    <a:pt x="96" y="575"/>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28" name="Freeform 15">
              <a:extLst>
                <a:ext uri="{FF2B5EF4-FFF2-40B4-BE49-F238E27FC236}">
                  <a16:creationId xmlns:a16="http://schemas.microsoft.com/office/drawing/2014/main" id="{58F94A36-E150-4C70-87E6-89E6368F1FB0}"/>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1685925" y="14208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29" name="Freeform 16">
              <a:extLst>
                <a:ext uri="{FF2B5EF4-FFF2-40B4-BE49-F238E27FC236}">
                  <a16:creationId xmlns:a16="http://schemas.microsoft.com/office/drawing/2014/main" id="{885088E1-2931-4D8D-869D-72334C5961D5}"/>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1685925" y="9032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30" name="Freeform 17">
              <a:extLst>
                <a:ext uri="{FF2B5EF4-FFF2-40B4-BE49-F238E27FC236}">
                  <a16:creationId xmlns:a16="http://schemas.microsoft.com/office/drawing/2014/main" id="{7AE9D160-3F56-4C52-9ED9-A6BAAA329CE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743075" y="4763"/>
              <a:ext cx="419100" cy="522288"/>
            </a:xfrm>
            <a:custGeom>
              <a:avLst/>
              <a:gdLst/>
              <a:ahLst/>
              <a:cxnLst/>
              <a:rect l="0" t="0" r="r" b="b"/>
              <a:pathLst>
                <a:path w="264" h="329">
                  <a:moveTo>
                    <a:pt x="252" y="329"/>
                  </a:moveTo>
                  <a:lnTo>
                    <a:pt x="45" y="120"/>
                  </a:lnTo>
                  <a:lnTo>
                    <a:pt x="0" y="6"/>
                  </a:lnTo>
                  <a:lnTo>
                    <a:pt x="15" y="0"/>
                  </a:lnTo>
                  <a:lnTo>
                    <a:pt x="60" y="111"/>
                  </a:lnTo>
                  <a:lnTo>
                    <a:pt x="264" y="317"/>
                  </a:lnTo>
                  <a:lnTo>
                    <a:pt x="252" y="329"/>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31" name="Freeform 18">
              <a:extLst>
                <a:ext uri="{FF2B5EF4-FFF2-40B4-BE49-F238E27FC236}">
                  <a16:creationId xmlns:a16="http://schemas.microsoft.com/office/drawing/2014/main" id="{79F3F7A1-0C51-41DA-9DA6-8E90E3E35A93}"/>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2119313" y="488950"/>
              <a:ext cx="161925" cy="147638"/>
            </a:xfrm>
            <a:custGeom>
              <a:avLst/>
              <a:gdLst/>
              <a:ahLst/>
              <a:cxnLst/>
              <a:rect l="0" t="0" r="r" b="b"/>
              <a:pathLst>
                <a:path w="34" h="31">
                  <a:moveTo>
                    <a:pt x="17" y="31"/>
                  </a:moveTo>
                  <a:cubicBezTo>
                    <a:pt x="13" y="31"/>
                    <a:pt x="9" y="30"/>
                    <a:pt x="6" y="27"/>
                  </a:cubicBezTo>
                  <a:cubicBezTo>
                    <a:pt x="0" y="20"/>
                    <a:pt x="0" y="10"/>
                    <a:pt x="6" y="4"/>
                  </a:cubicBezTo>
                  <a:cubicBezTo>
                    <a:pt x="9" y="1"/>
                    <a:pt x="13" y="0"/>
                    <a:pt x="17" y="0"/>
                  </a:cubicBezTo>
                  <a:cubicBezTo>
                    <a:pt x="21" y="0"/>
                    <a:pt x="25" y="1"/>
                    <a:pt x="28" y="4"/>
                  </a:cubicBezTo>
                  <a:cubicBezTo>
                    <a:pt x="34" y="10"/>
                    <a:pt x="34" y="20"/>
                    <a:pt x="28" y="27"/>
                  </a:cubicBezTo>
                  <a:cubicBezTo>
                    <a:pt x="25" y="30"/>
                    <a:pt x="21" y="31"/>
                    <a:pt x="17" y="31"/>
                  </a:cubicBezTo>
                  <a:close/>
                  <a:moveTo>
                    <a:pt x="17" y="4"/>
                  </a:moveTo>
                  <a:cubicBezTo>
                    <a:pt x="14" y="4"/>
                    <a:pt x="11" y="5"/>
                    <a:pt x="9" y="7"/>
                  </a:cubicBezTo>
                  <a:cubicBezTo>
                    <a:pt x="4" y="12"/>
                    <a:pt x="4" y="19"/>
                    <a:pt x="9" y="24"/>
                  </a:cubicBezTo>
                  <a:cubicBezTo>
                    <a:pt x="11" y="26"/>
                    <a:pt x="14" y="27"/>
                    <a:pt x="17" y="27"/>
                  </a:cubicBezTo>
                  <a:cubicBezTo>
                    <a:pt x="20" y="27"/>
                    <a:pt x="23" y="26"/>
                    <a:pt x="25" y="24"/>
                  </a:cubicBezTo>
                  <a:cubicBezTo>
                    <a:pt x="30" y="19"/>
                    <a:pt x="30" y="12"/>
                    <a:pt x="25" y="7"/>
                  </a:cubicBezTo>
                  <a:cubicBezTo>
                    <a:pt x="23" y="5"/>
                    <a:pt x="20" y="4"/>
                    <a:pt x="17"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32" name="Freeform 19">
              <a:extLst>
                <a:ext uri="{FF2B5EF4-FFF2-40B4-BE49-F238E27FC236}">
                  <a16:creationId xmlns:a16="http://schemas.microsoft.com/office/drawing/2014/main" id="{DD9A2A46-D55F-4922-A01B-3F8DBED6219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952500" y="4763"/>
              <a:ext cx="152400" cy="908050"/>
            </a:xfrm>
            <a:custGeom>
              <a:avLst/>
              <a:gdLst/>
              <a:ahLst/>
              <a:cxnLst/>
              <a:rect l="0" t="0" r="r" b="b"/>
              <a:pathLst>
                <a:path w="96" h="572">
                  <a:moveTo>
                    <a:pt x="15" y="572"/>
                  </a:moveTo>
                  <a:lnTo>
                    <a:pt x="0" y="572"/>
                  </a:lnTo>
                  <a:lnTo>
                    <a:pt x="0" y="189"/>
                  </a:lnTo>
                  <a:lnTo>
                    <a:pt x="81" y="0"/>
                  </a:lnTo>
                  <a:lnTo>
                    <a:pt x="96" y="6"/>
                  </a:lnTo>
                  <a:lnTo>
                    <a:pt x="15" y="192"/>
                  </a:lnTo>
                  <a:lnTo>
                    <a:pt x="15" y="572"/>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33" name="Freeform 20">
              <a:extLst>
                <a:ext uri="{FF2B5EF4-FFF2-40B4-BE49-F238E27FC236}">
                  <a16:creationId xmlns:a16="http://schemas.microsoft.com/office/drawing/2014/main" id="{0AA17DFB-AEBE-4499-865B-B70381244269}"/>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866775" y="9032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2"/>
                    <a:pt x="4" y="20"/>
                  </a:cubicBezTo>
                  <a:cubicBezTo>
                    <a:pt x="4" y="29"/>
                    <a:pt x="11" y="36"/>
                    <a:pt x="20" y="36"/>
                  </a:cubicBezTo>
                  <a:cubicBezTo>
                    <a:pt x="29" y="36"/>
                    <a:pt x="36" y="29"/>
                    <a:pt x="36" y="20"/>
                  </a:cubicBezTo>
                  <a:cubicBezTo>
                    <a:pt x="36" y="12"/>
                    <a:pt x="29"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34" name="Freeform 21">
              <a:extLst>
                <a:ext uri="{FF2B5EF4-FFF2-40B4-BE49-F238E27FC236}">
                  <a16:creationId xmlns:a16="http://schemas.microsoft.com/office/drawing/2014/main" id="{057EE8DA-45A6-49F5-8818-666095A68408}"/>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890588" y="155416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8"/>
                    <a:pt x="11" y="36"/>
                    <a:pt x="20" y="36"/>
                  </a:cubicBezTo>
                  <a:cubicBezTo>
                    <a:pt x="29" y="36"/>
                    <a:pt x="36" y="28"/>
                    <a:pt x="36" y="20"/>
                  </a:cubicBezTo>
                  <a:cubicBezTo>
                    <a:pt x="36" y="11"/>
                    <a:pt x="29"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35" name="Freeform 22">
              <a:extLst>
                <a:ext uri="{FF2B5EF4-FFF2-40B4-BE49-F238E27FC236}">
                  <a16:creationId xmlns:a16="http://schemas.microsoft.com/office/drawing/2014/main" id="{8ADAA219-132F-41F3-BFAB-896804CF967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738188" y="5622925"/>
              <a:ext cx="338138" cy="1216025"/>
            </a:xfrm>
            <a:custGeom>
              <a:avLst/>
              <a:gdLst/>
              <a:ahLst/>
              <a:cxnLst/>
              <a:rect l="0" t="0" r="r" b="b"/>
              <a:pathLst>
                <a:path w="213" h="766">
                  <a:moveTo>
                    <a:pt x="213" y="766"/>
                  </a:moveTo>
                  <a:lnTo>
                    <a:pt x="195" y="766"/>
                  </a:lnTo>
                  <a:lnTo>
                    <a:pt x="195" y="464"/>
                  </a:lnTo>
                  <a:lnTo>
                    <a:pt x="0" y="6"/>
                  </a:lnTo>
                  <a:lnTo>
                    <a:pt x="12" y="0"/>
                  </a:lnTo>
                  <a:lnTo>
                    <a:pt x="213" y="461"/>
                  </a:lnTo>
                  <a:lnTo>
                    <a:pt x="213" y="766"/>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36" name="Freeform 23">
              <a:extLst>
                <a:ext uri="{FF2B5EF4-FFF2-40B4-BE49-F238E27FC236}">
                  <a16:creationId xmlns:a16="http://schemas.microsoft.com/office/drawing/2014/main" id="{0593EFB1-DC77-417B-B5BC-0900A29F86B6}"/>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647700" y="5480050"/>
              <a:ext cx="157163" cy="157163"/>
            </a:xfrm>
            <a:custGeom>
              <a:avLst/>
              <a:gdLst/>
              <a:ahLst/>
              <a:cxnLst/>
              <a:rect l="0" t="0" r="r" b="b"/>
              <a:pathLst>
                <a:path w="33" h="33">
                  <a:moveTo>
                    <a:pt x="17" y="33"/>
                  </a:moveTo>
                  <a:cubicBezTo>
                    <a:pt x="8" y="33"/>
                    <a:pt x="0" y="26"/>
                    <a:pt x="0" y="17"/>
                  </a:cubicBezTo>
                  <a:cubicBezTo>
                    <a:pt x="0" y="8"/>
                    <a:pt x="8" y="0"/>
                    <a:pt x="17" y="0"/>
                  </a:cubicBezTo>
                  <a:cubicBezTo>
                    <a:pt x="26" y="0"/>
                    <a:pt x="33" y="8"/>
                    <a:pt x="33" y="17"/>
                  </a:cubicBezTo>
                  <a:cubicBezTo>
                    <a:pt x="33" y="26"/>
                    <a:pt x="26" y="33"/>
                    <a:pt x="17" y="33"/>
                  </a:cubicBezTo>
                  <a:close/>
                  <a:moveTo>
                    <a:pt x="17" y="4"/>
                  </a:moveTo>
                  <a:cubicBezTo>
                    <a:pt x="10" y="4"/>
                    <a:pt x="4" y="10"/>
                    <a:pt x="4" y="17"/>
                  </a:cubicBezTo>
                  <a:cubicBezTo>
                    <a:pt x="4" y="24"/>
                    <a:pt x="10" y="29"/>
                    <a:pt x="17" y="29"/>
                  </a:cubicBezTo>
                  <a:cubicBezTo>
                    <a:pt x="23" y="29"/>
                    <a:pt x="29" y="24"/>
                    <a:pt x="29" y="17"/>
                  </a:cubicBezTo>
                  <a:cubicBezTo>
                    <a:pt x="29" y="10"/>
                    <a:pt x="23" y="4"/>
                    <a:pt x="17"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37" name="Freeform 24">
              <a:extLst>
                <a:ext uri="{FF2B5EF4-FFF2-40B4-BE49-F238E27FC236}">
                  <a16:creationId xmlns:a16="http://schemas.microsoft.com/office/drawing/2014/main" id="{95C9F90E-2399-40F1-BB67-3EEDFC360A8B}"/>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66675" y="903288"/>
              <a:ext cx="190500" cy="190500"/>
            </a:xfrm>
            <a:custGeom>
              <a:avLst/>
              <a:gdLst/>
              <a:ahLst/>
              <a:cxnLst/>
              <a:rect l="0" t="0" r="r" b="b"/>
              <a:pathLst>
                <a:path w="40" h="40">
                  <a:moveTo>
                    <a:pt x="20" y="40"/>
                  </a:moveTo>
                  <a:cubicBezTo>
                    <a:pt x="9" y="40"/>
                    <a:pt x="0" y="31"/>
                    <a:pt x="0" y="20"/>
                  </a:cubicBezTo>
                  <a:cubicBezTo>
                    <a:pt x="0" y="9"/>
                    <a:pt x="9" y="0"/>
                    <a:pt x="20" y="0"/>
                  </a:cubicBezTo>
                  <a:cubicBezTo>
                    <a:pt x="32" y="0"/>
                    <a:pt x="40" y="9"/>
                    <a:pt x="40" y="20"/>
                  </a:cubicBezTo>
                  <a:cubicBezTo>
                    <a:pt x="40" y="31"/>
                    <a:pt x="32" y="40"/>
                    <a:pt x="20" y="40"/>
                  </a:cubicBezTo>
                  <a:close/>
                  <a:moveTo>
                    <a:pt x="20" y="4"/>
                  </a:moveTo>
                  <a:cubicBezTo>
                    <a:pt x="12" y="4"/>
                    <a:pt x="4" y="12"/>
                    <a:pt x="4" y="20"/>
                  </a:cubicBezTo>
                  <a:cubicBezTo>
                    <a:pt x="4" y="29"/>
                    <a:pt x="12" y="36"/>
                    <a:pt x="20" y="36"/>
                  </a:cubicBezTo>
                  <a:cubicBezTo>
                    <a:pt x="29" y="36"/>
                    <a:pt x="36" y="29"/>
                    <a:pt x="36" y="20"/>
                  </a:cubicBezTo>
                  <a:cubicBezTo>
                    <a:pt x="36" y="12"/>
                    <a:pt x="29"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38" name="Freeform 25">
              <a:extLst>
                <a:ext uri="{FF2B5EF4-FFF2-40B4-BE49-F238E27FC236}">
                  <a16:creationId xmlns:a16="http://schemas.microsoft.com/office/drawing/2014/main" id="{59635033-7842-47F7-869E-EB54B03BE9D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0" y="3897313"/>
              <a:ext cx="133350" cy="266700"/>
            </a:xfrm>
            <a:custGeom>
              <a:avLst/>
              <a:gdLst/>
              <a:ahLst/>
              <a:cxnLst/>
              <a:rect l="0" t="0" r="r" b="b"/>
              <a:pathLst>
                <a:path w="84" h="168">
                  <a:moveTo>
                    <a:pt x="69" y="168"/>
                  </a:moveTo>
                  <a:lnTo>
                    <a:pt x="0" y="6"/>
                  </a:lnTo>
                  <a:lnTo>
                    <a:pt x="12" y="0"/>
                  </a:lnTo>
                  <a:lnTo>
                    <a:pt x="84" y="162"/>
                  </a:lnTo>
                  <a:lnTo>
                    <a:pt x="69" y="168"/>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39" name="Freeform 26">
              <a:extLst>
                <a:ext uri="{FF2B5EF4-FFF2-40B4-BE49-F238E27FC236}">
                  <a16:creationId xmlns:a16="http://schemas.microsoft.com/office/drawing/2014/main" id="{06710716-F4FF-4D2D-BD4D-3A1C29D5DA58}"/>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66675" y="4149725"/>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8"/>
                    <a:pt x="11" y="36"/>
                    <a:pt x="20" y="36"/>
                  </a:cubicBezTo>
                  <a:cubicBezTo>
                    <a:pt x="29" y="36"/>
                    <a:pt x="36" y="28"/>
                    <a:pt x="36" y="20"/>
                  </a:cubicBezTo>
                  <a:cubicBezTo>
                    <a:pt x="36" y="11"/>
                    <a:pt x="29"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40" name="Freeform 27">
              <a:extLst>
                <a:ext uri="{FF2B5EF4-FFF2-40B4-BE49-F238E27FC236}">
                  <a16:creationId xmlns:a16="http://schemas.microsoft.com/office/drawing/2014/main" id="{DD91BF26-5487-4130-87F9-0B56EA0B067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0" y="1644650"/>
              <a:ext cx="133350" cy="269875"/>
            </a:xfrm>
            <a:custGeom>
              <a:avLst/>
              <a:gdLst/>
              <a:ahLst/>
              <a:cxnLst/>
              <a:rect l="0" t="0" r="r" b="b"/>
              <a:pathLst>
                <a:path w="84" h="170">
                  <a:moveTo>
                    <a:pt x="12" y="170"/>
                  </a:moveTo>
                  <a:lnTo>
                    <a:pt x="0" y="164"/>
                  </a:lnTo>
                  <a:lnTo>
                    <a:pt x="69" y="0"/>
                  </a:lnTo>
                  <a:lnTo>
                    <a:pt x="84" y="6"/>
                  </a:lnTo>
                  <a:lnTo>
                    <a:pt x="12" y="170"/>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41" name="Freeform 28">
              <a:extLst>
                <a:ext uri="{FF2B5EF4-FFF2-40B4-BE49-F238E27FC236}">
                  <a16:creationId xmlns:a16="http://schemas.microsoft.com/office/drawing/2014/main" id="{DCAE746E-F56B-4E02-A50E-358503AB5F73}"/>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66675" y="146843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8"/>
                    <a:pt x="11" y="36"/>
                    <a:pt x="20" y="36"/>
                  </a:cubicBezTo>
                  <a:cubicBezTo>
                    <a:pt x="29" y="36"/>
                    <a:pt x="36" y="28"/>
                    <a:pt x="36" y="20"/>
                  </a:cubicBezTo>
                  <a:cubicBezTo>
                    <a:pt x="36" y="11"/>
                    <a:pt x="29"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42" name="Freeform 29">
              <a:extLst>
                <a:ext uri="{FF2B5EF4-FFF2-40B4-BE49-F238E27FC236}">
                  <a16:creationId xmlns:a16="http://schemas.microsoft.com/office/drawing/2014/main" id="{81DB5307-35A1-4FFB-A8E6-C6AB7703A8E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695325" y="4763"/>
              <a:ext cx="309563" cy="1558925"/>
            </a:xfrm>
            <a:custGeom>
              <a:avLst/>
              <a:gdLst/>
              <a:ahLst/>
              <a:cxnLst/>
              <a:rect l="0" t="0" r="r" b="b"/>
              <a:pathLst>
                <a:path w="195" h="982">
                  <a:moveTo>
                    <a:pt x="195" y="982"/>
                  </a:moveTo>
                  <a:lnTo>
                    <a:pt x="177" y="982"/>
                  </a:lnTo>
                  <a:lnTo>
                    <a:pt x="177" y="805"/>
                  </a:lnTo>
                  <a:lnTo>
                    <a:pt x="0" y="629"/>
                  </a:lnTo>
                  <a:lnTo>
                    <a:pt x="0" y="0"/>
                  </a:lnTo>
                  <a:lnTo>
                    <a:pt x="18" y="0"/>
                  </a:lnTo>
                  <a:lnTo>
                    <a:pt x="18" y="623"/>
                  </a:lnTo>
                  <a:lnTo>
                    <a:pt x="195" y="796"/>
                  </a:lnTo>
                  <a:lnTo>
                    <a:pt x="195" y="982"/>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43" name="Freeform 30">
              <a:extLst>
                <a:ext uri="{FF2B5EF4-FFF2-40B4-BE49-F238E27FC236}">
                  <a16:creationId xmlns:a16="http://schemas.microsoft.com/office/drawing/2014/main" id="{052F6C49-049E-4FBC-A090-64B559CC10C2}"/>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57150" y="4881563"/>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44" name="Freeform 31">
              <a:extLst>
                <a:ext uri="{FF2B5EF4-FFF2-40B4-BE49-F238E27FC236}">
                  <a16:creationId xmlns:a16="http://schemas.microsoft.com/office/drawing/2014/main" id="{B520037F-DF6D-49C9-937E-D7617F8DC86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38113" y="5060950"/>
              <a:ext cx="304800" cy="1778000"/>
            </a:xfrm>
            <a:custGeom>
              <a:avLst/>
              <a:gdLst/>
              <a:ahLst/>
              <a:cxnLst/>
              <a:rect l="0" t="0" r="r" b="b"/>
              <a:pathLst>
                <a:path w="192" h="1120">
                  <a:moveTo>
                    <a:pt x="192" y="1120"/>
                  </a:moveTo>
                  <a:lnTo>
                    <a:pt x="177" y="1120"/>
                  </a:lnTo>
                  <a:lnTo>
                    <a:pt x="177" y="360"/>
                  </a:lnTo>
                  <a:lnTo>
                    <a:pt x="0" y="183"/>
                  </a:lnTo>
                  <a:lnTo>
                    <a:pt x="0" y="0"/>
                  </a:lnTo>
                  <a:lnTo>
                    <a:pt x="15" y="0"/>
                  </a:lnTo>
                  <a:lnTo>
                    <a:pt x="15" y="177"/>
                  </a:lnTo>
                  <a:lnTo>
                    <a:pt x="192" y="354"/>
                  </a:lnTo>
                  <a:lnTo>
                    <a:pt x="192" y="1120"/>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45" name="Freeform 32">
              <a:extLst>
                <a:ext uri="{FF2B5EF4-FFF2-40B4-BE49-F238E27FC236}">
                  <a16:creationId xmlns:a16="http://schemas.microsoft.com/office/drawing/2014/main" id="{D65483B0-4562-4071-8E79-BFF7E3407B92}"/>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561975" y="6430963"/>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46" name="Rectangle 33">
              <a:extLst>
                <a:ext uri="{FF2B5EF4-FFF2-40B4-BE49-F238E27FC236}">
                  <a16:creationId xmlns:a16="http://schemas.microsoft.com/office/drawing/2014/main" id="{B537F264-B801-4F97-8091-41E16CA52FE1}"/>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642938" y="6610350"/>
              <a:ext cx="23813" cy="242888"/>
            </a:xfrm>
            <a:prstGeom prst="rect">
              <a:avLst/>
            </a:pr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miter lim="800000"/>
                  <a:headEnd/>
                  <a:tailEnd/>
                </a14:hiddenLine>
              </a:ext>
            </a:extLst>
          </p:spPr>
          <p:txBody>
            <a:bodyPr/>
            <a:lstStyle/>
            <a:p>
              <a:endParaRPr lang="it-IT"/>
            </a:p>
          </p:txBody>
        </p:sp>
        <p:sp>
          <p:nvSpPr>
            <p:cNvPr id="47" name="Freeform 34">
              <a:extLst>
                <a:ext uri="{FF2B5EF4-FFF2-40B4-BE49-F238E27FC236}">
                  <a16:creationId xmlns:a16="http://schemas.microsoft.com/office/drawing/2014/main" id="{CF0D86E0-647F-437F-AA71-72A789B0D2C7}"/>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76200" y="6430963"/>
              <a:ext cx="190500" cy="188913"/>
            </a:xfrm>
            <a:custGeom>
              <a:avLst/>
              <a:gdLst/>
              <a:ahLst/>
              <a:cxnLst/>
              <a:rect l="0" t="0" r="r" b="b"/>
              <a:pathLst>
                <a:path w="40" h="40">
                  <a:moveTo>
                    <a:pt x="20" y="40"/>
                  </a:moveTo>
                  <a:cubicBezTo>
                    <a:pt x="9" y="40"/>
                    <a:pt x="0" y="31"/>
                    <a:pt x="0" y="20"/>
                  </a:cubicBezTo>
                  <a:cubicBezTo>
                    <a:pt x="0" y="9"/>
                    <a:pt x="9" y="0"/>
                    <a:pt x="20" y="0"/>
                  </a:cubicBezTo>
                  <a:cubicBezTo>
                    <a:pt x="32" y="0"/>
                    <a:pt x="40" y="9"/>
                    <a:pt x="40" y="20"/>
                  </a:cubicBezTo>
                  <a:cubicBezTo>
                    <a:pt x="40" y="31"/>
                    <a:pt x="32"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48" name="Freeform 35">
              <a:extLst>
                <a:ext uri="{FF2B5EF4-FFF2-40B4-BE49-F238E27FC236}">
                  <a16:creationId xmlns:a16="http://schemas.microsoft.com/office/drawing/2014/main" id="{D72C3866-21D1-48D0-899E-938892FF3D7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0" y="5978525"/>
              <a:ext cx="190500" cy="461963"/>
            </a:xfrm>
            <a:custGeom>
              <a:avLst/>
              <a:gdLst/>
              <a:ahLst/>
              <a:cxnLst/>
              <a:rect l="0" t="0" r="r" b="b"/>
              <a:pathLst>
                <a:path w="120" h="291">
                  <a:moveTo>
                    <a:pt x="120" y="291"/>
                  </a:moveTo>
                  <a:lnTo>
                    <a:pt x="105" y="291"/>
                  </a:lnTo>
                  <a:lnTo>
                    <a:pt x="105" y="114"/>
                  </a:lnTo>
                  <a:lnTo>
                    <a:pt x="0" y="9"/>
                  </a:lnTo>
                  <a:lnTo>
                    <a:pt x="12" y="0"/>
                  </a:lnTo>
                  <a:lnTo>
                    <a:pt x="120" y="108"/>
                  </a:lnTo>
                  <a:lnTo>
                    <a:pt x="120" y="291"/>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49" name="Freeform 36">
              <a:extLst>
                <a:ext uri="{FF2B5EF4-FFF2-40B4-BE49-F238E27FC236}">
                  <a16:creationId xmlns:a16="http://schemas.microsoft.com/office/drawing/2014/main" id="{4E94AC39-CDCB-4B11-BE08-FABED0C00FD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014413" y="1801813"/>
              <a:ext cx="214313" cy="755650"/>
            </a:xfrm>
            <a:custGeom>
              <a:avLst/>
              <a:gdLst/>
              <a:ahLst/>
              <a:cxnLst/>
              <a:rect l="0" t="0" r="r" b="b"/>
              <a:pathLst>
                <a:path w="135" h="476">
                  <a:moveTo>
                    <a:pt x="12" y="476"/>
                  </a:moveTo>
                  <a:lnTo>
                    <a:pt x="0" y="476"/>
                  </a:lnTo>
                  <a:lnTo>
                    <a:pt x="0" y="128"/>
                  </a:lnTo>
                  <a:lnTo>
                    <a:pt x="126" y="0"/>
                  </a:lnTo>
                  <a:lnTo>
                    <a:pt x="135" y="9"/>
                  </a:lnTo>
                  <a:lnTo>
                    <a:pt x="12" y="131"/>
                  </a:lnTo>
                  <a:lnTo>
                    <a:pt x="12" y="476"/>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50" name="Freeform 37">
              <a:extLst>
                <a:ext uri="{FF2B5EF4-FFF2-40B4-BE49-F238E27FC236}">
                  <a16:creationId xmlns:a16="http://schemas.microsoft.com/office/drawing/2014/main" id="{29C7F939-61B9-467B-AC85-C146594B803A}"/>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938213" y="2547938"/>
              <a:ext cx="166688" cy="160338"/>
            </a:xfrm>
            <a:custGeom>
              <a:avLst/>
              <a:gdLst/>
              <a:ahLst/>
              <a:cxnLst/>
              <a:rect l="0" t="0" r="r" b="b"/>
              <a:pathLst>
                <a:path w="35" h="34">
                  <a:moveTo>
                    <a:pt x="18" y="34"/>
                  </a:moveTo>
                  <a:cubicBezTo>
                    <a:pt x="8" y="34"/>
                    <a:pt x="0" y="26"/>
                    <a:pt x="0" y="17"/>
                  </a:cubicBezTo>
                  <a:cubicBezTo>
                    <a:pt x="0" y="7"/>
                    <a:pt x="8" y="0"/>
                    <a:pt x="18" y="0"/>
                  </a:cubicBezTo>
                  <a:cubicBezTo>
                    <a:pt x="27" y="0"/>
                    <a:pt x="35" y="7"/>
                    <a:pt x="35" y="17"/>
                  </a:cubicBezTo>
                  <a:cubicBezTo>
                    <a:pt x="35" y="26"/>
                    <a:pt x="27" y="34"/>
                    <a:pt x="18" y="34"/>
                  </a:cubicBezTo>
                  <a:close/>
                  <a:moveTo>
                    <a:pt x="18" y="4"/>
                  </a:moveTo>
                  <a:cubicBezTo>
                    <a:pt x="10" y="4"/>
                    <a:pt x="4" y="10"/>
                    <a:pt x="4" y="17"/>
                  </a:cubicBezTo>
                  <a:cubicBezTo>
                    <a:pt x="4" y="24"/>
                    <a:pt x="10" y="30"/>
                    <a:pt x="18" y="30"/>
                  </a:cubicBezTo>
                  <a:cubicBezTo>
                    <a:pt x="25" y="30"/>
                    <a:pt x="31" y="24"/>
                    <a:pt x="31" y="17"/>
                  </a:cubicBezTo>
                  <a:cubicBezTo>
                    <a:pt x="31" y="10"/>
                    <a:pt x="25" y="4"/>
                    <a:pt x="18"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51" name="Freeform 38">
              <a:extLst>
                <a:ext uri="{FF2B5EF4-FFF2-40B4-BE49-F238E27FC236}">
                  <a16:creationId xmlns:a16="http://schemas.microsoft.com/office/drawing/2014/main" id="{0B851A48-E333-49BD-8150-3E207F2F5E0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595313" y="4763"/>
              <a:ext cx="638175" cy="4025900"/>
            </a:xfrm>
            <a:custGeom>
              <a:avLst/>
              <a:gdLst/>
              <a:ahLst/>
              <a:cxnLst/>
              <a:rect l="0" t="0" r="r" b="b"/>
              <a:pathLst>
                <a:path w="402" h="2536">
                  <a:moveTo>
                    <a:pt x="402" y="2536"/>
                  </a:moveTo>
                  <a:lnTo>
                    <a:pt x="387" y="2536"/>
                  </a:lnTo>
                  <a:lnTo>
                    <a:pt x="387" y="2311"/>
                  </a:lnTo>
                  <a:lnTo>
                    <a:pt x="0" y="1925"/>
                  </a:lnTo>
                  <a:lnTo>
                    <a:pt x="0" y="0"/>
                  </a:lnTo>
                  <a:lnTo>
                    <a:pt x="15" y="0"/>
                  </a:lnTo>
                  <a:lnTo>
                    <a:pt x="15" y="1916"/>
                  </a:lnTo>
                  <a:lnTo>
                    <a:pt x="402" y="2302"/>
                  </a:lnTo>
                  <a:lnTo>
                    <a:pt x="402" y="2536"/>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52" name="Freeform 39">
              <a:extLst>
                <a:ext uri="{FF2B5EF4-FFF2-40B4-BE49-F238E27FC236}">
                  <a16:creationId xmlns:a16="http://schemas.microsoft.com/office/drawing/2014/main" id="{1CD0C878-A6ED-44A0-972F-164829F382A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223963" y="1382713"/>
              <a:ext cx="142875" cy="476250"/>
            </a:xfrm>
            <a:custGeom>
              <a:avLst/>
              <a:gdLst/>
              <a:ahLst/>
              <a:cxnLst/>
              <a:rect l="0" t="0" r="r" b="b"/>
              <a:pathLst>
                <a:path w="90" h="300">
                  <a:moveTo>
                    <a:pt x="90" y="300"/>
                  </a:moveTo>
                  <a:lnTo>
                    <a:pt x="78" y="300"/>
                  </a:lnTo>
                  <a:lnTo>
                    <a:pt x="78" y="84"/>
                  </a:lnTo>
                  <a:lnTo>
                    <a:pt x="0" y="9"/>
                  </a:lnTo>
                  <a:lnTo>
                    <a:pt x="9" y="0"/>
                  </a:lnTo>
                  <a:lnTo>
                    <a:pt x="90" y="81"/>
                  </a:lnTo>
                  <a:lnTo>
                    <a:pt x="90" y="300"/>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53" name="Freeform 40">
              <a:extLst>
                <a:ext uri="{FF2B5EF4-FFF2-40B4-BE49-F238E27FC236}">
                  <a16:creationId xmlns:a16="http://schemas.microsoft.com/office/drawing/2014/main" id="{1C236544-42D8-4A88-B600-6B8B20FFB401}"/>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1300163" y="1849438"/>
              <a:ext cx="109538" cy="107950"/>
            </a:xfrm>
            <a:custGeom>
              <a:avLst/>
              <a:gdLst/>
              <a:ahLst/>
              <a:cxnLst/>
              <a:rect l="0" t="0" r="r" b="b"/>
              <a:pathLst>
                <a:path w="23" h="23">
                  <a:moveTo>
                    <a:pt x="12" y="23"/>
                  </a:moveTo>
                  <a:cubicBezTo>
                    <a:pt x="5" y="23"/>
                    <a:pt x="0" y="18"/>
                    <a:pt x="0" y="12"/>
                  </a:cubicBezTo>
                  <a:cubicBezTo>
                    <a:pt x="0" y="5"/>
                    <a:pt x="5" y="0"/>
                    <a:pt x="12" y="0"/>
                  </a:cubicBezTo>
                  <a:cubicBezTo>
                    <a:pt x="18" y="0"/>
                    <a:pt x="23" y="5"/>
                    <a:pt x="23" y="12"/>
                  </a:cubicBezTo>
                  <a:cubicBezTo>
                    <a:pt x="23" y="18"/>
                    <a:pt x="18" y="23"/>
                    <a:pt x="12" y="23"/>
                  </a:cubicBezTo>
                  <a:close/>
                  <a:moveTo>
                    <a:pt x="12" y="4"/>
                  </a:moveTo>
                  <a:cubicBezTo>
                    <a:pt x="8" y="4"/>
                    <a:pt x="4" y="8"/>
                    <a:pt x="4" y="12"/>
                  </a:cubicBezTo>
                  <a:cubicBezTo>
                    <a:pt x="4" y="16"/>
                    <a:pt x="8" y="19"/>
                    <a:pt x="12" y="19"/>
                  </a:cubicBezTo>
                  <a:cubicBezTo>
                    <a:pt x="16" y="19"/>
                    <a:pt x="19" y="16"/>
                    <a:pt x="19" y="12"/>
                  </a:cubicBezTo>
                  <a:cubicBezTo>
                    <a:pt x="19" y="8"/>
                    <a:pt x="16" y="4"/>
                    <a:pt x="12"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54" name="Freeform 41">
              <a:extLst>
                <a:ext uri="{FF2B5EF4-FFF2-40B4-BE49-F238E27FC236}">
                  <a16:creationId xmlns:a16="http://schemas.microsoft.com/office/drawing/2014/main" id="{C9FF2C0E-61EA-45E6-8C93-270B51918DB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280988" y="3417888"/>
              <a:ext cx="142875" cy="474663"/>
            </a:xfrm>
            <a:custGeom>
              <a:avLst/>
              <a:gdLst/>
              <a:ahLst/>
              <a:cxnLst/>
              <a:rect l="0" t="0" r="r" b="b"/>
              <a:pathLst>
                <a:path w="90" h="299">
                  <a:moveTo>
                    <a:pt x="12" y="299"/>
                  </a:moveTo>
                  <a:lnTo>
                    <a:pt x="0" y="299"/>
                  </a:lnTo>
                  <a:lnTo>
                    <a:pt x="0" y="80"/>
                  </a:lnTo>
                  <a:lnTo>
                    <a:pt x="81" y="0"/>
                  </a:lnTo>
                  <a:lnTo>
                    <a:pt x="90" y="8"/>
                  </a:lnTo>
                  <a:lnTo>
                    <a:pt x="12" y="83"/>
                  </a:lnTo>
                  <a:lnTo>
                    <a:pt x="12" y="299"/>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55" name="Freeform 42">
              <a:extLst>
                <a:ext uri="{FF2B5EF4-FFF2-40B4-BE49-F238E27FC236}">
                  <a16:creationId xmlns:a16="http://schemas.microsoft.com/office/drawing/2014/main" id="{654F9C3F-E635-4E7B-BF8F-87BF60CE7A01}"/>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238125" y="3883025"/>
              <a:ext cx="109538" cy="109538"/>
            </a:xfrm>
            <a:custGeom>
              <a:avLst/>
              <a:gdLst/>
              <a:ahLst/>
              <a:cxnLst/>
              <a:rect l="0" t="0" r="r" b="b"/>
              <a:pathLst>
                <a:path w="23" h="23">
                  <a:moveTo>
                    <a:pt x="11" y="23"/>
                  </a:moveTo>
                  <a:cubicBezTo>
                    <a:pt x="5" y="23"/>
                    <a:pt x="0" y="18"/>
                    <a:pt x="0" y="12"/>
                  </a:cubicBezTo>
                  <a:cubicBezTo>
                    <a:pt x="0" y="5"/>
                    <a:pt x="5" y="0"/>
                    <a:pt x="11" y="0"/>
                  </a:cubicBezTo>
                  <a:cubicBezTo>
                    <a:pt x="17" y="0"/>
                    <a:pt x="23" y="5"/>
                    <a:pt x="23" y="12"/>
                  </a:cubicBezTo>
                  <a:cubicBezTo>
                    <a:pt x="23" y="18"/>
                    <a:pt x="17" y="23"/>
                    <a:pt x="11" y="23"/>
                  </a:cubicBezTo>
                  <a:close/>
                  <a:moveTo>
                    <a:pt x="11" y="4"/>
                  </a:moveTo>
                  <a:cubicBezTo>
                    <a:pt x="7" y="4"/>
                    <a:pt x="4" y="8"/>
                    <a:pt x="4" y="12"/>
                  </a:cubicBezTo>
                  <a:cubicBezTo>
                    <a:pt x="4" y="16"/>
                    <a:pt x="7" y="19"/>
                    <a:pt x="11" y="19"/>
                  </a:cubicBezTo>
                  <a:cubicBezTo>
                    <a:pt x="15" y="19"/>
                    <a:pt x="19" y="16"/>
                    <a:pt x="19" y="12"/>
                  </a:cubicBezTo>
                  <a:cubicBezTo>
                    <a:pt x="19" y="8"/>
                    <a:pt x="15" y="4"/>
                    <a:pt x="11"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56" name="Freeform 43">
              <a:extLst>
                <a:ext uri="{FF2B5EF4-FFF2-40B4-BE49-F238E27FC236}">
                  <a16:creationId xmlns:a16="http://schemas.microsoft.com/office/drawing/2014/main" id="{ACCA7548-833A-4EEC-91F2-BB9687E3CE7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4763" y="2166938"/>
              <a:ext cx="114300" cy="452438"/>
            </a:xfrm>
            <a:custGeom>
              <a:avLst/>
              <a:gdLst/>
              <a:ahLst/>
              <a:cxnLst/>
              <a:rect l="0" t="0" r="r" b="b"/>
              <a:pathLst>
                <a:path w="72" h="285">
                  <a:moveTo>
                    <a:pt x="6" y="285"/>
                  </a:moveTo>
                  <a:lnTo>
                    <a:pt x="0" y="276"/>
                  </a:lnTo>
                  <a:lnTo>
                    <a:pt x="60" y="216"/>
                  </a:lnTo>
                  <a:lnTo>
                    <a:pt x="60" y="0"/>
                  </a:lnTo>
                  <a:lnTo>
                    <a:pt x="72" y="0"/>
                  </a:lnTo>
                  <a:lnTo>
                    <a:pt x="72" y="222"/>
                  </a:lnTo>
                  <a:lnTo>
                    <a:pt x="6" y="285"/>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57" name="Freeform 44">
              <a:extLst>
                <a:ext uri="{FF2B5EF4-FFF2-40B4-BE49-F238E27FC236}">
                  <a16:creationId xmlns:a16="http://schemas.microsoft.com/office/drawing/2014/main" id="{F895F203-B2FD-49FE-A865-269B367A4100}"/>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52388" y="2066925"/>
              <a:ext cx="109538" cy="109538"/>
            </a:xfrm>
            <a:custGeom>
              <a:avLst/>
              <a:gdLst/>
              <a:ahLst/>
              <a:cxnLst/>
              <a:rect l="0" t="0" r="r" b="b"/>
              <a:pathLst>
                <a:path w="23" h="23">
                  <a:moveTo>
                    <a:pt x="12" y="23"/>
                  </a:moveTo>
                  <a:cubicBezTo>
                    <a:pt x="5" y="23"/>
                    <a:pt x="0" y="18"/>
                    <a:pt x="0" y="12"/>
                  </a:cubicBezTo>
                  <a:cubicBezTo>
                    <a:pt x="0" y="5"/>
                    <a:pt x="5" y="0"/>
                    <a:pt x="12" y="0"/>
                  </a:cubicBezTo>
                  <a:cubicBezTo>
                    <a:pt x="18" y="0"/>
                    <a:pt x="23" y="5"/>
                    <a:pt x="23" y="12"/>
                  </a:cubicBezTo>
                  <a:cubicBezTo>
                    <a:pt x="23" y="18"/>
                    <a:pt x="18" y="23"/>
                    <a:pt x="12" y="23"/>
                  </a:cubicBezTo>
                  <a:close/>
                  <a:moveTo>
                    <a:pt x="12" y="4"/>
                  </a:moveTo>
                  <a:cubicBezTo>
                    <a:pt x="8" y="4"/>
                    <a:pt x="4" y="8"/>
                    <a:pt x="4" y="12"/>
                  </a:cubicBezTo>
                  <a:cubicBezTo>
                    <a:pt x="4" y="16"/>
                    <a:pt x="8" y="19"/>
                    <a:pt x="12" y="19"/>
                  </a:cubicBezTo>
                  <a:cubicBezTo>
                    <a:pt x="16" y="19"/>
                    <a:pt x="19" y="16"/>
                    <a:pt x="19" y="12"/>
                  </a:cubicBezTo>
                  <a:cubicBezTo>
                    <a:pt x="19" y="8"/>
                    <a:pt x="16" y="4"/>
                    <a:pt x="12"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58" name="Rectangle 45">
              <a:extLst>
                <a:ext uri="{FF2B5EF4-FFF2-40B4-BE49-F238E27FC236}">
                  <a16:creationId xmlns:a16="http://schemas.microsoft.com/office/drawing/2014/main" id="{84D9CCFF-23CD-4209-B238-57DDF091A6CE}"/>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228725" y="4662488"/>
              <a:ext cx="23813" cy="2181225"/>
            </a:xfrm>
            <a:prstGeom prst="rect">
              <a:avLst/>
            </a:pr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miter lim="800000"/>
                  <a:headEnd/>
                  <a:tailEnd/>
                </a14:hiddenLine>
              </a:ext>
            </a:extLst>
          </p:spPr>
          <p:txBody>
            <a:bodyPr/>
            <a:lstStyle/>
            <a:p>
              <a:endParaRPr lang="it-IT"/>
            </a:p>
          </p:txBody>
        </p:sp>
        <p:sp>
          <p:nvSpPr>
            <p:cNvPr id="59" name="Freeform 46">
              <a:extLst>
                <a:ext uri="{FF2B5EF4-FFF2-40B4-BE49-F238E27FC236}">
                  <a16:creationId xmlns:a16="http://schemas.microsoft.com/office/drawing/2014/main" id="{190495CD-E216-4AF5-9038-D7807B638CC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319213" y="5041900"/>
              <a:ext cx="371475" cy="1801813"/>
            </a:xfrm>
            <a:custGeom>
              <a:avLst/>
              <a:gdLst/>
              <a:ahLst/>
              <a:cxnLst/>
              <a:rect l="0" t="0" r="r" b="b"/>
              <a:pathLst>
                <a:path w="234" h="1135">
                  <a:moveTo>
                    <a:pt x="15" y="1135"/>
                  </a:moveTo>
                  <a:lnTo>
                    <a:pt x="0" y="1135"/>
                  </a:lnTo>
                  <a:lnTo>
                    <a:pt x="0" y="515"/>
                  </a:lnTo>
                  <a:lnTo>
                    <a:pt x="0" y="512"/>
                  </a:lnTo>
                  <a:lnTo>
                    <a:pt x="219" y="0"/>
                  </a:lnTo>
                  <a:lnTo>
                    <a:pt x="234" y="6"/>
                  </a:lnTo>
                  <a:lnTo>
                    <a:pt x="15" y="518"/>
                  </a:lnTo>
                  <a:lnTo>
                    <a:pt x="15" y="1135"/>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60" name="Freeform 47">
              <a:extLst>
                <a:ext uri="{FF2B5EF4-FFF2-40B4-BE49-F238E27FC236}">
                  <a16:creationId xmlns:a16="http://schemas.microsoft.com/office/drawing/2014/main" id="{6E2B5DDB-234E-47ED-9F32-83C6D5EEEB26}"/>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1147763" y="44815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61" name="Freeform 48">
              <a:extLst>
                <a:ext uri="{FF2B5EF4-FFF2-40B4-BE49-F238E27FC236}">
                  <a16:creationId xmlns:a16="http://schemas.microsoft.com/office/drawing/2014/main" id="{9DB1F0CB-D565-4DF9-BA3F-7CE9F18B4F5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819150" y="3983038"/>
              <a:ext cx="347663" cy="2860675"/>
            </a:xfrm>
            <a:custGeom>
              <a:avLst/>
              <a:gdLst/>
              <a:ahLst/>
              <a:cxnLst/>
              <a:rect l="0" t="0" r="r" b="b"/>
              <a:pathLst>
                <a:path w="219" h="1802">
                  <a:moveTo>
                    <a:pt x="219" y="1802"/>
                  </a:moveTo>
                  <a:lnTo>
                    <a:pt x="201" y="1802"/>
                  </a:lnTo>
                  <a:lnTo>
                    <a:pt x="201" y="1185"/>
                  </a:lnTo>
                  <a:lnTo>
                    <a:pt x="0" y="3"/>
                  </a:lnTo>
                  <a:lnTo>
                    <a:pt x="15" y="0"/>
                  </a:lnTo>
                  <a:lnTo>
                    <a:pt x="219" y="1185"/>
                  </a:lnTo>
                  <a:lnTo>
                    <a:pt x="219" y="1802"/>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62" name="Freeform 49">
              <a:extLst>
                <a:ext uri="{FF2B5EF4-FFF2-40B4-BE49-F238E27FC236}">
                  <a16:creationId xmlns:a16="http://schemas.microsoft.com/office/drawing/2014/main" id="{552F47B4-D0D5-4075-BD00-7145B6F205E7}"/>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728663" y="3806825"/>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8"/>
                    <a:pt x="11" y="36"/>
                    <a:pt x="20" y="36"/>
                  </a:cubicBezTo>
                  <a:cubicBezTo>
                    <a:pt x="29" y="36"/>
                    <a:pt x="36" y="28"/>
                    <a:pt x="36" y="20"/>
                  </a:cubicBezTo>
                  <a:cubicBezTo>
                    <a:pt x="36" y="11"/>
                    <a:pt x="29"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63" name="Freeform 50">
              <a:extLst>
                <a:ext uri="{FF2B5EF4-FFF2-40B4-BE49-F238E27FC236}">
                  <a16:creationId xmlns:a16="http://schemas.microsoft.com/office/drawing/2014/main" id="{F57CAD52-0B84-4068-BFD9-B48B16AFEED7}"/>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1624013" y="4867275"/>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64" name="Freeform 51">
              <a:extLst>
                <a:ext uri="{FF2B5EF4-FFF2-40B4-BE49-F238E27FC236}">
                  <a16:creationId xmlns:a16="http://schemas.microsoft.com/office/drawing/2014/main" id="{62E09F5E-A24D-4628-A8CB-143556FB9D7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404938" y="5422900"/>
              <a:ext cx="371475" cy="1425575"/>
            </a:xfrm>
            <a:custGeom>
              <a:avLst/>
              <a:gdLst/>
              <a:ahLst/>
              <a:cxnLst/>
              <a:rect l="0" t="0" r="r" b="b"/>
              <a:pathLst>
                <a:path w="234" h="898">
                  <a:moveTo>
                    <a:pt x="18" y="898"/>
                  </a:moveTo>
                  <a:lnTo>
                    <a:pt x="0" y="898"/>
                  </a:lnTo>
                  <a:lnTo>
                    <a:pt x="0" y="515"/>
                  </a:lnTo>
                  <a:lnTo>
                    <a:pt x="0" y="512"/>
                  </a:lnTo>
                  <a:lnTo>
                    <a:pt x="222" y="0"/>
                  </a:lnTo>
                  <a:lnTo>
                    <a:pt x="234" y="6"/>
                  </a:lnTo>
                  <a:lnTo>
                    <a:pt x="18" y="518"/>
                  </a:lnTo>
                  <a:lnTo>
                    <a:pt x="18" y="898"/>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65" name="Freeform 52">
              <a:extLst>
                <a:ext uri="{FF2B5EF4-FFF2-40B4-BE49-F238E27FC236}">
                  <a16:creationId xmlns:a16="http://schemas.microsoft.com/office/drawing/2014/main" id="{C547CC76-FB8C-43B1-A625-F694184D947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666875" y="5945188"/>
              <a:ext cx="152400" cy="912813"/>
            </a:xfrm>
            <a:custGeom>
              <a:avLst/>
              <a:gdLst/>
              <a:ahLst/>
              <a:cxnLst/>
              <a:rect l="0" t="0" r="r" b="b"/>
              <a:pathLst>
                <a:path w="96" h="575">
                  <a:moveTo>
                    <a:pt x="15" y="575"/>
                  </a:moveTo>
                  <a:lnTo>
                    <a:pt x="0" y="569"/>
                  </a:lnTo>
                  <a:lnTo>
                    <a:pt x="81" y="383"/>
                  </a:lnTo>
                  <a:lnTo>
                    <a:pt x="81" y="0"/>
                  </a:lnTo>
                  <a:lnTo>
                    <a:pt x="96" y="0"/>
                  </a:lnTo>
                  <a:lnTo>
                    <a:pt x="96" y="386"/>
                  </a:lnTo>
                  <a:lnTo>
                    <a:pt x="15" y="575"/>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66" name="Freeform 53">
              <a:extLst>
                <a:ext uri="{FF2B5EF4-FFF2-40B4-BE49-F238E27FC236}">
                  <a16:creationId xmlns:a16="http://schemas.microsoft.com/office/drawing/2014/main" id="{E86CE93B-A557-46C2-B87E-81C1E0E93672}"/>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1709738" y="52466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67" name="Freeform 54">
              <a:extLst>
                <a:ext uri="{FF2B5EF4-FFF2-40B4-BE49-F238E27FC236}">
                  <a16:creationId xmlns:a16="http://schemas.microsoft.com/office/drawing/2014/main" id="{7220D106-C5C0-4A39-909A-A11F3E246D6E}"/>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1709738" y="57642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68" name="Freeform 55">
              <a:extLst>
                <a:ext uri="{FF2B5EF4-FFF2-40B4-BE49-F238E27FC236}">
                  <a16:creationId xmlns:a16="http://schemas.microsoft.com/office/drawing/2014/main" id="{195044AA-79D9-4142-8865-9A4B4E80873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766888" y="6330950"/>
              <a:ext cx="419100" cy="527050"/>
            </a:xfrm>
            <a:custGeom>
              <a:avLst/>
              <a:gdLst/>
              <a:ahLst/>
              <a:cxnLst/>
              <a:rect l="0" t="0" r="r" b="b"/>
              <a:pathLst>
                <a:path w="264" h="332">
                  <a:moveTo>
                    <a:pt x="12" y="332"/>
                  </a:moveTo>
                  <a:lnTo>
                    <a:pt x="0" y="326"/>
                  </a:lnTo>
                  <a:lnTo>
                    <a:pt x="45" y="206"/>
                  </a:lnTo>
                  <a:lnTo>
                    <a:pt x="255" y="0"/>
                  </a:lnTo>
                  <a:lnTo>
                    <a:pt x="264" y="12"/>
                  </a:lnTo>
                  <a:lnTo>
                    <a:pt x="60" y="215"/>
                  </a:lnTo>
                  <a:lnTo>
                    <a:pt x="12" y="332"/>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69" name="Freeform 56">
              <a:extLst>
                <a:ext uri="{FF2B5EF4-FFF2-40B4-BE49-F238E27FC236}">
                  <a16:creationId xmlns:a16="http://schemas.microsoft.com/office/drawing/2014/main" id="{BBFC5CFA-482C-4B45-87A7-C44F773CC663}"/>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2147888" y="6221413"/>
              <a:ext cx="157163" cy="147638"/>
            </a:xfrm>
            <a:custGeom>
              <a:avLst/>
              <a:gdLst/>
              <a:ahLst/>
              <a:cxnLst/>
              <a:rect l="0" t="0" r="r" b="b"/>
              <a:pathLst>
                <a:path w="33" h="31">
                  <a:moveTo>
                    <a:pt x="16" y="31"/>
                  </a:moveTo>
                  <a:cubicBezTo>
                    <a:pt x="12" y="31"/>
                    <a:pt x="8" y="29"/>
                    <a:pt x="5" y="26"/>
                  </a:cubicBezTo>
                  <a:cubicBezTo>
                    <a:pt x="2" y="24"/>
                    <a:pt x="0" y="20"/>
                    <a:pt x="0" y="15"/>
                  </a:cubicBezTo>
                  <a:cubicBezTo>
                    <a:pt x="0" y="11"/>
                    <a:pt x="2" y="7"/>
                    <a:pt x="5" y="4"/>
                  </a:cubicBezTo>
                  <a:cubicBezTo>
                    <a:pt x="8" y="1"/>
                    <a:pt x="12" y="0"/>
                    <a:pt x="16" y="0"/>
                  </a:cubicBezTo>
                  <a:cubicBezTo>
                    <a:pt x="20" y="0"/>
                    <a:pt x="24" y="1"/>
                    <a:pt x="27" y="4"/>
                  </a:cubicBezTo>
                  <a:cubicBezTo>
                    <a:pt x="33" y="10"/>
                    <a:pt x="33" y="20"/>
                    <a:pt x="27" y="26"/>
                  </a:cubicBezTo>
                  <a:cubicBezTo>
                    <a:pt x="24" y="29"/>
                    <a:pt x="20" y="31"/>
                    <a:pt x="16" y="31"/>
                  </a:cubicBezTo>
                  <a:close/>
                  <a:moveTo>
                    <a:pt x="16" y="4"/>
                  </a:moveTo>
                  <a:cubicBezTo>
                    <a:pt x="13" y="4"/>
                    <a:pt x="10" y="5"/>
                    <a:pt x="8" y="7"/>
                  </a:cubicBezTo>
                  <a:cubicBezTo>
                    <a:pt x="6" y="9"/>
                    <a:pt x="4" y="12"/>
                    <a:pt x="4" y="15"/>
                  </a:cubicBezTo>
                  <a:cubicBezTo>
                    <a:pt x="4" y="19"/>
                    <a:pt x="6" y="21"/>
                    <a:pt x="8" y="24"/>
                  </a:cubicBezTo>
                  <a:cubicBezTo>
                    <a:pt x="10" y="26"/>
                    <a:pt x="13" y="27"/>
                    <a:pt x="16" y="27"/>
                  </a:cubicBezTo>
                  <a:cubicBezTo>
                    <a:pt x="19" y="27"/>
                    <a:pt x="22" y="26"/>
                    <a:pt x="24" y="24"/>
                  </a:cubicBezTo>
                  <a:cubicBezTo>
                    <a:pt x="29" y="19"/>
                    <a:pt x="29" y="12"/>
                    <a:pt x="24" y="7"/>
                  </a:cubicBezTo>
                  <a:cubicBezTo>
                    <a:pt x="22" y="5"/>
                    <a:pt x="19" y="4"/>
                    <a:pt x="16"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70" name="Freeform 57">
              <a:extLst>
                <a:ext uri="{FF2B5EF4-FFF2-40B4-BE49-F238E27FC236}">
                  <a16:creationId xmlns:a16="http://schemas.microsoft.com/office/drawing/2014/main" id="{79BEC615-03E2-4F7F-A457-0CDA565ADA7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504825" y="9525"/>
              <a:ext cx="233363" cy="5103813"/>
            </a:xfrm>
            <a:custGeom>
              <a:avLst/>
              <a:gdLst/>
              <a:ahLst/>
              <a:cxnLst/>
              <a:rect l="0" t="0" r="r" b="b"/>
              <a:pathLst>
                <a:path w="147" h="3215">
                  <a:moveTo>
                    <a:pt x="132" y="3215"/>
                  </a:moveTo>
                  <a:lnTo>
                    <a:pt x="129" y="2754"/>
                  </a:lnTo>
                  <a:lnTo>
                    <a:pt x="0" y="1901"/>
                  </a:lnTo>
                  <a:lnTo>
                    <a:pt x="0" y="0"/>
                  </a:lnTo>
                  <a:lnTo>
                    <a:pt x="15" y="0"/>
                  </a:lnTo>
                  <a:lnTo>
                    <a:pt x="15" y="1898"/>
                  </a:lnTo>
                  <a:lnTo>
                    <a:pt x="144" y="2754"/>
                  </a:lnTo>
                  <a:lnTo>
                    <a:pt x="147" y="3215"/>
                  </a:lnTo>
                  <a:lnTo>
                    <a:pt x="132" y="3215"/>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71" name="Freeform 58">
              <a:extLst>
                <a:ext uri="{FF2B5EF4-FFF2-40B4-BE49-F238E27FC236}">
                  <a16:creationId xmlns:a16="http://schemas.microsoft.com/office/drawing/2014/main" id="{20E56620-58EC-4785-BA5E-2E40F40BC91A}"/>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633413" y="5103813"/>
              <a:ext cx="185738" cy="185738"/>
            </a:xfrm>
            <a:custGeom>
              <a:avLst/>
              <a:gdLst/>
              <a:ahLst/>
              <a:cxnLst/>
              <a:rect l="0" t="0" r="r" b="b"/>
              <a:pathLst>
                <a:path w="39" h="39">
                  <a:moveTo>
                    <a:pt x="20" y="39"/>
                  </a:moveTo>
                  <a:cubicBezTo>
                    <a:pt x="9" y="39"/>
                    <a:pt x="0" y="30"/>
                    <a:pt x="0" y="19"/>
                  </a:cubicBezTo>
                  <a:cubicBezTo>
                    <a:pt x="0" y="9"/>
                    <a:pt x="9" y="0"/>
                    <a:pt x="20" y="0"/>
                  </a:cubicBezTo>
                  <a:cubicBezTo>
                    <a:pt x="30" y="0"/>
                    <a:pt x="39" y="9"/>
                    <a:pt x="39" y="19"/>
                  </a:cubicBezTo>
                  <a:cubicBezTo>
                    <a:pt x="39" y="30"/>
                    <a:pt x="30" y="39"/>
                    <a:pt x="20" y="39"/>
                  </a:cubicBezTo>
                  <a:close/>
                  <a:moveTo>
                    <a:pt x="20" y="4"/>
                  </a:moveTo>
                  <a:cubicBezTo>
                    <a:pt x="11" y="4"/>
                    <a:pt x="4" y="11"/>
                    <a:pt x="4" y="19"/>
                  </a:cubicBezTo>
                  <a:cubicBezTo>
                    <a:pt x="4" y="28"/>
                    <a:pt x="11" y="35"/>
                    <a:pt x="20" y="35"/>
                  </a:cubicBezTo>
                  <a:cubicBezTo>
                    <a:pt x="28" y="35"/>
                    <a:pt x="35" y="28"/>
                    <a:pt x="35" y="19"/>
                  </a:cubicBezTo>
                  <a:cubicBezTo>
                    <a:pt x="35" y="11"/>
                    <a:pt x="28"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grpSp>
      <p:sp>
        <p:nvSpPr>
          <p:cNvPr id="2" name="Titolo 1">
            <a:extLst>
              <a:ext uri="{FF2B5EF4-FFF2-40B4-BE49-F238E27FC236}">
                <a16:creationId xmlns:a16="http://schemas.microsoft.com/office/drawing/2014/main" id="{136E5999-85A8-328D-B9CE-10498F9A220D}"/>
              </a:ext>
            </a:extLst>
          </p:cNvPr>
          <p:cNvSpPr>
            <a:spLocks noGrp="1"/>
          </p:cNvSpPr>
          <p:nvPr>
            <p:ph type="title"/>
          </p:nvPr>
        </p:nvSpPr>
        <p:spPr>
          <a:xfrm>
            <a:off x="5491209" y="618518"/>
            <a:ext cx="5877676" cy="1478570"/>
          </a:xfrm>
        </p:spPr>
        <p:txBody>
          <a:bodyPr>
            <a:normAutofit/>
          </a:bodyPr>
          <a:lstStyle/>
          <a:p>
            <a:r>
              <a:rPr lang="it-IT" dirty="0" err="1"/>
              <a:t>Results</a:t>
            </a:r>
            <a:r>
              <a:rPr lang="it-IT" dirty="0"/>
              <a:t> A</a:t>
            </a:r>
          </a:p>
        </p:txBody>
      </p:sp>
      <p:pic>
        <p:nvPicPr>
          <p:cNvPr id="5" name="Immagine 4" descr="Immagine che contiene testo, linea, Diagramma, diagramma&#10;&#10;Il contenuto generato dall'IA potrebbe non essere corretto.">
            <a:extLst>
              <a:ext uri="{FF2B5EF4-FFF2-40B4-BE49-F238E27FC236}">
                <a16:creationId xmlns:a16="http://schemas.microsoft.com/office/drawing/2014/main" id="{6CE40831-D55C-580F-BFC0-FAD913BC6AD5}"/>
              </a:ext>
            </a:extLst>
          </p:cNvPr>
          <p:cNvPicPr>
            <a:picLocks noChangeAspect="1"/>
          </p:cNvPicPr>
          <p:nvPr/>
        </p:nvPicPr>
        <p:blipFill>
          <a:blip r:embed="rId4">
            <a:extLst>
              <a:ext uri="{28A0092B-C50C-407E-A947-70E740481C1C}">
                <a14:useLocalDpi xmlns:a14="http://schemas.microsoft.com/office/drawing/2010/main" val="0"/>
              </a:ext>
            </a:extLst>
          </a:blip>
          <a:srcRect l="10206" r="1726" b="1"/>
          <a:stretch>
            <a:fillRect/>
          </a:stretch>
        </p:blipFill>
        <p:spPr>
          <a:xfrm>
            <a:off x="-3080" y="4597703"/>
            <a:ext cx="4635563" cy="2276475"/>
          </a:xfrm>
          <a:custGeom>
            <a:avLst/>
            <a:gdLst/>
            <a:ahLst/>
            <a:cxnLst/>
            <a:rect l="l" t="t" r="r" b="b"/>
            <a:pathLst>
              <a:path w="4635583" h="3427413">
                <a:moveTo>
                  <a:pt x="0" y="0"/>
                </a:moveTo>
                <a:lnTo>
                  <a:pt x="4635583" y="0"/>
                </a:lnTo>
                <a:lnTo>
                  <a:pt x="4635583" y="3427413"/>
                </a:lnTo>
                <a:lnTo>
                  <a:pt x="0" y="3427413"/>
                </a:lnTo>
                <a:close/>
              </a:path>
            </a:pathLst>
          </a:custGeom>
        </p:spPr>
      </p:pic>
      <p:pic>
        <p:nvPicPr>
          <p:cNvPr id="8" name="Immagine 7" descr="Immagine che contiene testo, schermata, Diagramma, linea&#10;&#10;Il contenuto generato dall'IA potrebbe non essere corretto.">
            <a:extLst>
              <a:ext uri="{FF2B5EF4-FFF2-40B4-BE49-F238E27FC236}">
                <a16:creationId xmlns:a16="http://schemas.microsoft.com/office/drawing/2014/main" id="{814759F3-9B50-EB44-DEA7-CB347AB847B7}"/>
              </a:ext>
            </a:extLst>
          </p:cNvPr>
          <p:cNvPicPr>
            <a:picLocks noChangeAspect="1"/>
          </p:cNvPicPr>
          <p:nvPr/>
        </p:nvPicPr>
        <p:blipFill>
          <a:blip r:embed="rId5">
            <a:extLst>
              <a:ext uri="{28A0092B-C50C-407E-A947-70E740481C1C}">
                <a14:useLocalDpi xmlns:a14="http://schemas.microsoft.com/office/drawing/2010/main" val="0"/>
              </a:ext>
            </a:extLst>
          </a:blip>
          <a:srcRect r="12298" b="1"/>
          <a:stretch>
            <a:fillRect/>
          </a:stretch>
        </p:blipFill>
        <p:spPr>
          <a:xfrm>
            <a:off x="20" y="2285999"/>
            <a:ext cx="4635563" cy="2286001"/>
          </a:xfrm>
          <a:custGeom>
            <a:avLst/>
            <a:gdLst/>
            <a:ahLst/>
            <a:cxnLst/>
            <a:rect l="l" t="t" r="r" b="b"/>
            <a:pathLst>
              <a:path w="4635583" h="3430587">
                <a:moveTo>
                  <a:pt x="0" y="0"/>
                </a:moveTo>
                <a:lnTo>
                  <a:pt x="4635583" y="0"/>
                </a:lnTo>
                <a:lnTo>
                  <a:pt x="4635583" y="3430587"/>
                </a:lnTo>
                <a:lnTo>
                  <a:pt x="0" y="3430587"/>
                </a:lnTo>
                <a:close/>
              </a:path>
            </a:pathLst>
          </a:custGeom>
        </p:spPr>
      </p:pic>
      <p:cxnSp>
        <p:nvCxnSpPr>
          <p:cNvPr id="73" name="Straight Connector 72">
            <a:extLst>
              <a:ext uri="{FF2B5EF4-FFF2-40B4-BE49-F238E27FC236}">
                <a16:creationId xmlns:a16="http://schemas.microsoft.com/office/drawing/2014/main" id="{3CFEBF73-2875-4126-A90D-ABB6BBFEADE8}"/>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0" y="2286000"/>
            <a:ext cx="4635583" cy="0"/>
          </a:xfrm>
          <a:prstGeom prst="line">
            <a:avLst/>
          </a:prstGeom>
          <a:solidFill>
            <a:schemeClr val="tx2">
              <a:alpha val="60000"/>
            </a:schemeClr>
          </a:solidFill>
          <a:ln w="19050">
            <a:solidFill>
              <a:schemeClr val="tx2">
                <a:alpha val="60000"/>
              </a:schemeClr>
            </a:solidFill>
          </a:ln>
          <a:effectLst>
            <a:outerShdw blurRad="50800" dist="38100" dir="2700000" algn="tl" rotWithShape="0">
              <a:srgbClr val="000000">
                <a:alpha val="58000"/>
              </a:srgbClr>
            </a:outerShdw>
          </a:effectLst>
        </p:spPr>
      </p:cxnSp>
      <p:pic>
        <p:nvPicPr>
          <p:cNvPr id="7" name="Immagine 6" descr="Immagine che contiene testo, schermata, diagramma, Diagramma&#10;&#10;Il contenuto generato dall'IA potrebbe non essere corretto.">
            <a:extLst>
              <a:ext uri="{FF2B5EF4-FFF2-40B4-BE49-F238E27FC236}">
                <a16:creationId xmlns:a16="http://schemas.microsoft.com/office/drawing/2014/main" id="{5ECC3848-27FF-4216-EAE4-585DC17C949D}"/>
              </a:ext>
            </a:extLst>
          </p:cNvPr>
          <p:cNvPicPr>
            <a:picLocks noChangeAspect="1"/>
          </p:cNvPicPr>
          <p:nvPr/>
        </p:nvPicPr>
        <p:blipFill>
          <a:blip r:embed="rId6">
            <a:extLst>
              <a:ext uri="{28A0092B-C50C-407E-A947-70E740481C1C}">
                <a14:useLocalDpi xmlns:a14="http://schemas.microsoft.com/office/drawing/2010/main" val="0"/>
              </a:ext>
            </a:extLst>
          </a:blip>
          <a:srcRect r="1" b="1372"/>
          <a:stretch>
            <a:fillRect/>
          </a:stretch>
        </p:blipFill>
        <p:spPr>
          <a:xfrm>
            <a:off x="0" y="-7132"/>
            <a:ext cx="4635563" cy="2286001"/>
          </a:xfrm>
          <a:custGeom>
            <a:avLst/>
            <a:gdLst/>
            <a:ahLst/>
            <a:cxnLst/>
            <a:rect l="l" t="t" r="r" b="b"/>
            <a:pathLst>
              <a:path w="4635583" h="3430587">
                <a:moveTo>
                  <a:pt x="0" y="0"/>
                </a:moveTo>
                <a:lnTo>
                  <a:pt x="4635583" y="0"/>
                </a:lnTo>
                <a:lnTo>
                  <a:pt x="4635583" y="3430587"/>
                </a:lnTo>
                <a:lnTo>
                  <a:pt x="0" y="3430587"/>
                </a:lnTo>
                <a:close/>
              </a:path>
            </a:pathLst>
          </a:custGeom>
        </p:spPr>
      </p:pic>
      <p:cxnSp>
        <p:nvCxnSpPr>
          <p:cNvPr id="75" name="Straight Connector 74">
            <a:extLst>
              <a:ext uri="{FF2B5EF4-FFF2-40B4-BE49-F238E27FC236}">
                <a16:creationId xmlns:a16="http://schemas.microsoft.com/office/drawing/2014/main" id="{0F167419-5C1C-40BD-B9C4-75CFC65088FD}"/>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0" y="4572000"/>
            <a:ext cx="4635583" cy="0"/>
          </a:xfrm>
          <a:prstGeom prst="line">
            <a:avLst/>
          </a:prstGeom>
          <a:solidFill>
            <a:schemeClr val="tx2">
              <a:alpha val="60000"/>
            </a:schemeClr>
          </a:solidFill>
          <a:ln w="19050">
            <a:solidFill>
              <a:schemeClr val="tx2">
                <a:alpha val="60000"/>
              </a:schemeClr>
            </a:solidFill>
          </a:ln>
          <a:effectLst>
            <a:outerShdw blurRad="50800" dist="38100" dir="2700000" algn="tl" rotWithShape="0">
              <a:srgbClr val="000000">
                <a:alpha val="58000"/>
              </a:srgbClr>
            </a:outerShdw>
          </a:effectLst>
        </p:spPr>
      </p:cxnSp>
      <p:cxnSp>
        <p:nvCxnSpPr>
          <p:cNvPr id="77" name="Straight Connector 76">
            <a:extLst>
              <a:ext uri="{FF2B5EF4-FFF2-40B4-BE49-F238E27FC236}">
                <a16:creationId xmlns:a16="http://schemas.microsoft.com/office/drawing/2014/main" id="{AFCD9A95-E405-4952-A0CF-6EAF80F97063}"/>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4632483" y="-464"/>
            <a:ext cx="2646" cy="6858465"/>
          </a:xfrm>
          <a:prstGeom prst="line">
            <a:avLst/>
          </a:prstGeom>
          <a:solidFill>
            <a:schemeClr val="tx2">
              <a:alpha val="60000"/>
            </a:schemeClr>
          </a:solidFill>
          <a:ln w="19050">
            <a:solidFill>
              <a:schemeClr val="tx2">
                <a:alpha val="60000"/>
              </a:schemeClr>
            </a:solidFill>
          </a:ln>
          <a:effectLst>
            <a:outerShdw blurRad="50800" dist="38100" dir="2700000" algn="tl" rotWithShape="0">
              <a:srgbClr val="000000">
                <a:alpha val="58000"/>
              </a:srgbClr>
            </a:outerShdw>
          </a:effectLst>
        </p:spPr>
      </p:cxnSp>
      <p:sp>
        <p:nvSpPr>
          <p:cNvPr id="3" name="Segnaposto contenuto 2">
            <a:extLst>
              <a:ext uri="{FF2B5EF4-FFF2-40B4-BE49-F238E27FC236}">
                <a16:creationId xmlns:a16="http://schemas.microsoft.com/office/drawing/2014/main" id="{148653F7-7E89-E8D0-66AA-896B0A955B75}"/>
              </a:ext>
            </a:extLst>
          </p:cNvPr>
          <p:cNvSpPr>
            <a:spLocks noGrp="1"/>
          </p:cNvSpPr>
          <p:nvPr>
            <p:ph idx="1"/>
          </p:nvPr>
        </p:nvSpPr>
        <p:spPr>
          <a:xfrm>
            <a:off x="5504020" y="2095499"/>
            <a:ext cx="5877677" cy="3541714"/>
          </a:xfrm>
        </p:spPr>
        <p:txBody>
          <a:bodyPr>
            <a:normAutofit/>
          </a:bodyPr>
          <a:lstStyle/>
          <a:p>
            <a:pPr marL="0" indent="0">
              <a:buNone/>
            </a:pPr>
            <a:r>
              <a:rPr lang="it-IT" dirty="0">
                <a:latin typeface="Calibri Light" panose="020F0302020204030204" pitchFamily="34" charset="0"/>
                <a:ea typeface="Calibri Light" panose="020F0302020204030204" pitchFamily="34" charset="0"/>
                <a:cs typeface="Calibri Light" panose="020F0302020204030204" pitchFamily="34" charset="0"/>
              </a:rPr>
              <a:t>Test </a:t>
            </a:r>
            <a:r>
              <a:rPr lang="it-IT" dirty="0" err="1">
                <a:latin typeface="Calibri Light" panose="020F0302020204030204" pitchFamily="34" charset="0"/>
                <a:ea typeface="Calibri Light" panose="020F0302020204030204" pitchFamily="34" charset="0"/>
                <a:cs typeface="Calibri Light" panose="020F0302020204030204" pitchFamily="34" charset="0"/>
              </a:rPr>
              <a:t>number</a:t>
            </a:r>
            <a:r>
              <a:rPr lang="it-IT" dirty="0">
                <a:latin typeface="Calibri Light" panose="020F0302020204030204" pitchFamily="34" charset="0"/>
                <a:ea typeface="Calibri Light" panose="020F0302020204030204" pitchFamily="34" charset="0"/>
                <a:cs typeface="Calibri Light" panose="020F0302020204030204" pitchFamily="34" charset="0"/>
              </a:rPr>
              <a:t> 6: after </a:t>
            </a:r>
            <a:r>
              <a:rPr lang="it-IT" dirty="0" err="1">
                <a:latin typeface="Calibri Light" panose="020F0302020204030204" pitchFamily="34" charset="0"/>
                <a:ea typeface="Calibri Light" panose="020F0302020204030204" pitchFamily="34" charset="0"/>
                <a:cs typeface="Calibri Light" panose="020F0302020204030204" pitchFamily="34" charset="0"/>
              </a:rPr>
              <a:t>noticing</a:t>
            </a:r>
            <a:r>
              <a:rPr lang="it-IT" dirty="0">
                <a:latin typeface="Calibri Light" panose="020F0302020204030204" pitchFamily="34" charset="0"/>
                <a:ea typeface="Calibri Light" panose="020F0302020204030204" pitchFamily="34" charset="0"/>
                <a:cs typeface="Calibri Light" panose="020F0302020204030204" pitchFamily="34" charset="0"/>
              </a:rPr>
              <a:t> </a:t>
            </a:r>
            <a:r>
              <a:rPr lang="it-IT" dirty="0" err="1">
                <a:latin typeface="Calibri Light" panose="020F0302020204030204" pitchFamily="34" charset="0"/>
                <a:ea typeface="Calibri Light" panose="020F0302020204030204" pitchFamily="34" charset="0"/>
                <a:cs typeface="Calibri Light" panose="020F0302020204030204" pitchFamily="34" charset="0"/>
              </a:rPr>
              <a:t>that</a:t>
            </a:r>
            <a:r>
              <a:rPr lang="it-IT" dirty="0">
                <a:latin typeface="Calibri Light" panose="020F0302020204030204" pitchFamily="34" charset="0"/>
                <a:ea typeface="Calibri Light" panose="020F0302020204030204" pitchFamily="34" charset="0"/>
                <a:cs typeface="Calibri Light" panose="020F0302020204030204" pitchFamily="34" charset="0"/>
              </a:rPr>
              <a:t> the robot </a:t>
            </a:r>
            <a:r>
              <a:rPr lang="it-IT" dirty="0" err="1">
                <a:latin typeface="Calibri Light" panose="020F0302020204030204" pitchFamily="34" charset="0"/>
                <a:ea typeface="Calibri Light" panose="020F0302020204030204" pitchFamily="34" charset="0"/>
                <a:cs typeface="Calibri Light" panose="020F0302020204030204" pitchFamily="34" charset="0"/>
              </a:rPr>
              <a:t>failed</a:t>
            </a:r>
            <a:r>
              <a:rPr lang="it-IT" dirty="0">
                <a:latin typeface="Calibri Light" panose="020F0302020204030204" pitchFamily="34" charset="0"/>
                <a:ea typeface="Calibri Light" panose="020F0302020204030204" pitchFamily="34" charset="0"/>
                <a:cs typeface="Calibri Light" panose="020F0302020204030204" pitchFamily="34" charset="0"/>
              </a:rPr>
              <a:t> to </a:t>
            </a:r>
            <a:r>
              <a:rPr lang="it-IT" dirty="0" err="1">
                <a:latin typeface="Calibri Light" panose="020F0302020204030204" pitchFamily="34" charset="0"/>
                <a:ea typeface="Calibri Light" panose="020F0302020204030204" pitchFamily="34" charset="0"/>
                <a:cs typeface="Calibri Light" panose="020F0302020204030204" pitchFamily="34" charset="0"/>
              </a:rPr>
              <a:t>reach</a:t>
            </a:r>
            <a:r>
              <a:rPr lang="it-IT" dirty="0">
                <a:latin typeface="Calibri Light" panose="020F0302020204030204" pitchFamily="34" charset="0"/>
                <a:ea typeface="Calibri Light" panose="020F0302020204030204" pitchFamily="34" charset="0"/>
                <a:cs typeface="Calibri Light" panose="020F0302020204030204" pitchFamily="34" charset="0"/>
              </a:rPr>
              <a:t> the medium goal </a:t>
            </a:r>
            <a:r>
              <a:rPr lang="it-IT" dirty="0" err="1">
                <a:latin typeface="Calibri Light" panose="020F0302020204030204" pitchFamily="34" charset="0"/>
                <a:ea typeface="Calibri Light" panose="020F0302020204030204" pitchFamily="34" charset="0"/>
                <a:cs typeface="Calibri Light" panose="020F0302020204030204" pitchFamily="34" charset="0"/>
              </a:rPr>
              <a:t>we</a:t>
            </a:r>
            <a:r>
              <a:rPr lang="it-IT" dirty="0">
                <a:latin typeface="Calibri Light" panose="020F0302020204030204" pitchFamily="34" charset="0"/>
                <a:ea typeface="Calibri Light" panose="020F0302020204030204" pitchFamily="34" charset="0"/>
                <a:cs typeface="Calibri Light" panose="020F0302020204030204" pitchFamily="34" charset="0"/>
              </a:rPr>
              <a:t> </a:t>
            </a:r>
            <a:r>
              <a:rPr lang="it-IT" dirty="0" err="1">
                <a:latin typeface="Calibri Light" panose="020F0302020204030204" pitchFamily="34" charset="0"/>
                <a:ea typeface="Calibri Light" panose="020F0302020204030204" pitchFamily="34" charset="0"/>
                <a:cs typeface="Calibri Light" panose="020F0302020204030204" pitchFamily="34" charset="0"/>
              </a:rPr>
              <a:t>tried</a:t>
            </a:r>
            <a:r>
              <a:rPr lang="it-IT" dirty="0">
                <a:latin typeface="Calibri Light" panose="020F0302020204030204" pitchFamily="34" charset="0"/>
                <a:ea typeface="Calibri Light" panose="020F0302020204030204" pitchFamily="34" charset="0"/>
                <a:cs typeface="Calibri Light" panose="020F0302020204030204" pitchFamily="34" charset="0"/>
              </a:rPr>
              <a:t> to force the </a:t>
            </a:r>
            <a:r>
              <a:rPr lang="it-IT" dirty="0" err="1">
                <a:latin typeface="Calibri Light" panose="020F0302020204030204" pitchFamily="34" charset="0"/>
                <a:ea typeface="Calibri Light" panose="020F0302020204030204" pitchFamily="34" charset="0"/>
                <a:cs typeface="Calibri Light" panose="020F0302020204030204" pitchFamily="34" charset="0"/>
              </a:rPr>
              <a:t>choice</a:t>
            </a:r>
            <a:r>
              <a:rPr lang="it-IT" dirty="0">
                <a:latin typeface="Calibri Light" panose="020F0302020204030204" pitchFamily="34" charset="0"/>
                <a:ea typeface="Calibri Light" panose="020F0302020204030204" pitchFamily="34" charset="0"/>
                <a:cs typeface="Calibri Light" panose="020F0302020204030204" pitchFamily="34" charset="0"/>
              </a:rPr>
              <a:t> of the goal </a:t>
            </a:r>
            <a:r>
              <a:rPr lang="it-IT" dirty="0" err="1">
                <a:latin typeface="Calibri Light" panose="020F0302020204030204" pitchFamily="34" charset="0"/>
                <a:ea typeface="Calibri Light" panose="020F0302020204030204" pitchFamily="34" charset="0"/>
                <a:cs typeface="Calibri Light" panose="020F0302020204030204" pitchFamily="34" charset="0"/>
              </a:rPr>
              <a:t>but</a:t>
            </a:r>
            <a:r>
              <a:rPr lang="it-IT" dirty="0">
                <a:latin typeface="Calibri Light" panose="020F0302020204030204" pitchFamily="34" charset="0"/>
                <a:ea typeface="Calibri Light" panose="020F0302020204030204" pitchFamily="34" charset="0"/>
                <a:cs typeface="Calibri Light" panose="020F0302020204030204" pitchFamily="34" charset="0"/>
              </a:rPr>
              <a:t> </a:t>
            </a:r>
            <a:r>
              <a:rPr lang="it-IT" dirty="0" err="1">
                <a:latin typeface="Calibri Light" panose="020F0302020204030204" pitchFamily="34" charset="0"/>
                <a:ea typeface="Calibri Light" panose="020F0302020204030204" pitchFamily="34" charset="0"/>
                <a:cs typeface="Calibri Light" panose="020F0302020204030204" pitchFamily="34" charset="0"/>
              </a:rPr>
              <a:t>this</a:t>
            </a:r>
            <a:r>
              <a:rPr lang="it-IT" dirty="0">
                <a:latin typeface="Calibri Light" panose="020F0302020204030204" pitchFamily="34" charset="0"/>
                <a:ea typeface="Calibri Light" panose="020F0302020204030204" pitchFamily="34" charset="0"/>
                <a:cs typeface="Calibri Light" panose="020F0302020204030204" pitchFamily="34" charset="0"/>
              </a:rPr>
              <a:t> </a:t>
            </a:r>
            <a:r>
              <a:rPr lang="it-IT" dirty="0" err="1">
                <a:latin typeface="Calibri Light" panose="020F0302020204030204" pitchFamily="34" charset="0"/>
                <a:ea typeface="Calibri Light" panose="020F0302020204030204" pitchFamily="34" charset="0"/>
                <a:cs typeface="Calibri Light" panose="020F0302020204030204" pitchFamily="34" charset="0"/>
              </a:rPr>
              <a:t>resulted</a:t>
            </a:r>
            <a:r>
              <a:rPr lang="it-IT" dirty="0">
                <a:latin typeface="Calibri Light" panose="020F0302020204030204" pitchFamily="34" charset="0"/>
                <a:ea typeface="Calibri Light" panose="020F0302020204030204" pitchFamily="34" charset="0"/>
                <a:cs typeface="Calibri Light" panose="020F0302020204030204" pitchFamily="34" charset="0"/>
              </a:rPr>
              <a:t> in the </a:t>
            </a:r>
            <a:r>
              <a:rPr lang="it-IT" dirty="0" err="1">
                <a:latin typeface="Calibri Light" panose="020F0302020204030204" pitchFamily="34" charset="0"/>
                <a:ea typeface="Calibri Light" panose="020F0302020204030204" pitchFamily="34" charset="0"/>
                <a:cs typeface="Calibri Light" panose="020F0302020204030204" pitchFamily="34" charset="0"/>
              </a:rPr>
              <a:t>plummeting</a:t>
            </a:r>
            <a:r>
              <a:rPr lang="it-IT" dirty="0">
                <a:latin typeface="Calibri Light" panose="020F0302020204030204" pitchFamily="34" charset="0"/>
                <a:ea typeface="Calibri Light" panose="020F0302020204030204" pitchFamily="34" charset="0"/>
                <a:cs typeface="Calibri Light" panose="020F0302020204030204" pitchFamily="34" charset="0"/>
              </a:rPr>
              <a:t> of the success rate</a:t>
            </a:r>
          </a:p>
          <a:p>
            <a:pPr marL="0" indent="0">
              <a:buNone/>
            </a:pPr>
            <a:endParaRPr lang="it-IT" dirty="0">
              <a:latin typeface="Calibri Light" panose="020F0302020204030204" pitchFamily="34" charset="0"/>
              <a:ea typeface="Calibri Light" panose="020F0302020204030204" pitchFamily="34" charset="0"/>
              <a:cs typeface="Calibri Light" panose="020F0302020204030204" pitchFamily="34" charset="0"/>
            </a:endParaRPr>
          </a:p>
          <a:p>
            <a:pPr marL="0" indent="0">
              <a:buNone/>
            </a:pPr>
            <a:endParaRPr lang="it-IT" dirty="0">
              <a:latin typeface="Calibri Light" panose="020F0302020204030204" pitchFamily="34" charset="0"/>
              <a:ea typeface="Calibri Light" panose="020F0302020204030204" pitchFamily="34" charset="0"/>
              <a:cs typeface="Calibri Light" panose="020F0302020204030204" pitchFamily="34" charset="0"/>
            </a:endParaRPr>
          </a:p>
        </p:txBody>
      </p:sp>
    </p:spTree>
    <p:extLst>
      <p:ext uri="{BB962C8B-B14F-4D97-AF65-F5344CB8AC3E}">
        <p14:creationId xmlns:p14="http://schemas.microsoft.com/office/powerpoint/2010/main" val="2481308628"/>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blipFill>
          <a:blip r:embed="rId2">
            <a:duotone>
              <a:schemeClr val="bg2">
                <a:shade val="88000"/>
                <a:hueMod val="106000"/>
                <a:satMod val="140000"/>
                <a:lumMod val="54000"/>
              </a:schemeClr>
              <a:schemeClr val="bg2">
                <a:tint val="98000"/>
                <a:hueMod val="90000"/>
                <a:satMod val="150000"/>
                <a:lumMod val="160000"/>
              </a:schemeClr>
            </a:duotone>
          </a:blip>
          <a:stretch/>
        </a:blipFill>
        <a:effectLst/>
      </p:bgPr>
    </p:bg>
    <p:spTree>
      <p:nvGrpSpPr>
        <p:cNvPr id="1" name="">
          <a:extLst>
            <a:ext uri="{FF2B5EF4-FFF2-40B4-BE49-F238E27FC236}">
              <a16:creationId xmlns:a16="http://schemas.microsoft.com/office/drawing/2014/main" id="{E6851727-533E-D0D8-A44B-BA01424879B1}"/>
            </a:ext>
          </a:extLst>
        </p:cNvPr>
        <p:cNvGrpSpPr/>
        <p:nvPr/>
      </p:nvGrpSpPr>
      <p:grpSpPr>
        <a:xfrm>
          <a:off x="0" y="0"/>
          <a:ext cx="0" cy="0"/>
          <a:chOff x="0" y="0"/>
          <a:chExt cx="0" cy="0"/>
        </a:xfrm>
      </p:grpSpPr>
      <p:grpSp>
        <p:nvGrpSpPr>
          <p:cNvPr id="112" name="Group 111">
            <a:extLst>
              <a:ext uri="{FF2B5EF4-FFF2-40B4-BE49-F238E27FC236}">
                <a16:creationId xmlns:a16="http://schemas.microsoft.com/office/drawing/2014/main" id="{62C6D782-6B6F-4B4E-B92B-C8F13A0FED52}"/>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1"/>
            <a:ext cx="12192003" cy="6858001"/>
            <a:chOff x="0" y="-1"/>
            <a:chExt cx="12192003" cy="6858001"/>
          </a:xfrm>
        </p:grpSpPr>
        <p:sp useBgFill="1">
          <p:nvSpPr>
            <p:cNvPr id="113" name="Rectangle 112">
              <a:extLst>
                <a:ext uri="{FF2B5EF4-FFF2-40B4-BE49-F238E27FC236}">
                  <a16:creationId xmlns:a16="http://schemas.microsoft.com/office/drawing/2014/main" id="{E9716FBC-9870-4321-B055-657F96DDF1F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 y="-1"/>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14" name="Picture 2">
              <a:extLst>
                <a:ext uri="{FF2B5EF4-FFF2-40B4-BE49-F238E27FC236}">
                  <a16:creationId xmlns:a16="http://schemas.microsoft.com/office/drawing/2014/main" id="{3720C802-2465-4EF6-9AED-E768D24605A6}"/>
                </a:ext>
                <a:ext uri="{C183D7F6-B498-43B3-948B-1728B52AA6E4}">
                  <adec:decorative xmlns:adec="http://schemas.microsoft.com/office/drawing/2017/decorative" val="1"/>
                </a:ext>
              </a:extLst>
            </p:cNvPr>
            <p:cNvPicPr>
              <a:picLocks noChangeAspect="1" noChangeArrowheads="1"/>
            </p:cNvPicPr>
            <p:nvPr>
              <p:extLst>
                <p:ext uri="{386F3935-93C4-4BCD-93E2-E3B085C9AB24}">
                  <p16:designElem xmlns:p16="http://schemas.microsoft.com/office/powerpoint/2015/main" val="1"/>
                </p:ext>
              </p:extLst>
            </p:nvPr>
          </p:nvPicPr>
          <p:blipFill>
            <a:blip r:embed="rId3">
              <a:alphaModFix amt="30000"/>
              <a:duotone>
                <a:prstClr val="black"/>
                <a:schemeClr val="tx2">
                  <a:tint val="45000"/>
                  <a:satMod val="400000"/>
                </a:schemeClr>
              </a:duotone>
              <a:extLst>
                <a:ext uri="{28A0092B-C50C-407E-A947-70E740481C1C}">
                  <a14:useLocalDpi xmlns:a14="http://schemas.microsoft.com/office/drawing/2010/main" val="0"/>
                </a:ext>
              </a:extLst>
            </a:blip>
            <a:srcRect/>
            <a:stretch>
              <a:fillRect/>
            </a:stretch>
          </p:blipFill>
          <p:spPr bwMode="auto">
            <a:xfrm>
              <a:off x="0" y="-1"/>
              <a:ext cx="12192003" cy="6858001"/>
            </a:xfrm>
            <a:prstGeom prst="rect">
              <a:avLst/>
            </a:prstGeom>
            <a:noFill/>
            <a:extLst>
              <a:ext uri="{909E8E84-426E-40dd-AFC4-6F175D3DCCD1}">
                <a14:hiddenFill xmlns:a14="http://schemas.microsoft.com/office/drawing/2010/main" xmlns:p14="http://schemas.microsoft.com/office/powerpoint/2010/main" xmlns:a16="http://schemas.microsoft.com/office/drawing/2014/main" xmlns="">
                  <a:solidFill>
                    <a:srgbClr val="FFFFFF"/>
                  </a:solidFill>
                </a14:hiddenFill>
              </a:ext>
            </a:extLst>
          </p:spPr>
        </p:pic>
      </p:grpSp>
      <p:grpSp>
        <p:nvGrpSpPr>
          <p:cNvPr id="116" name="Group 115">
            <a:extLst>
              <a:ext uri="{FF2B5EF4-FFF2-40B4-BE49-F238E27FC236}">
                <a16:creationId xmlns:a16="http://schemas.microsoft.com/office/drawing/2014/main" id="{6E532192-EB0D-43D0-8ACF-ABEBADC617E7}"/>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3181779" y="0"/>
            <a:ext cx="2305051" cy="6858001"/>
            <a:chOff x="0" y="0"/>
            <a:chExt cx="2305051" cy="6858001"/>
          </a:xfrm>
          <a:gradFill flip="none" rotWithShape="1">
            <a:gsLst>
              <a:gs pos="0">
                <a:schemeClr val="tx2"/>
              </a:gs>
              <a:gs pos="100000">
                <a:schemeClr val="bg2">
                  <a:lumMod val="60000"/>
                  <a:lumOff val="40000"/>
                </a:schemeClr>
              </a:gs>
            </a:gsLst>
            <a:lin ang="5400000" scaled="0"/>
            <a:tileRect/>
          </a:gradFill>
        </p:grpSpPr>
        <p:sp>
          <p:nvSpPr>
            <p:cNvPr id="117" name="Rectangle 5">
              <a:extLst>
                <a:ext uri="{FF2B5EF4-FFF2-40B4-BE49-F238E27FC236}">
                  <a16:creationId xmlns:a16="http://schemas.microsoft.com/office/drawing/2014/main" id="{A61AEB4E-A65A-4890-AD09-C9ACFB0801BA}"/>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209675" y="4763"/>
              <a:ext cx="23813" cy="2181225"/>
            </a:xfrm>
            <a:prstGeom prst="rect">
              <a:avLst/>
            </a:pr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miter lim="800000"/>
                  <a:headEnd/>
                  <a:tailEnd/>
                </a14:hiddenLine>
              </a:ext>
            </a:extLst>
          </p:spPr>
          <p:txBody>
            <a:bodyPr/>
            <a:lstStyle/>
            <a:p>
              <a:endParaRPr lang="it-IT"/>
            </a:p>
          </p:txBody>
        </p:sp>
        <p:sp>
          <p:nvSpPr>
            <p:cNvPr id="118" name="Freeform 6">
              <a:extLst>
                <a:ext uri="{FF2B5EF4-FFF2-40B4-BE49-F238E27FC236}">
                  <a16:creationId xmlns:a16="http://schemas.microsoft.com/office/drawing/2014/main" id="{528DE10F-D498-4BFB-8B2A-E06AAA1F48DE}"/>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1128713" y="217646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119" name="Freeform 7">
              <a:extLst>
                <a:ext uri="{FF2B5EF4-FFF2-40B4-BE49-F238E27FC236}">
                  <a16:creationId xmlns:a16="http://schemas.microsoft.com/office/drawing/2014/main" id="{EA9A7A15-77B2-4771-B979-8F0E0626AC4F}"/>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1123950" y="4021138"/>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120" name="Rectangle 8">
              <a:extLst>
                <a:ext uri="{FF2B5EF4-FFF2-40B4-BE49-F238E27FC236}">
                  <a16:creationId xmlns:a16="http://schemas.microsoft.com/office/drawing/2014/main" id="{91C3D14F-54C6-49E0-BB0E-DAEA3688A875}"/>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414338" y="9525"/>
              <a:ext cx="28575" cy="4481513"/>
            </a:xfrm>
            <a:prstGeom prst="rect">
              <a:avLst/>
            </a:pr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miter lim="800000"/>
                  <a:headEnd/>
                  <a:tailEnd/>
                </a14:hiddenLine>
              </a:ext>
            </a:extLst>
          </p:spPr>
          <p:txBody>
            <a:bodyPr/>
            <a:lstStyle/>
            <a:p>
              <a:endParaRPr lang="it-IT"/>
            </a:p>
          </p:txBody>
        </p:sp>
        <p:sp>
          <p:nvSpPr>
            <p:cNvPr id="121" name="Freeform 9">
              <a:extLst>
                <a:ext uri="{FF2B5EF4-FFF2-40B4-BE49-F238E27FC236}">
                  <a16:creationId xmlns:a16="http://schemas.microsoft.com/office/drawing/2014/main" id="{693A8E0B-9819-41E1-979C-44F08FECF5D9}"/>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333375" y="44815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122" name="Freeform 10">
              <a:extLst>
                <a:ext uri="{FF2B5EF4-FFF2-40B4-BE49-F238E27FC236}">
                  <a16:creationId xmlns:a16="http://schemas.microsoft.com/office/drawing/2014/main" id="{31C3E5DB-A7A3-4EAE-9026-F9B8F12EC1E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90500" y="9525"/>
              <a:ext cx="152400" cy="908050"/>
            </a:xfrm>
            <a:custGeom>
              <a:avLst/>
              <a:gdLst/>
              <a:ahLst/>
              <a:cxnLst/>
              <a:rect l="0" t="0" r="r" b="b"/>
              <a:pathLst>
                <a:path w="96" h="572">
                  <a:moveTo>
                    <a:pt x="15" y="572"/>
                  </a:moveTo>
                  <a:lnTo>
                    <a:pt x="0" y="566"/>
                  </a:lnTo>
                  <a:lnTo>
                    <a:pt x="81" y="380"/>
                  </a:lnTo>
                  <a:lnTo>
                    <a:pt x="81" y="0"/>
                  </a:lnTo>
                  <a:lnTo>
                    <a:pt x="96" y="0"/>
                  </a:lnTo>
                  <a:lnTo>
                    <a:pt x="96" y="383"/>
                  </a:lnTo>
                  <a:lnTo>
                    <a:pt x="15" y="572"/>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123" name="Freeform 11">
              <a:extLst>
                <a:ext uri="{FF2B5EF4-FFF2-40B4-BE49-F238E27FC236}">
                  <a16:creationId xmlns:a16="http://schemas.microsoft.com/office/drawing/2014/main" id="{DCA25288-1A1B-4F47-B482-9A847602E23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290638" y="14288"/>
              <a:ext cx="376238" cy="1801813"/>
            </a:xfrm>
            <a:custGeom>
              <a:avLst/>
              <a:gdLst/>
              <a:ahLst/>
              <a:cxnLst/>
              <a:rect l="0" t="0" r="r" b="b"/>
              <a:pathLst>
                <a:path w="237" h="1135">
                  <a:moveTo>
                    <a:pt x="222" y="1135"/>
                  </a:moveTo>
                  <a:lnTo>
                    <a:pt x="0" y="620"/>
                  </a:lnTo>
                  <a:lnTo>
                    <a:pt x="0" y="0"/>
                  </a:lnTo>
                  <a:lnTo>
                    <a:pt x="18" y="0"/>
                  </a:lnTo>
                  <a:lnTo>
                    <a:pt x="18" y="617"/>
                  </a:lnTo>
                  <a:lnTo>
                    <a:pt x="237" y="1129"/>
                  </a:lnTo>
                  <a:lnTo>
                    <a:pt x="222" y="1135"/>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124" name="Freeform 12">
              <a:extLst>
                <a:ext uri="{FF2B5EF4-FFF2-40B4-BE49-F238E27FC236}">
                  <a16:creationId xmlns:a16="http://schemas.microsoft.com/office/drawing/2014/main" id="{14B443AB-E1B9-4C40-BA70-8F6CAD01F214}"/>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1600200" y="1801813"/>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125" name="Freeform 13">
              <a:extLst>
                <a:ext uri="{FF2B5EF4-FFF2-40B4-BE49-F238E27FC236}">
                  <a16:creationId xmlns:a16="http://schemas.microsoft.com/office/drawing/2014/main" id="{85A198B7-B595-43D6-828B-3A6D8532231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381125" y="9525"/>
              <a:ext cx="371475" cy="1425575"/>
            </a:xfrm>
            <a:custGeom>
              <a:avLst/>
              <a:gdLst/>
              <a:ahLst/>
              <a:cxnLst/>
              <a:rect l="0" t="0" r="r" b="b"/>
              <a:pathLst>
                <a:path w="234" h="898">
                  <a:moveTo>
                    <a:pt x="219" y="898"/>
                  </a:moveTo>
                  <a:lnTo>
                    <a:pt x="0" y="383"/>
                  </a:lnTo>
                  <a:lnTo>
                    <a:pt x="0" y="0"/>
                  </a:lnTo>
                  <a:lnTo>
                    <a:pt x="15" y="0"/>
                  </a:lnTo>
                  <a:lnTo>
                    <a:pt x="15" y="380"/>
                  </a:lnTo>
                  <a:lnTo>
                    <a:pt x="234" y="892"/>
                  </a:lnTo>
                  <a:lnTo>
                    <a:pt x="219" y="898"/>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126" name="Freeform 14">
              <a:extLst>
                <a:ext uri="{FF2B5EF4-FFF2-40B4-BE49-F238E27FC236}">
                  <a16:creationId xmlns:a16="http://schemas.microsoft.com/office/drawing/2014/main" id="{F310B986-AB70-4FCE-85CC-A7FB750ABD7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643063" y="0"/>
              <a:ext cx="152400" cy="912813"/>
            </a:xfrm>
            <a:custGeom>
              <a:avLst/>
              <a:gdLst/>
              <a:ahLst/>
              <a:cxnLst/>
              <a:rect l="0" t="0" r="r" b="b"/>
              <a:pathLst>
                <a:path w="96" h="575">
                  <a:moveTo>
                    <a:pt x="96" y="575"/>
                  </a:moveTo>
                  <a:lnTo>
                    <a:pt x="78" y="575"/>
                  </a:lnTo>
                  <a:lnTo>
                    <a:pt x="78" y="192"/>
                  </a:lnTo>
                  <a:lnTo>
                    <a:pt x="0" y="6"/>
                  </a:lnTo>
                  <a:lnTo>
                    <a:pt x="15" y="0"/>
                  </a:lnTo>
                  <a:lnTo>
                    <a:pt x="96" y="189"/>
                  </a:lnTo>
                  <a:lnTo>
                    <a:pt x="96" y="575"/>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127" name="Freeform 15">
              <a:extLst>
                <a:ext uri="{FF2B5EF4-FFF2-40B4-BE49-F238E27FC236}">
                  <a16:creationId xmlns:a16="http://schemas.microsoft.com/office/drawing/2014/main" id="{58F94A36-E150-4C70-87E6-89E6368F1FB0}"/>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1685925" y="14208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128" name="Freeform 16">
              <a:extLst>
                <a:ext uri="{FF2B5EF4-FFF2-40B4-BE49-F238E27FC236}">
                  <a16:creationId xmlns:a16="http://schemas.microsoft.com/office/drawing/2014/main" id="{885088E1-2931-4D8D-869D-72334C5961D5}"/>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1685925" y="9032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129" name="Freeform 17">
              <a:extLst>
                <a:ext uri="{FF2B5EF4-FFF2-40B4-BE49-F238E27FC236}">
                  <a16:creationId xmlns:a16="http://schemas.microsoft.com/office/drawing/2014/main" id="{7AE9D160-3F56-4C52-9ED9-A6BAAA329CE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743075" y="4763"/>
              <a:ext cx="419100" cy="522288"/>
            </a:xfrm>
            <a:custGeom>
              <a:avLst/>
              <a:gdLst/>
              <a:ahLst/>
              <a:cxnLst/>
              <a:rect l="0" t="0" r="r" b="b"/>
              <a:pathLst>
                <a:path w="264" h="329">
                  <a:moveTo>
                    <a:pt x="252" y="329"/>
                  </a:moveTo>
                  <a:lnTo>
                    <a:pt x="45" y="120"/>
                  </a:lnTo>
                  <a:lnTo>
                    <a:pt x="0" y="6"/>
                  </a:lnTo>
                  <a:lnTo>
                    <a:pt x="15" y="0"/>
                  </a:lnTo>
                  <a:lnTo>
                    <a:pt x="60" y="111"/>
                  </a:lnTo>
                  <a:lnTo>
                    <a:pt x="264" y="317"/>
                  </a:lnTo>
                  <a:lnTo>
                    <a:pt x="252" y="329"/>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130" name="Freeform 18">
              <a:extLst>
                <a:ext uri="{FF2B5EF4-FFF2-40B4-BE49-F238E27FC236}">
                  <a16:creationId xmlns:a16="http://schemas.microsoft.com/office/drawing/2014/main" id="{79F3F7A1-0C51-41DA-9DA6-8E90E3E35A93}"/>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2119313" y="488950"/>
              <a:ext cx="161925" cy="147638"/>
            </a:xfrm>
            <a:custGeom>
              <a:avLst/>
              <a:gdLst/>
              <a:ahLst/>
              <a:cxnLst/>
              <a:rect l="0" t="0" r="r" b="b"/>
              <a:pathLst>
                <a:path w="34" h="31">
                  <a:moveTo>
                    <a:pt x="17" y="31"/>
                  </a:moveTo>
                  <a:cubicBezTo>
                    <a:pt x="13" y="31"/>
                    <a:pt x="9" y="30"/>
                    <a:pt x="6" y="27"/>
                  </a:cubicBezTo>
                  <a:cubicBezTo>
                    <a:pt x="0" y="20"/>
                    <a:pt x="0" y="10"/>
                    <a:pt x="6" y="4"/>
                  </a:cubicBezTo>
                  <a:cubicBezTo>
                    <a:pt x="9" y="1"/>
                    <a:pt x="13" y="0"/>
                    <a:pt x="17" y="0"/>
                  </a:cubicBezTo>
                  <a:cubicBezTo>
                    <a:pt x="21" y="0"/>
                    <a:pt x="25" y="1"/>
                    <a:pt x="28" y="4"/>
                  </a:cubicBezTo>
                  <a:cubicBezTo>
                    <a:pt x="34" y="10"/>
                    <a:pt x="34" y="20"/>
                    <a:pt x="28" y="27"/>
                  </a:cubicBezTo>
                  <a:cubicBezTo>
                    <a:pt x="25" y="30"/>
                    <a:pt x="21" y="31"/>
                    <a:pt x="17" y="31"/>
                  </a:cubicBezTo>
                  <a:close/>
                  <a:moveTo>
                    <a:pt x="17" y="4"/>
                  </a:moveTo>
                  <a:cubicBezTo>
                    <a:pt x="14" y="4"/>
                    <a:pt x="11" y="5"/>
                    <a:pt x="9" y="7"/>
                  </a:cubicBezTo>
                  <a:cubicBezTo>
                    <a:pt x="4" y="12"/>
                    <a:pt x="4" y="19"/>
                    <a:pt x="9" y="24"/>
                  </a:cubicBezTo>
                  <a:cubicBezTo>
                    <a:pt x="11" y="26"/>
                    <a:pt x="14" y="27"/>
                    <a:pt x="17" y="27"/>
                  </a:cubicBezTo>
                  <a:cubicBezTo>
                    <a:pt x="20" y="27"/>
                    <a:pt x="23" y="26"/>
                    <a:pt x="25" y="24"/>
                  </a:cubicBezTo>
                  <a:cubicBezTo>
                    <a:pt x="30" y="19"/>
                    <a:pt x="30" y="12"/>
                    <a:pt x="25" y="7"/>
                  </a:cubicBezTo>
                  <a:cubicBezTo>
                    <a:pt x="23" y="5"/>
                    <a:pt x="20" y="4"/>
                    <a:pt x="17"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131" name="Freeform 19">
              <a:extLst>
                <a:ext uri="{FF2B5EF4-FFF2-40B4-BE49-F238E27FC236}">
                  <a16:creationId xmlns:a16="http://schemas.microsoft.com/office/drawing/2014/main" id="{DD9A2A46-D55F-4922-A01B-3F8DBED6219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952500" y="4763"/>
              <a:ext cx="152400" cy="908050"/>
            </a:xfrm>
            <a:custGeom>
              <a:avLst/>
              <a:gdLst/>
              <a:ahLst/>
              <a:cxnLst/>
              <a:rect l="0" t="0" r="r" b="b"/>
              <a:pathLst>
                <a:path w="96" h="572">
                  <a:moveTo>
                    <a:pt x="15" y="572"/>
                  </a:moveTo>
                  <a:lnTo>
                    <a:pt x="0" y="572"/>
                  </a:lnTo>
                  <a:lnTo>
                    <a:pt x="0" y="189"/>
                  </a:lnTo>
                  <a:lnTo>
                    <a:pt x="81" y="0"/>
                  </a:lnTo>
                  <a:lnTo>
                    <a:pt x="96" y="6"/>
                  </a:lnTo>
                  <a:lnTo>
                    <a:pt x="15" y="192"/>
                  </a:lnTo>
                  <a:lnTo>
                    <a:pt x="15" y="572"/>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132" name="Freeform 20">
              <a:extLst>
                <a:ext uri="{FF2B5EF4-FFF2-40B4-BE49-F238E27FC236}">
                  <a16:creationId xmlns:a16="http://schemas.microsoft.com/office/drawing/2014/main" id="{0AA17DFB-AEBE-4499-865B-B70381244269}"/>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866775" y="9032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2"/>
                    <a:pt x="4" y="20"/>
                  </a:cubicBezTo>
                  <a:cubicBezTo>
                    <a:pt x="4" y="29"/>
                    <a:pt x="11" y="36"/>
                    <a:pt x="20" y="36"/>
                  </a:cubicBezTo>
                  <a:cubicBezTo>
                    <a:pt x="29" y="36"/>
                    <a:pt x="36" y="29"/>
                    <a:pt x="36" y="20"/>
                  </a:cubicBezTo>
                  <a:cubicBezTo>
                    <a:pt x="36" y="12"/>
                    <a:pt x="29"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133" name="Freeform 21">
              <a:extLst>
                <a:ext uri="{FF2B5EF4-FFF2-40B4-BE49-F238E27FC236}">
                  <a16:creationId xmlns:a16="http://schemas.microsoft.com/office/drawing/2014/main" id="{057EE8DA-45A6-49F5-8818-666095A68408}"/>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890588" y="155416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8"/>
                    <a:pt x="11" y="36"/>
                    <a:pt x="20" y="36"/>
                  </a:cubicBezTo>
                  <a:cubicBezTo>
                    <a:pt x="29" y="36"/>
                    <a:pt x="36" y="28"/>
                    <a:pt x="36" y="20"/>
                  </a:cubicBezTo>
                  <a:cubicBezTo>
                    <a:pt x="36" y="11"/>
                    <a:pt x="29"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134" name="Freeform 22">
              <a:extLst>
                <a:ext uri="{FF2B5EF4-FFF2-40B4-BE49-F238E27FC236}">
                  <a16:creationId xmlns:a16="http://schemas.microsoft.com/office/drawing/2014/main" id="{8ADAA219-132F-41F3-BFAB-896804CF967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738188" y="5622925"/>
              <a:ext cx="338138" cy="1216025"/>
            </a:xfrm>
            <a:custGeom>
              <a:avLst/>
              <a:gdLst/>
              <a:ahLst/>
              <a:cxnLst/>
              <a:rect l="0" t="0" r="r" b="b"/>
              <a:pathLst>
                <a:path w="213" h="766">
                  <a:moveTo>
                    <a:pt x="213" y="766"/>
                  </a:moveTo>
                  <a:lnTo>
                    <a:pt x="195" y="766"/>
                  </a:lnTo>
                  <a:lnTo>
                    <a:pt x="195" y="464"/>
                  </a:lnTo>
                  <a:lnTo>
                    <a:pt x="0" y="6"/>
                  </a:lnTo>
                  <a:lnTo>
                    <a:pt x="12" y="0"/>
                  </a:lnTo>
                  <a:lnTo>
                    <a:pt x="213" y="461"/>
                  </a:lnTo>
                  <a:lnTo>
                    <a:pt x="213" y="766"/>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135" name="Freeform 23">
              <a:extLst>
                <a:ext uri="{FF2B5EF4-FFF2-40B4-BE49-F238E27FC236}">
                  <a16:creationId xmlns:a16="http://schemas.microsoft.com/office/drawing/2014/main" id="{0593EFB1-DC77-417B-B5BC-0900A29F86B6}"/>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647700" y="5480050"/>
              <a:ext cx="157163" cy="157163"/>
            </a:xfrm>
            <a:custGeom>
              <a:avLst/>
              <a:gdLst/>
              <a:ahLst/>
              <a:cxnLst/>
              <a:rect l="0" t="0" r="r" b="b"/>
              <a:pathLst>
                <a:path w="33" h="33">
                  <a:moveTo>
                    <a:pt x="17" y="33"/>
                  </a:moveTo>
                  <a:cubicBezTo>
                    <a:pt x="8" y="33"/>
                    <a:pt x="0" y="26"/>
                    <a:pt x="0" y="17"/>
                  </a:cubicBezTo>
                  <a:cubicBezTo>
                    <a:pt x="0" y="8"/>
                    <a:pt x="8" y="0"/>
                    <a:pt x="17" y="0"/>
                  </a:cubicBezTo>
                  <a:cubicBezTo>
                    <a:pt x="26" y="0"/>
                    <a:pt x="33" y="8"/>
                    <a:pt x="33" y="17"/>
                  </a:cubicBezTo>
                  <a:cubicBezTo>
                    <a:pt x="33" y="26"/>
                    <a:pt x="26" y="33"/>
                    <a:pt x="17" y="33"/>
                  </a:cubicBezTo>
                  <a:close/>
                  <a:moveTo>
                    <a:pt x="17" y="4"/>
                  </a:moveTo>
                  <a:cubicBezTo>
                    <a:pt x="10" y="4"/>
                    <a:pt x="4" y="10"/>
                    <a:pt x="4" y="17"/>
                  </a:cubicBezTo>
                  <a:cubicBezTo>
                    <a:pt x="4" y="24"/>
                    <a:pt x="10" y="29"/>
                    <a:pt x="17" y="29"/>
                  </a:cubicBezTo>
                  <a:cubicBezTo>
                    <a:pt x="23" y="29"/>
                    <a:pt x="29" y="24"/>
                    <a:pt x="29" y="17"/>
                  </a:cubicBezTo>
                  <a:cubicBezTo>
                    <a:pt x="29" y="10"/>
                    <a:pt x="23" y="4"/>
                    <a:pt x="17"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136" name="Freeform 24">
              <a:extLst>
                <a:ext uri="{FF2B5EF4-FFF2-40B4-BE49-F238E27FC236}">
                  <a16:creationId xmlns:a16="http://schemas.microsoft.com/office/drawing/2014/main" id="{95C9F90E-2399-40F1-BB67-3EEDFC360A8B}"/>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66675" y="903288"/>
              <a:ext cx="190500" cy="190500"/>
            </a:xfrm>
            <a:custGeom>
              <a:avLst/>
              <a:gdLst/>
              <a:ahLst/>
              <a:cxnLst/>
              <a:rect l="0" t="0" r="r" b="b"/>
              <a:pathLst>
                <a:path w="40" h="40">
                  <a:moveTo>
                    <a:pt x="20" y="40"/>
                  </a:moveTo>
                  <a:cubicBezTo>
                    <a:pt x="9" y="40"/>
                    <a:pt x="0" y="31"/>
                    <a:pt x="0" y="20"/>
                  </a:cubicBezTo>
                  <a:cubicBezTo>
                    <a:pt x="0" y="9"/>
                    <a:pt x="9" y="0"/>
                    <a:pt x="20" y="0"/>
                  </a:cubicBezTo>
                  <a:cubicBezTo>
                    <a:pt x="32" y="0"/>
                    <a:pt x="40" y="9"/>
                    <a:pt x="40" y="20"/>
                  </a:cubicBezTo>
                  <a:cubicBezTo>
                    <a:pt x="40" y="31"/>
                    <a:pt x="32" y="40"/>
                    <a:pt x="20" y="40"/>
                  </a:cubicBezTo>
                  <a:close/>
                  <a:moveTo>
                    <a:pt x="20" y="4"/>
                  </a:moveTo>
                  <a:cubicBezTo>
                    <a:pt x="12" y="4"/>
                    <a:pt x="4" y="12"/>
                    <a:pt x="4" y="20"/>
                  </a:cubicBezTo>
                  <a:cubicBezTo>
                    <a:pt x="4" y="29"/>
                    <a:pt x="12" y="36"/>
                    <a:pt x="20" y="36"/>
                  </a:cubicBezTo>
                  <a:cubicBezTo>
                    <a:pt x="29" y="36"/>
                    <a:pt x="36" y="29"/>
                    <a:pt x="36" y="20"/>
                  </a:cubicBezTo>
                  <a:cubicBezTo>
                    <a:pt x="36" y="12"/>
                    <a:pt x="29"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137" name="Freeform 25">
              <a:extLst>
                <a:ext uri="{FF2B5EF4-FFF2-40B4-BE49-F238E27FC236}">
                  <a16:creationId xmlns:a16="http://schemas.microsoft.com/office/drawing/2014/main" id="{59635033-7842-47F7-869E-EB54B03BE9D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0" y="3897313"/>
              <a:ext cx="133350" cy="266700"/>
            </a:xfrm>
            <a:custGeom>
              <a:avLst/>
              <a:gdLst/>
              <a:ahLst/>
              <a:cxnLst/>
              <a:rect l="0" t="0" r="r" b="b"/>
              <a:pathLst>
                <a:path w="84" h="168">
                  <a:moveTo>
                    <a:pt x="69" y="168"/>
                  </a:moveTo>
                  <a:lnTo>
                    <a:pt x="0" y="6"/>
                  </a:lnTo>
                  <a:lnTo>
                    <a:pt x="12" y="0"/>
                  </a:lnTo>
                  <a:lnTo>
                    <a:pt x="84" y="162"/>
                  </a:lnTo>
                  <a:lnTo>
                    <a:pt x="69" y="168"/>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138" name="Freeform 26">
              <a:extLst>
                <a:ext uri="{FF2B5EF4-FFF2-40B4-BE49-F238E27FC236}">
                  <a16:creationId xmlns:a16="http://schemas.microsoft.com/office/drawing/2014/main" id="{06710716-F4FF-4D2D-BD4D-3A1C29D5DA58}"/>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66675" y="4149725"/>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8"/>
                    <a:pt x="11" y="36"/>
                    <a:pt x="20" y="36"/>
                  </a:cubicBezTo>
                  <a:cubicBezTo>
                    <a:pt x="29" y="36"/>
                    <a:pt x="36" y="28"/>
                    <a:pt x="36" y="20"/>
                  </a:cubicBezTo>
                  <a:cubicBezTo>
                    <a:pt x="36" y="11"/>
                    <a:pt x="29"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139" name="Freeform 27">
              <a:extLst>
                <a:ext uri="{FF2B5EF4-FFF2-40B4-BE49-F238E27FC236}">
                  <a16:creationId xmlns:a16="http://schemas.microsoft.com/office/drawing/2014/main" id="{DD91BF26-5487-4130-87F9-0B56EA0B067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0" y="1644650"/>
              <a:ext cx="133350" cy="269875"/>
            </a:xfrm>
            <a:custGeom>
              <a:avLst/>
              <a:gdLst/>
              <a:ahLst/>
              <a:cxnLst/>
              <a:rect l="0" t="0" r="r" b="b"/>
              <a:pathLst>
                <a:path w="84" h="170">
                  <a:moveTo>
                    <a:pt x="12" y="170"/>
                  </a:moveTo>
                  <a:lnTo>
                    <a:pt x="0" y="164"/>
                  </a:lnTo>
                  <a:lnTo>
                    <a:pt x="69" y="0"/>
                  </a:lnTo>
                  <a:lnTo>
                    <a:pt x="84" y="6"/>
                  </a:lnTo>
                  <a:lnTo>
                    <a:pt x="12" y="170"/>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140" name="Freeform 28">
              <a:extLst>
                <a:ext uri="{FF2B5EF4-FFF2-40B4-BE49-F238E27FC236}">
                  <a16:creationId xmlns:a16="http://schemas.microsoft.com/office/drawing/2014/main" id="{DCAE746E-F56B-4E02-A50E-358503AB5F73}"/>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66675" y="146843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8"/>
                    <a:pt x="11" y="36"/>
                    <a:pt x="20" y="36"/>
                  </a:cubicBezTo>
                  <a:cubicBezTo>
                    <a:pt x="29" y="36"/>
                    <a:pt x="36" y="28"/>
                    <a:pt x="36" y="20"/>
                  </a:cubicBezTo>
                  <a:cubicBezTo>
                    <a:pt x="36" y="11"/>
                    <a:pt x="29"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141" name="Freeform 29">
              <a:extLst>
                <a:ext uri="{FF2B5EF4-FFF2-40B4-BE49-F238E27FC236}">
                  <a16:creationId xmlns:a16="http://schemas.microsoft.com/office/drawing/2014/main" id="{81DB5307-35A1-4FFB-A8E6-C6AB7703A8E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695325" y="4763"/>
              <a:ext cx="309563" cy="1558925"/>
            </a:xfrm>
            <a:custGeom>
              <a:avLst/>
              <a:gdLst/>
              <a:ahLst/>
              <a:cxnLst/>
              <a:rect l="0" t="0" r="r" b="b"/>
              <a:pathLst>
                <a:path w="195" h="982">
                  <a:moveTo>
                    <a:pt x="195" y="982"/>
                  </a:moveTo>
                  <a:lnTo>
                    <a:pt x="177" y="982"/>
                  </a:lnTo>
                  <a:lnTo>
                    <a:pt x="177" y="805"/>
                  </a:lnTo>
                  <a:lnTo>
                    <a:pt x="0" y="629"/>
                  </a:lnTo>
                  <a:lnTo>
                    <a:pt x="0" y="0"/>
                  </a:lnTo>
                  <a:lnTo>
                    <a:pt x="18" y="0"/>
                  </a:lnTo>
                  <a:lnTo>
                    <a:pt x="18" y="623"/>
                  </a:lnTo>
                  <a:lnTo>
                    <a:pt x="195" y="796"/>
                  </a:lnTo>
                  <a:lnTo>
                    <a:pt x="195" y="982"/>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142" name="Freeform 30">
              <a:extLst>
                <a:ext uri="{FF2B5EF4-FFF2-40B4-BE49-F238E27FC236}">
                  <a16:creationId xmlns:a16="http://schemas.microsoft.com/office/drawing/2014/main" id="{052F6C49-049E-4FBC-A090-64B559CC10C2}"/>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57150" y="4881563"/>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143" name="Freeform 31">
              <a:extLst>
                <a:ext uri="{FF2B5EF4-FFF2-40B4-BE49-F238E27FC236}">
                  <a16:creationId xmlns:a16="http://schemas.microsoft.com/office/drawing/2014/main" id="{B520037F-DF6D-49C9-937E-D7617F8DC86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38113" y="5060950"/>
              <a:ext cx="304800" cy="1778000"/>
            </a:xfrm>
            <a:custGeom>
              <a:avLst/>
              <a:gdLst/>
              <a:ahLst/>
              <a:cxnLst/>
              <a:rect l="0" t="0" r="r" b="b"/>
              <a:pathLst>
                <a:path w="192" h="1120">
                  <a:moveTo>
                    <a:pt x="192" y="1120"/>
                  </a:moveTo>
                  <a:lnTo>
                    <a:pt x="177" y="1120"/>
                  </a:lnTo>
                  <a:lnTo>
                    <a:pt x="177" y="360"/>
                  </a:lnTo>
                  <a:lnTo>
                    <a:pt x="0" y="183"/>
                  </a:lnTo>
                  <a:lnTo>
                    <a:pt x="0" y="0"/>
                  </a:lnTo>
                  <a:lnTo>
                    <a:pt x="15" y="0"/>
                  </a:lnTo>
                  <a:lnTo>
                    <a:pt x="15" y="177"/>
                  </a:lnTo>
                  <a:lnTo>
                    <a:pt x="192" y="354"/>
                  </a:lnTo>
                  <a:lnTo>
                    <a:pt x="192" y="1120"/>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144" name="Freeform 32">
              <a:extLst>
                <a:ext uri="{FF2B5EF4-FFF2-40B4-BE49-F238E27FC236}">
                  <a16:creationId xmlns:a16="http://schemas.microsoft.com/office/drawing/2014/main" id="{D65483B0-4562-4071-8E79-BFF7E3407B92}"/>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561975" y="6430963"/>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145" name="Rectangle 33">
              <a:extLst>
                <a:ext uri="{FF2B5EF4-FFF2-40B4-BE49-F238E27FC236}">
                  <a16:creationId xmlns:a16="http://schemas.microsoft.com/office/drawing/2014/main" id="{B537F264-B801-4F97-8091-41E16CA52FE1}"/>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642938" y="6610350"/>
              <a:ext cx="23813" cy="242888"/>
            </a:xfrm>
            <a:prstGeom prst="rect">
              <a:avLst/>
            </a:pr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miter lim="800000"/>
                  <a:headEnd/>
                  <a:tailEnd/>
                </a14:hiddenLine>
              </a:ext>
            </a:extLst>
          </p:spPr>
          <p:txBody>
            <a:bodyPr/>
            <a:lstStyle/>
            <a:p>
              <a:endParaRPr lang="it-IT"/>
            </a:p>
          </p:txBody>
        </p:sp>
        <p:sp>
          <p:nvSpPr>
            <p:cNvPr id="146" name="Freeform 34">
              <a:extLst>
                <a:ext uri="{FF2B5EF4-FFF2-40B4-BE49-F238E27FC236}">
                  <a16:creationId xmlns:a16="http://schemas.microsoft.com/office/drawing/2014/main" id="{CF0D86E0-647F-437F-AA71-72A789B0D2C7}"/>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76200" y="6430963"/>
              <a:ext cx="190500" cy="188913"/>
            </a:xfrm>
            <a:custGeom>
              <a:avLst/>
              <a:gdLst/>
              <a:ahLst/>
              <a:cxnLst/>
              <a:rect l="0" t="0" r="r" b="b"/>
              <a:pathLst>
                <a:path w="40" h="40">
                  <a:moveTo>
                    <a:pt x="20" y="40"/>
                  </a:moveTo>
                  <a:cubicBezTo>
                    <a:pt x="9" y="40"/>
                    <a:pt x="0" y="31"/>
                    <a:pt x="0" y="20"/>
                  </a:cubicBezTo>
                  <a:cubicBezTo>
                    <a:pt x="0" y="9"/>
                    <a:pt x="9" y="0"/>
                    <a:pt x="20" y="0"/>
                  </a:cubicBezTo>
                  <a:cubicBezTo>
                    <a:pt x="32" y="0"/>
                    <a:pt x="40" y="9"/>
                    <a:pt x="40" y="20"/>
                  </a:cubicBezTo>
                  <a:cubicBezTo>
                    <a:pt x="40" y="31"/>
                    <a:pt x="32"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147" name="Freeform 35">
              <a:extLst>
                <a:ext uri="{FF2B5EF4-FFF2-40B4-BE49-F238E27FC236}">
                  <a16:creationId xmlns:a16="http://schemas.microsoft.com/office/drawing/2014/main" id="{D72C3866-21D1-48D0-899E-938892FF3D7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0" y="5978525"/>
              <a:ext cx="190500" cy="461963"/>
            </a:xfrm>
            <a:custGeom>
              <a:avLst/>
              <a:gdLst/>
              <a:ahLst/>
              <a:cxnLst/>
              <a:rect l="0" t="0" r="r" b="b"/>
              <a:pathLst>
                <a:path w="120" h="291">
                  <a:moveTo>
                    <a:pt x="120" y="291"/>
                  </a:moveTo>
                  <a:lnTo>
                    <a:pt x="105" y="291"/>
                  </a:lnTo>
                  <a:lnTo>
                    <a:pt x="105" y="114"/>
                  </a:lnTo>
                  <a:lnTo>
                    <a:pt x="0" y="9"/>
                  </a:lnTo>
                  <a:lnTo>
                    <a:pt x="12" y="0"/>
                  </a:lnTo>
                  <a:lnTo>
                    <a:pt x="120" y="108"/>
                  </a:lnTo>
                  <a:lnTo>
                    <a:pt x="120" y="291"/>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148" name="Freeform 36">
              <a:extLst>
                <a:ext uri="{FF2B5EF4-FFF2-40B4-BE49-F238E27FC236}">
                  <a16:creationId xmlns:a16="http://schemas.microsoft.com/office/drawing/2014/main" id="{4E94AC39-CDCB-4B11-BE08-FABED0C00FD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014413" y="1801813"/>
              <a:ext cx="214313" cy="755650"/>
            </a:xfrm>
            <a:custGeom>
              <a:avLst/>
              <a:gdLst/>
              <a:ahLst/>
              <a:cxnLst/>
              <a:rect l="0" t="0" r="r" b="b"/>
              <a:pathLst>
                <a:path w="135" h="476">
                  <a:moveTo>
                    <a:pt x="12" y="476"/>
                  </a:moveTo>
                  <a:lnTo>
                    <a:pt x="0" y="476"/>
                  </a:lnTo>
                  <a:lnTo>
                    <a:pt x="0" y="128"/>
                  </a:lnTo>
                  <a:lnTo>
                    <a:pt x="126" y="0"/>
                  </a:lnTo>
                  <a:lnTo>
                    <a:pt x="135" y="9"/>
                  </a:lnTo>
                  <a:lnTo>
                    <a:pt x="12" y="131"/>
                  </a:lnTo>
                  <a:lnTo>
                    <a:pt x="12" y="476"/>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149" name="Freeform 37">
              <a:extLst>
                <a:ext uri="{FF2B5EF4-FFF2-40B4-BE49-F238E27FC236}">
                  <a16:creationId xmlns:a16="http://schemas.microsoft.com/office/drawing/2014/main" id="{29C7F939-61B9-467B-AC85-C146594B803A}"/>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938213" y="2547938"/>
              <a:ext cx="166688" cy="160338"/>
            </a:xfrm>
            <a:custGeom>
              <a:avLst/>
              <a:gdLst/>
              <a:ahLst/>
              <a:cxnLst/>
              <a:rect l="0" t="0" r="r" b="b"/>
              <a:pathLst>
                <a:path w="35" h="34">
                  <a:moveTo>
                    <a:pt x="18" y="34"/>
                  </a:moveTo>
                  <a:cubicBezTo>
                    <a:pt x="8" y="34"/>
                    <a:pt x="0" y="26"/>
                    <a:pt x="0" y="17"/>
                  </a:cubicBezTo>
                  <a:cubicBezTo>
                    <a:pt x="0" y="7"/>
                    <a:pt x="8" y="0"/>
                    <a:pt x="18" y="0"/>
                  </a:cubicBezTo>
                  <a:cubicBezTo>
                    <a:pt x="27" y="0"/>
                    <a:pt x="35" y="7"/>
                    <a:pt x="35" y="17"/>
                  </a:cubicBezTo>
                  <a:cubicBezTo>
                    <a:pt x="35" y="26"/>
                    <a:pt x="27" y="34"/>
                    <a:pt x="18" y="34"/>
                  </a:cubicBezTo>
                  <a:close/>
                  <a:moveTo>
                    <a:pt x="18" y="4"/>
                  </a:moveTo>
                  <a:cubicBezTo>
                    <a:pt x="10" y="4"/>
                    <a:pt x="4" y="10"/>
                    <a:pt x="4" y="17"/>
                  </a:cubicBezTo>
                  <a:cubicBezTo>
                    <a:pt x="4" y="24"/>
                    <a:pt x="10" y="30"/>
                    <a:pt x="18" y="30"/>
                  </a:cubicBezTo>
                  <a:cubicBezTo>
                    <a:pt x="25" y="30"/>
                    <a:pt x="31" y="24"/>
                    <a:pt x="31" y="17"/>
                  </a:cubicBezTo>
                  <a:cubicBezTo>
                    <a:pt x="31" y="10"/>
                    <a:pt x="25" y="4"/>
                    <a:pt x="18"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150" name="Freeform 38">
              <a:extLst>
                <a:ext uri="{FF2B5EF4-FFF2-40B4-BE49-F238E27FC236}">
                  <a16:creationId xmlns:a16="http://schemas.microsoft.com/office/drawing/2014/main" id="{0B851A48-E333-49BD-8150-3E207F2F5E0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595313" y="4763"/>
              <a:ext cx="638175" cy="4025900"/>
            </a:xfrm>
            <a:custGeom>
              <a:avLst/>
              <a:gdLst/>
              <a:ahLst/>
              <a:cxnLst/>
              <a:rect l="0" t="0" r="r" b="b"/>
              <a:pathLst>
                <a:path w="402" h="2536">
                  <a:moveTo>
                    <a:pt x="402" y="2536"/>
                  </a:moveTo>
                  <a:lnTo>
                    <a:pt x="387" y="2536"/>
                  </a:lnTo>
                  <a:lnTo>
                    <a:pt x="387" y="2311"/>
                  </a:lnTo>
                  <a:lnTo>
                    <a:pt x="0" y="1925"/>
                  </a:lnTo>
                  <a:lnTo>
                    <a:pt x="0" y="0"/>
                  </a:lnTo>
                  <a:lnTo>
                    <a:pt x="15" y="0"/>
                  </a:lnTo>
                  <a:lnTo>
                    <a:pt x="15" y="1916"/>
                  </a:lnTo>
                  <a:lnTo>
                    <a:pt x="402" y="2302"/>
                  </a:lnTo>
                  <a:lnTo>
                    <a:pt x="402" y="2536"/>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151" name="Freeform 39">
              <a:extLst>
                <a:ext uri="{FF2B5EF4-FFF2-40B4-BE49-F238E27FC236}">
                  <a16:creationId xmlns:a16="http://schemas.microsoft.com/office/drawing/2014/main" id="{1CD0C878-A6ED-44A0-972F-164829F382A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223963" y="1382713"/>
              <a:ext cx="142875" cy="476250"/>
            </a:xfrm>
            <a:custGeom>
              <a:avLst/>
              <a:gdLst/>
              <a:ahLst/>
              <a:cxnLst/>
              <a:rect l="0" t="0" r="r" b="b"/>
              <a:pathLst>
                <a:path w="90" h="300">
                  <a:moveTo>
                    <a:pt x="90" y="300"/>
                  </a:moveTo>
                  <a:lnTo>
                    <a:pt x="78" y="300"/>
                  </a:lnTo>
                  <a:lnTo>
                    <a:pt x="78" y="84"/>
                  </a:lnTo>
                  <a:lnTo>
                    <a:pt x="0" y="9"/>
                  </a:lnTo>
                  <a:lnTo>
                    <a:pt x="9" y="0"/>
                  </a:lnTo>
                  <a:lnTo>
                    <a:pt x="90" y="81"/>
                  </a:lnTo>
                  <a:lnTo>
                    <a:pt x="90" y="300"/>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152" name="Freeform 40">
              <a:extLst>
                <a:ext uri="{FF2B5EF4-FFF2-40B4-BE49-F238E27FC236}">
                  <a16:creationId xmlns:a16="http://schemas.microsoft.com/office/drawing/2014/main" id="{1C236544-42D8-4A88-B600-6B8B20FFB401}"/>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1300163" y="1849438"/>
              <a:ext cx="109538" cy="107950"/>
            </a:xfrm>
            <a:custGeom>
              <a:avLst/>
              <a:gdLst/>
              <a:ahLst/>
              <a:cxnLst/>
              <a:rect l="0" t="0" r="r" b="b"/>
              <a:pathLst>
                <a:path w="23" h="23">
                  <a:moveTo>
                    <a:pt x="12" y="23"/>
                  </a:moveTo>
                  <a:cubicBezTo>
                    <a:pt x="5" y="23"/>
                    <a:pt x="0" y="18"/>
                    <a:pt x="0" y="12"/>
                  </a:cubicBezTo>
                  <a:cubicBezTo>
                    <a:pt x="0" y="5"/>
                    <a:pt x="5" y="0"/>
                    <a:pt x="12" y="0"/>
                  </a:cubicBezTo>
                  <a:cubicBezTo>
                    <a:pt x="18" y="0"/>
                    <a:pt x="23" y="5"/>
                    <a:pt x="23" y="12"/>
                  </a:cubicBezTo>
                  <a:cubicBezTo>
                    <a:pt x="23" y="18"/>
                    <a:pt x="18" y="23"/>
                    <a:pt x="12" y="23"/>
                  </a:cubicBezTo>
                  <a:close/>
                  <a:moveTo>
                    <a:pt x="12" y="4"/>
                  </a:moveTo>
                  <a:cubicBezTo>
                    <a:pt x="8" y="4"/>
                    <a:pt x="4" y="8"/>
                    <a:pt x="4" y="12"/>
                  </a:cubicBezTo>
                  <a:cubicBezTo>
                    <a:pt x="4" y="16"/>
                    <a:pt x="8" y="19"/>
                    <a:pt x="12" y="19"/>
                  </a:cubicBezTo>
                  <a:cubicBezTo>
                    <a:pt x="16" y="19"/>
                    <a:pt x="19" y="16"/>
                    <a:pt x="19" y="12"/>
                  </a:cubicBezTo>
                  <a:cubicBezTo>
                    <a:pt x="19" y="8"/>
                    <a:pt x="16" y="4"/>
                    <a:pt x="12"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153" name="Freeform 41">
              <a:extLst>
                <a:ext uri="{FF2B5EF4-FFF2-40B4-BE49-F238E27FC236}">
                  <a16:creationId xmlns:a16="http://schemas.microsoft.com/office/drawing/2014/main" id="{C9FF2C0E-61EA-45E6-8C93-270B51918DB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280988" y="3417888"/>
              <a:ext cx="142875" cy="474663"/>
            </a:xfrm>
            <a:custGeom>
              <a:avLst/>
              <a:gdLst/>
              <a:ahLst/>
              <a:cxnLst/>
              <a:rect l="0" t="0" r="r" b="b"/>
              <a:pathLst>
                <a:path w="90" h="299">
                  <a:moveTo>
                    <a:pt x="12" y="299"/>
                  </a:moveTo>
                  <a:lnTo>
                    <a:pt x="0" y="299"/>
                  </a:lnTo>
                  <a:lnTo>
                    <a:pt x="0" y="80"/>
                  </a:lnTo>
                  <a:lnTo>
                    <a:pt x="81" y="0"/>
                  </a:lnTo>
                  <a:lnTo>
                    <a:pt x="90" y="8"/>
                  </a:lnTo>
                  <a:lnTo>
                    <a:pt x="12" y="83"/>
                  </a:lnTo>
                  <a:lnTo>
                    <a:pt x="12" y="299"/>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154" name="Freeform 42">
              <a:extLst>
                <a:ext uri="{FF2B5EF4-FFF2-40B4-BE49-F238E27FC236}">
                  <a16:creationId xmlns:a16="http://schemas.microsoft.com/office/drawing/2014/main" id="{654F9C3F-E635-4E7B-BF8F-87BF60CE7A01}"/>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238125" y="3883025"/>
              <a:ext cx="109538" cy="109538"/>
            </a:xfrm>
            <a:custGeom>
              <a:avLst/>
              <a:gdLst/>
              <a:ahLst/>
              <a:cxnLst/>
              <a:rect l="0" t="0" r="r" b="b"/>
              <a:pathLst>
                <a:path w="23" h="23">
                  <a:moveTo>
                    <a:pt x="11" y="23"/>
                  </a:moveTo>
                  <a:cubicBezTo>
                    <a:pt x="5" y="23"/>
                    <a:pt x="0" y="18"/>
                    <a:pt x="0" y="12"/>
                  </a:cubicBezTo>
                  <a:cubicBezTo>
                    <a:pt x="0" y="5"/>
                    <a:pt x="5" y="0"/>
                    <a:pt x="11" y="0"/>
                  </a:cubicBezTo>
                  <a:cubicBezTo>
                    <a:pt x="17" y="0"/>
                    <a:pt x="23" y="5"/>
                    <a:pt x="23" y="12"/>
                  </a:cubicBezTo>
                  <a:cubicBezTo>
                    <a:pt x="23" y="18"/>
                    <a:pt x="17" y="23"/>
                    <a:pt x="11" y="23"/>
                  </a:cubicBezTo>
                  <a:close/>
                  <a:moveTo>
                    <a:pt x="11" y="4"/>
                  </a:moveTo>
                  <a:cubicBezTo>
                    <a:pt x="7" y="4"/>
                    <a:pt x="4" y="8"/>
                    <a:pt x="4" y="12"/>
                  </a:cubicBezTo>
                  <a:cubicBezTo>
                    <a:pt x="4" y="16"/>
                    <a:pt x="7" y="19"/>
                    <a:pt x="11" y="19"/>
                  </a:cubicBezTo>
                  <a:cubicBezTo>
                    <a:pt x="15" y="19"/>
                    <a:pt x="19" y="16"/>
                    <a:pt x="19" y="12"/>
                  </a:cubicBezTo>
                  <a:cubicBezTo>
                    <a:pt x="19" y="8"/>
                    <a:pt x="15" y="4"/>
                    <a:pt x="11"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155" name="Freeform 43">
              <a:extLst>
                <a:ext uri="{FF2B5EF4-FFF2-40B4-BE49-F238E27FC236}">
                  <a16:creationId xmlns:a16="http://schemas.microsoft.com/office/drawing/2014/main" id="{ACCA7548-833A-4EEC-91F2-BB9687E3CE7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4763" y="2166938"/>
              <a:ext cx="114300" cy="452438"/>
            </a:xfrm>
            <a:custGeom>
              <a:avLst/>
              <a:gdLst/>
              <a:ahLst/>
              <a:cxnLst/>
              <a:rect l="0" t="0" r="r" b="b"/>
              <a:pathLst>
                <a:path w="72" h="285">
                  <a:moveTo>
                    <a:pt x="6" y="285"/>
                  </a:moveTo>
                  <a:lnTo>
                    <a:pt x="0" y="276"/>
                  </a:lnTo>
                  <a:lnTo>
                    <a:pt x="60" y="216"/>
                  </a:lnTo>
                  <a:lnTo>
                    <a:pt x="60" y="0"/>
                  </a:lnTo>
                  <a:lnTo>
                    <a:pt x="72" y="0"/>
                  </a:lnTo>
                  <a:lnTo>
                    <a:pt x="72" y="222"/>
                  </a:lnTo>
                  <a:lnTo>
                    <a:pt x="6" y="285"/>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156" name="Freeform 44">
              <a:extLst>
                <a:ext uri="{FF2B5EF4-FFF2-40B4-BE49-F238E27FC236}">
                  <a16:creationId xmlns:a16="http://schemas.microsoft.com/office/drawing/2014/main" id="{F895F203-B2FD-49FE-A865-269B367A4100}"/>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52388" y="2066925"/>
              <a:ext cx="109538" cy="109538"/>
            </a:xfrm>
            <a:custGeom>
              <a:avLst/>
              <a:gdLst/>
              <a:ahLst/>
              <a:cxnLst/>
              <a:rect l="0" t="0" r="r" b="b"/>
              <a:pathLst>
                <a:path w="23" h="23">
                  <a:moveTo>
                    <a:pt x="12" y="23"/>
                  </a:moveTo>
                  <a:cubicBezTo>
                    <a:pt x="5" y="23"/>
                    <a:pt x="0" y="18"/>
                    <a:pt x="0" y="12"/>
                  </a:cubicBezTo>
                  <a:cubicBezTo>
                    <a:pt x="0" y="5"/>
                    <a:pt x="5" y="0"/>
                    <a:pt x="12" y="0"/>
                  </a:cubicBezTo>
                  <a:cubicBezTo>
                    <a:pt x="18" y="0"/>
                    <a:pt x="23" y="5"/>
                    <a:pt x="23" y="12"/>
                  </a:cubicBezTo>
                  <a:cubicBezTo>
                    <a:pt x="23" y="18"/>
                    <a:pt x="18" y="23"/>
                    <a:pt x="12" y="23"/>
                  </a:cubicBezTo>
                  <a:close/>
                  <a:moveTo>
                    <a:pt x="12" y="4"/>
                  </a:moveTo>
                  <a:cubicBezTo>
                    <a:pt x="8" y="4"/>
                    <a:pt x="4" y="8"/>
                    <a:pt x="4" y="12"/>
                  </a:cubicBezTo>
                  <a:cubicBezTo>
                    <a:pt x="4" y="16"/>
                    <a:pt x="8" y="19"/>
                    <a:pt x="12" y="19"/>
                  </a:cubicBezTo>
                  <a:cubicBezTo>
                    <a:pt x="16" y="19"/>
                    <a:pt x="19" y="16"/>
                    <a:pt x="19" y="12"/>
                  </a:cubicBezTo>
                  <a:cubicBezTo>
                    <a:pt x="19" y="8"/>
                    <a:pt x="16" y="4"/>
                    <a:pt x="12"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157" name="Rectangle 45">
              <a:extLst>
                <a:ext uri="{FF2B5EF4-FFF2-40B4-BE49-F238E27FC236}">
                  <a16:creationId xmlns:a16="http://schemas.microsoft.com/office/drawing/2014/main" id="{84D9CCFF-23CD-4209-B238-57DDF091A6CE}"/>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228725" y="4662488"/>
              <a:ext cx="23813" cy="2181225"/>
            </a:xfrm>
            <a:prstGeom prst="rect">
              <a:avLst/>
            </a:pr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miter lim="800000"/>
                  <a:headEnd/>
                  <a:tailEnd/>
                </a14:hiddenLine>
              </a:ext>
            </a:extLst>
          </p:spPr>
          <p:txBody>
            <a:bodyPr/>
            <a:lstStyle/>
            <a:p>
              <a:endParaRPr lang="it-IT"/>
            </a:p>
          </p:txBody>
        </p:sp>
        <p:sp>
          <p:nvSpPr>
            <p:cNvPr id="158" name="Freeform 46">
              <a:extLst>
                <a:ext uri="{FF2B5EF4-FFF2-40B4-BE49-F238E27FC236}">
                  <a16:creationId xmlns:a16="http://schemas.microsoft.com/office/drawing/2014/main" id="{190495CD-E216-4AF5-9038-D7807B638CC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319213" y="5041900"/>
              <a:ext cx="371475" cy="1801813"/>
            </a:xfrm>
            <a:custGeom>
              <a:avLst/>
              <a:gdLst/>
              <a:ahLst/>
              <a:cxnLst/>
              <a:rect l="0" t="0" r="r" b="b"/>
              <a:pathLst>
                <a:path w="234" h="1135">
                  <a:moveTo>
                    <a:pt x="15" y="1135"/>
                  </a:moveTo>
                  <a:lnTo>
                    <a:pt x="0" y="1135"/>
                  </a:lnTo>
                  <a:lnTo>
                    <a:pt x="0" y="515"/>
                  </a:lnTo>
                  <a:lnTo>
                    <a:pt x="0" y="512"/>
                  </a:lnTo>
                  <a:lnTo>
                    <a:pt x="219" y="0"/>
                  </a:lnTo>
                  <a:lnTo>
                    <a:pt x="234" y="6"/>
                  </a:lnTo>
                  <a:lnTo>
                    <a:pt x="15" y="518"/>
                  </a:lnTo>
                  <a:lnTo>
                    <a:pt x="15" y="1135"/>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159" name="Freeform 47">
              <a:extLst>
                <a:ext uri="{FF2B5EF4-FFF2-40B4-BE49-F238E27FC236}">
                  <a16:creationId xmlns:a16="http://schemas.microsoft.com/office/drawing/2014/main" id="{6E2B5DDB-234E-47ED-9F32-83C6D5EEEB26}"/>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1147763" y="44815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160" name="Freeform 48">
              <a:extLst>
                <a:ext uri="{FF2B5EF4-FFF2-40B4-BE49-F238E27FC236}">
                  <a16:creationId xmlns:a16="http://schemas.microsoft.com/office/drawing/2014/main" id="{9DB1F0CB-D565-4DF9-BA3F-7CE9F18B4F5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819150" y="3983038"/>
              <a:ext cx="347663" cy="2860675"/>
            </a:xfrm>
            <a:custGeom>
              <a:avLst/>
              <a:gdLst/>
              <a:ahLst/>
              <a:cxnLst/>
              <a:rect l="0" t="0" r="r" b="b"/>
              <a:pathLst>
                <a:path w="219" h="1802">
                  <a:moveTo>
                    <a:pt x="219" y="1802"/>
                  </a:moveTo>
                  <a:lnTo>
                    <a:pt x="201" y="1802"/>
                  </a:lnTo>
                  <a:lnTo>
                    <a:pt x="201" y="1185"/>
                  </a:lnTo>
                  <a:lnTo>
                    <a:pt x="0" y="3"/>
                  </a:lnTo>
                  <a:lnTo>
                    <a:pt x="15" y="0"/>
                  </a:lnTo>
                  <a:lnTo>
                    <a:pt x="219" y="1185"/>
                  </a:lnTo>
                  <a:lnTo>
                    <a:pt x="219" y="1802"/>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161" name="Freeform 49">
              <a:extLst>
                <a:ext uri="{FF2B5EF4-FFF2-40B4-BE49-F238E27FC236}">
                  <a16:creationId xmlns:a16="http://schemas.microsoft.com/office/drawing/2014/main" id="{552F47B4-D0D5-4075-BD00-7145B6F205E7}"/>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728663" y="3806825"/>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8"/>
                    <a:pt x="11" y="36"/>
                    <a:pt x="20" y="36"/>
                  </a:cubicBezTo>
                  <a:cubicBezTo>
                    <a:pt x="29" y="36"/>
                    <a:pt x="36" y="28"/>
                    <a:pt x="36" y="20"/>
                  </a:cubicBezTo>
                  <a:cubicBezTo>
                    <a:pt x="36" y="11"/>
                    <a:pt x="29"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162" name="Freeform 50">
              <a:extLst>
                <a:ext uri="{FF2B5EF4-FFF2-40B4-BE49-F238E27FC236}">
                  <a16:creationId xmlns:a16="http://schemas.microsoft.com/office/drawing/2014/main" id="{F57CAD52-0B84-4068-BFD9-B48B16AFEED7}"/>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1624013" y="4867275"/>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163" name="Freeform 51">
              <a:extLst>
                <a:ext uri="{FF2B5EF4-FFF2-40B4-BE49-F238E27FC236}">
                  <a16:creationId xmlns:a16="http://schemas.microsoft.com/office/drawing/2014/main" id="{62E09F5E-A24D-4628-A8CB-143556FB9D7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404938" y="5422900"/>
              <a:ext cx="371475" cy="1425575"/>
            </a:xfrm>
            <a:custGeom>
              <a:avLst/>
              <a:gdLst/>
              <a:ahLst/>
              <a:cxnLst/>
              <a:rect l="0" t="0" r="r" b="b"/>
              <a:pathLst>
                <a:path w="234" h="898">
                  <a:moveTo>
                    <a:pt x="18" y="898"/>
                  </a:moveTo>
                  <a:lnTo>
                    <a:pt x="0" y="898"/>
                  </a:lnTo>
                  <a:lnTo>
                    <a:pt x="0" y="515"/>
                  </a:lnTo>
                  <a:lnTo>
                    <a:pt x="0" y="512"/>
                  </a:lnTo>
                  <a:lnTo>
                    <a:pt x="222" y="0"/>
                  </a:lnTo>
                  <a:lnTo>
                    <a:pt x="234" y="6"/>
                  </a:lnTo>
                  <a:lnTo>
                    <a:pt x="18" y="518"/>
                  </a:lnTo>
                  <a:lnTo>
                    <a:pt x="18" y="898"/>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164" name="Freeform 52">
              <a:extLst>
                <a:ext uri="{FF2B5EF4-FFF2-40B4-BE49-F238E27FC236}">
                  <a16:creationId xmlns:a16="http://schemas.microsoft.com/office/drawing/2014/main" id="{C547CC76-FB8C-43B1-A625-F694184D947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666875" y="5945188"/>
              <a:ext cx="152400" cy="912813"/>
            </a:xfrm>
            <a:custGeom>
              <a:avLst/>
              <a:gdLst/>
              <a:ahLst/>
              <a:cxnLst/>
              <a:rect l="0" t="0" r="r" b="b"/>
              <a:pathLst>
                <a:path w="96" h="575">
                  <a:moveTo>
                    <a:pt x="15" y="575"/>
                  </a:moveTo>
                  <a:lnTo>
                    <a:pt x="0" y="569"/>
                  </a:lnTo>
                  <a:lnTo>
                    <a:pt x="81" y="383"/>
                  </a:lnTo>
                  <a:lnTo>
                    <a:pt x="81" y="0"/>
                  </a:lnTo>
                  <a:lnTo>
                    <a:pt x="96" y="0"/>
                  </a:lnTo>
                  <a:lnTo>
                    <a:pt x="96" y="386"/>
                  </a:lnTo>
                  <a:lnTo>
                    <a:pt x="15" y="575"/>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165" name="Freeform 53">
              <a:extLst>
                <a:ext uri="{FF2B5EF4-FFF2-40B4-BE49-F238E27FC236}">
                  <a16:creationId xmlns:a16="http://schemas.microsoft.com/office/drawing/2014/main" id="{E86CE93B-A557-46C2-B87E-81C1E0E93672}"/>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1709738" y="52466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166" name="Freeform 54">
              <a:extLst>
                <a:ext uri="{FF2B5EF4-FFF2-40B4-BE49-F238E27FC236}">
                  <a16:creationId xmlns:a16="http://schemas.microsoft.com/office/drawing/2014/main" id="{7220D106-C5C0-4A39-909A-A11F3E246D6E}"/>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1709738" y="57642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167" name="Freeform 55">
              <a:extLst>
                <a:ext uri="{FF2B5EF4-FFF2-40B4-BE49-F238E27FC236}">
                  <a16:creationId xmlns:a16="http://schemas.microsoft.com/office/drawing/2014/main" id="{195044AA-79D9-4142-8865-9A4B4E80873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766888" y="6330950"/>
              <a:ext cx="419100" cy="527050"/>
            </a:xfrm>
            <a:custGeom>
              <a:avLst/>
              <a:gdLst/>
              <a:ahLst/>
              <a:cxnLst/>
              <a:rect l="0" t="0" r="r" b="b"/>
              <a:pathLst>
                <a:path w="264" h="332">
                  <a:moveTo>
                    <a:pt x="12" y="332"/>
                  </a:moveTo>
                  <a:lnTo>
                    <a:pt x="0" y="326"/>
                  </a:lnTo>
                  <a:lnTo>
                    <a:pt x="45" y="206"/>
                  </a:lnTo>
                  <a:lnTo>
                    <a:pt x="255" y="0"/>
                  </a:lnTo>
                  <a:lnTo>
                    <a:pt x="264" y="12"/>
                  </a:lnTo>
                  <a:lnTo>
                    <a:pt x="60" y="215"/>
                  </a:lnTo>
                  <a:lnTo>
                    <a:pt x="12" y="332"/>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168" name="Freeform 56">
              <a:extLst>
                <a:ext uri="{FF2B5EF4-FFF2-40B4-BE49-F238E27FC236}">
                  <a16:creationId xmlns:a16="http://schemas.microsoft.com/office/drawing/2014/main" id="{BBFC5CFA-482C-4B45-87A7-C44F773CC663}"/>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2147888" y="6221413"/>
              <a:ext cx="157163" cy="147638"/>
            </a:xfrm>
            <a:custGeom>
              <a:avLst/>
              <a:gdLst/>
              <a:ahLst/>
              <a:cxnLst/>
              <a:rect l="0" t="0" r="r" b="b"/>
              <a:pathLst>
                <a:path w="33" h="31">
                  <a:moveTo>
                    <a:pt x="16" y="31"/>
                  </a:moveTo>
                  <a:cubicBezTo>
                    <a:pt x="12" y="31"/>
                    <a:pt x="8" y="29"/>
                    <a:pt x="5" y="26"/>
                  </a:cubicBezTo>
                  <a:cubicBezTo>
                    <a:pt x="2" y="24"/>
                    <a:pt x="0" y="20"/>
                    <a:pt x="0" y="15"/>
                  </a:cubicBezTo>
                  <a:cubicBezTo>
                    <a:pt x="0" y="11"/>
                    <a:pt x="2" y="7"/>
                    <a:pt x="5" y="4"/>
                  </a:cubicBezTo>
                  <a:cubicBezTo>
                    <a:pt x="8" y="1"/>
                    <a:pt x="12" y="0"/>
                    <a:pt x="16" y="0"/>
                  </a:cubicBezTo>
                  <a:cubicBezTo>
                    <a:pt x="20" y="0"/>
                    <a:pt x="24" y="1"/>
                    <a:pt x="27" y="4"/>
                  </a:cubicBezTo>
                  <a:cubicBezTo>
                    <a:pt x="33" y="10"/>
                    <a:pt x="33" y="20"/>
                    <a:pt x="27" y="26"/>
                  </a:cubicBezTo>
                  <a:cubicBezTo>
                    <a:pt x="24" y="29"/>
                    <a:pt x="20" y="31"/>
                    <a:pt x="16" y="31"/>
                  </a:cubicBezTo>
                  <a:close/>
                  <a:moveTo>
                    <a:pt x="16" y="4"/>
                  </a:moveTo>
                  <a:cubicBezTo>
                    <a:pt x="13" y="4"/>
                    <a:pt x="10" y="5"/>
                    <a:pt x="8" y="7"/>
                  </a:cubicBezTo>
                  <a:cubicBezTo>
                    <a:pt x="6" y="9"/>
                    <a:pt x="4" y="12"/>
                    <a:pt x="4" y="15"/>
                  </a:cubicBezTo>
                  <a:cubicBezTo>
                    <a:pt x="4" y="19"/>
                    <a:pt x="6" y="21"/>
                    <a:pt x="8" y="24"/>
                  </a:cubicBezTo>
                  <a:cubicBezTo>
                    <a:pt x="10" y="26"/>
                    <a:pt x="13" y="27"/>
                    <a:pt x="16" y="27"/>
                  </a:cubicBezTo>
                  <a:cubicBezTo>
                    <a:pt x="19" y="27"/>
                    <a:pt x="22" y="26"/>
                    <a:pt x="24" y="24"/>
                  </a:cubicBezTo>
                  <a:cubicBezTo>
                    <a:pt x="29" y="19"/>
                    <a:pt x="29" y="12"/>
                    <a:pt x="24" y="7"/>
                  </a:cubicBezTo>
                  <a:cubicBezTo>
                    <a:pt x="22" y="5"/>
                    <a:pt x="19" y="4"/>
                    <a:pt x="16"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169" name="Freeform 57">
              <a:extLst>
                <a:ext uri="{FF2B5EF4-FFF2-40B4-BE49-F238E27FC236}">
                  <a16:creationId xmlns:a16="http://schemas.microsoft.com/office/drawing/2014/main" id="{79BEC615-03E2-4F7F-A457-0CDA565ADA7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504825" y="9525"/>
              <a:ext cx="233363" cy="5103813"/>
            </a:xfrm>
            <a:custGeom>
              <a:avLst/>
              <a:gdLst/>
              <a:ahLst/>
              <a:cxnLst/>
              <a:rect l="0" t="0" r="r" b="b"/>
              <a:pathLst>
                <a:path w="147" h="3215">
                  <a:moveTo>
                    <a:pt x="132" y="3215"/>
                  </a:moveTo>
                  <a:lnTo>
                    <a:pt x="129" y="2754"/>
                  </a:lnTo>
                  <a:lnTo>
                    <a:pt x="0" y="1901"/>
                  </a:lnTo>
                  <a:lnTo>
                    <a:pt x="0" y="0"/>
                  </a:lnTo>
                  <a:lnTo>
                    <a:pt x="15" y="0"/>
                  </a:lnTo>
                  <a:lnTo>
                    <a:pt x="15" y="1898"/>
                  </a:lnTo>
                  <a:lnTo>
                    <a:pt x="144" y="2754"/>
                  </a:lnTo>
                  <a:lnTo>
                    <a:pt x="147" y="3215"/>
                  </a:lnTo>
                  <a:lnTo>
                    <a:pt x="132" y="3215"/>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170" name="Freeform 58">
              <a:extLst>
                <a:ext uri="{FF2B5EF4-FFF2-40B4-BE49-F238E27FC236}">
                  <a16:creationId xmlns:a16="http://schemas.microsoft.com/office/drawing/2014/main" id="{20E56620-58EC-4785-BA5E-2E40F40BC91A}"/>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633413" y="5103813"/>
              <a:ext cx="185738" cy="185738"/>
            </a:xfrm>
            <a:custGeom>
              <a:avLst/>
              <a:gdLst/>
              <a:ahLst/>
              <a:cxnLst/>
              <a:rect l="0" t="0" r="r" b="b"/>
              <a:pathLst>
                <a:path w="39" h="39">
                  <a:moveTo>
                    <a:pt x="20" y="39"/>
                  </a:moveTo>
                  <a:cubicBezTo>
                    <a:pt x="9" y="39"/>
                    <a:pt x="0" y="30"/>
                    <a:pt x="0" y="19"/>
                  </a:cubicBezTo>
                  <a:cubicBezTo>
                    <a:pt x="0" y="9"/>
                    <a:pt x="9" y="0"/>
                    <a:pt x="20" y="0"/>
                  </a:cubicBezTo>
                  <a:cubicBezTo>
                    <a:pt x="30" y="0"/>
                    <a:pt x="39" y="9"/>
                    <a:pt x="39" y="19"/>
                  </a:cubicBezTo>
                  <a:cubicBezTo>
                    <a:pt x="39" y="30"/>
                    <a:pt x="30" y="39"/>
                    <a:pt x="20" y="39"/>
                  </a:cubicBezTo>
                  <a:close/>
                  <a:moveTo>
                    <a:pt x="20" y="4"/>
                  </a:moveTo>
                  <a:cubicBezTo>
                    <a:pt x="11" y="4"/>
                    <a:pt x="4" y="11"/>
                    <a:pt x="4" y="19"/>
                  </a:cubicBezTo>
                  <a:cubicBezTo>
                    <a:pt x="4" y="28"/>
                    <a:pt x="11" y="35"/>
                    <a:pt x="20" y="35"/>
                  </a:cubicBezTo>
                  <a:cubicBezTo>
                    <a:pt x="28" y="35"/>
                    <a:pt x="35" y="28"/>
                    <a:pt x="35" y="19"/>
                  </a:cubicBezTo>
                  <a:cubicBezTo>
                    <a:pt x="35" y="11"/>
                    <a:pt x="28"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grpSp>
      <p:sp>
        <p:nvSpPr>
          <p:cNvPr id="2" name="Titolo 1">
            <a:extLst>
              <a:ext uri="{FF2B5EF4-FFF2-40B4-BE49-F238E27FC236}">
                <a16:creationId xmlns:a16="http://schemas.microsoft.com/office/drawing/2014/main" id="{97B7BE0E-D41A-7327-313E-73BE3EC4D974}"/>
              </a:ext>
            </a:extLst>
          </p:cNvPr>
          <p:cNvSpPr>
            <a:spLocks noGrp="1"/>
          </p:cNvSpPr>
          <p:nvPr>
            <p:ph type="title"/>
          </p:nvPr>
        </p:nvSpPr>
        <p:spPr>
          <a:xfrm>
            <a:off x="5491209" y="618518"/>
            <a:ext cx="5877676" cy="1478570"/>
          </a:xfrm>
        </p:spPr>
        <p:txBody>
          <a:bodyPr>
            <a:normAutofit/>
          </a:bodyPr>
          <a:lstStyle/>
          <a:p>
            <a:r>
              <a:rPr lang="it-IT" dirty="0" err="1"/>
              <a:t>Results</a:t>
            </a:r>
            <a:r>
              <a:rPr lang="it-IT" dirty="0"/>
              <a:t> A</a:t>
            </a:r>
          </a:p>
        </p:txBody>
      </p:sp>
      <p:pic>
        <p:nvPicPr>
          <p:cNvPr id="38" name="Immagine 37" descr="Immagine che contiene testo, schermata, Carattere, Diagramma&#10;&#10;Il contenuto generato dall'IA potrebbe non essere corretto.">
            <a:extLst>
              <a:ext uri="{FF2B5EF4-FFF2-40B4-BE49-F238E27FC236}">
                <a16:creationId xmlns:a16="http://schemas.microsoft.com/office/drawing/2014/main" id="{A8E5A81E-4DA0-FCF9-1DF3-F7E1409831A7}"/>
              </a:ext>
            </a:extLst>
          </p:cNvPr>
          <p:cNvPicPr>
            <a:picLocks noChangeAspect="1"/>
          </p:cNvPicPr>
          <p:nvPr/>
        </p:nvPicPr>
        <p:blipFill>
          <a:blip r:embed="rId4">
            <a:extLst>
              <a:ext uri="{28A0092B-C50C-407E-A947-70E740481C1C}">
                <a14:useLocalDpi xmlns:a14="http://schemas.microsoft.com/office/drawing/2010/main" val="0"/>
              </a:ext>
            </a:extLst>
          </a:blip>
          <a:srcRect t="1372" r="1" b="411"/>
          <a:stretch>
            <a:fillRect/>
          </a:stretch>
        </p:blipFill>
        <p:spPr>
          <a:xfrm>
            <a:off x="20" y="1"/>
            <a:ext cx="4635563" cy="2276475"/>
          </a:xfrm>
          <a:custGeom>
            <a:avLst/>
            <a:gdLst/>
            <a:ahLst/>
            <a:cxnLst/>
            <a:rect l="l" t="t" r="r" b="b"/>
            <a:pathLst>
              <a:path w="4635583" h="3427413">
                <a:moveTo>
                  <a:pt x="0" y="0"/>
                </a:moveTo>
                <a:lnTo>
                  <a:pt x="4635583" y="0"/>
                </a:lnTo>
                <a:lnTo>
                  <a:pt x="4635583" y="3427413"/>
                </a:lnTo>
                <a:lnTo>
                  <a:pt x="0" y="3427413"/>
                </a:lnTo>
                <a:close/>
              </a:path>
            </a:pathLst>
          </a:custGeom>
        </p:spPr>
      </p:pic>
      <p:pic>
        <p:nvPicPr>
          <p:cNvPr id="12" name="Immagine 11" descr="Immagine che contiene testo, schermata, linea, Diagramma&#10;&#10;Il contenuto generato dall'IA potrebbe non essere corretto.">
            <a:extLst>
              <a:ext uri="{FF2B5EF4-FFF2-40B4-BE49-F238E27FC236}">
                <a16:creationId xmlns:a16="http://schemas.microsoft.com/office/drawing/2014/main" id="{5AC5A9AF-9D9E-CCAD-8911-4EE03BF3C081}"/>
              </a:ext>
            </a:extLst>
          </p:cNvPr>
          <p:cNvPicPr>
            <a:picLocks noChangeAspect="1"/>
          </p:cNvPicPr>
          <p:nvPr/>
        </p:nvPicPr>
        <p:blipFill>
          <a:blip r:embed="rId5">
            <a:extLst>
              <a:ext uri="{28A0092B-C50C-407E-A947-70E740481C1C}">
                <a14:useLocalDpi xmlns:a14="http://schemas.microsoft.com/office/drawing/2010/main" val="0"/>
              </a:ext>
            </a:extLst>
          </a:blip>
          <a:srcRect r="12298" b="1"/>
          <a:stretch>
            <a:fillRect/>
          </a:stretch>
        </p:blipFill>
        <p:spPr>
          <a:xfrm>
            <a:off x="20" y="2285999"/>
            <a:ext cx="4635563" cy="2286001"/>
          </a:xfrm>
          <a:custGeom>
            <a:avLst/>
            <a:gdLst/>
            <a:ahLst/>
            <a:cxnLst/>
            <a:rect l="l" t="t" r="r" b="b"/>
            <a:pathLst>
              <a:path w="4635583" h="3430587">
                <a:moveTo>
                  <a:pt x="0" y="0"/>
                </a:moveTo>
                <a:lnTo>
                  <a:pt x="4635583" y="0"/>
                </a:lnTo>
                <a:lnTo>
                  <a:pt x="4635583" y="3430587"/>
                </a:lnTo>
                <a:lnTo>
                  <a:pt x="0" y="3430587"/>
                </a:lnTo>
                <a:close/>
              </a:path>
            </a:pathLst>
          </a:custGeom>
        </p:spPr>
      </p:pic>
      <p:cxnSp>
        <p:nvCxnSpPr>
          <p:cNvPr id="172" name="Straight Connector 171">
            <a:extLst>
              <a:ext uri="{FF2B5EF4-FFF2-40B4-BE49-F238E27FC236}">
                <a16:creationId xmlns:a16="http://schemas.microsoft.com/office/drawing/2014/main" id="{3CFEBF73-2875-4126-A90D-ABB6BBFEADE8}"/>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0" y="2286000"/>
            <a:ext cx="4635583" cy="0"/>
          </a:xfrm>
          <a:prstGeom prst="line">
            <a:avLst/>
          </a:prstGeom>
          <a:solidFill>
            <a:schemeClr val="tx2">
              <a:alpha val="60000"/>
            </a:schemeClr>
          </a:solidFill>
          <a:ln w="19050">
            <a:solidFill>
              <a:schemeClr val="tx2">
                <a:alpha val="60000"/>
              </a:schemeClr>
            </a:solidFill>
          </a:ln>
          <a:effectLst>
            <a:outerShdw blurRad="50800" dist="38100" dir="2700000" algn="tl" rotWithShape="0">
              <a:srgbClr val="000000">
                <a:alpha val="58000"/>
              </a:srgbClr>
            </a:outerShdw>
          </a:effectLst>
        </p:spPr>
      </p:cxnSp>
      <p:pic>
        <p:nvPicPr>
          <p:cNvPr id="10" name="Immagine 9" descr="Immagine che contiene testo, linea, Diagramma, schermata&#10;&#10;Il contenuto generato dall'IA potrebbe non essere corretto.">
            <a:extLst>
              <a:ext uri="{FF2B5EF4-FFF2-40B4-BE49-F238E27FC236}">
                <a16:creationId xmlns:a16="http://schemas.microsoft.com/office/drawing/2014/main" id="{06E5A864-6926-9B2D-DD00-2AAFB746659F}"/>
              </a:ext>
            </a:extLst>
          </p:cNvPr>
          <p:cNvPicPr>
            <a:picLocks noChangeAspect="1"/>
          </p:cNvPicPr>
          <p:nvPr/>
        </p:nvPicPr>
        <p:blipFill>
          <a:blip r:embed="rId6">
            <a:extLst>
              <a:ext uri="{28A0092B-C50C-407E-A947-70E740481C1C}">
                <a14:useLocalDpi xmlns:a14="http://schemas.microsoft.com/office/drawing/2010/main" val="0"/>
              </a:ext>
            </a:extLst>
          </a:blip>
          <a:srcRect l="12297" r="1" b="1"/>
          <a:stretch>
            <a:fillRect/>
          </a:stretch>
        </p:blipFill>
        <p:spPr>
          <a:xfrm>
            <a:off x="20" y="4572000"/>
            <a:ext cx="4635563" cy="2286001"/>
          </a:xfrm>
          <a:custGeom>
            <a:avLst/>
            <a:gdLst/>
            <a:ahLst/>
            <a:cxnLst/>
            <a:rect l="l" t="t" r="r" b="b"/>
            <a:pathLst>
              <a:path w="4635583" h="3430587">
                <a:moveTo>
                  <a:pt x="0" y="0"/>
                </a:moveTo>
                <a:lnTo>
                  <a:pt x="4635583" y="0"/>
                </a:lnTo>
                <a:lnTo>
                  <a:pt x="4635583" y="3430587"/>
                </a:lnTo>
                <a:lnTo>
                  <a:pt x="0" y="3430587"/>
                </a:lnTo>
                <a:close/>
              </a:path>
            </a:pathLst>
          </a:custGeom>
        </p:spPr>
      </p:pic>
      <p:cxnSp>
        <p:nvCxnSpPr>
          <p:cNvPr id="174" name="Straight Connector 173">
            <a:extLst>
              <a:ext uri="{FF2B5EF4-FFF2-40B4-BE49-F238E27FC236}">
                <a16:creationId xmlns:a16="http://schemas.microsoft.com/office/drawing/2014/main" id="{0F167419-5C1C-40BD-B9C4-75CFC65088FD}"/>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0" y="4572000"/>
            <a:ext cx="4635583" cy="0"/>
          </a:xfrm>
          <a:prstGeom prst="line">
            <a:avLst/>
          </a:prstGeom>
          <a:solidFill>
            <a:schemeClr val="tx2">
              <a:alpha val="60000"/>
            </a:schemeClr>
          </a:solidFill>
          <a:ln w="19050">
            <a:solidFill>
              <a:schemeClr val="tx2">
                <a:alpha val="60000"/>
              </a:schemeClr>
            </a:solidFill>
          </a:ln>
          <a:effectLst>
            <a:outerShdw blurRad="50800" dist="38100" dir="2700000" algn="tl" rotWithShape="0">
              <a:srgbClr val="000000">
                <a:alpha val="58000"/>
              </a:srgbClr>
            </a:outerShdw>
          </a:effectLst>
        </p:spPr>
      </p:cxnSp>
      <p:cxnSp>
        <p:nvCxnSpPr>
          <p:cNvPr id="176" name="Straight Connector 175">
            <a:extLst>
              <a:ext uri="{FF2B5EF4-FFF2-40B4-BE49-F238E27FC236}">
                <a16:creationId xmlns:a16="http://schemas.microsoft.com/office/drawing/2014/main" id="{AFCD9A95-E405-4952-A0CF-6EAF80F97063}"/>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4632483" y="-464"/>
            <a:ext cx="2646" cy="6858465"/>
          </a:xfrm>
          <a:prstGeom prst="line">
            <a:avLst/>
          </a:prstGeom>
          <a:solidFill>
            <a:schemeClr val="tx2">
              <a:alpha val="60000"/>
            </a:schemeClr>
          </a:solidFill>
          <a:ln w="19050">
            <a:solidFill>
              <a:schemeClr val="tx2">
                <a:alpha val="60000"/>
              </a:schemeClr>
            </a:solidFill>
          </a:ln>
          <a:effectLst>
            <a:outerShdw blurRad="50800" dist="38100" dir="2700000" algn="tl" rotWithShape="0">
              <a:srgbClr val="000000">
                <a:alpha val="58000"/>
              </a:srgbClr>
            </a:outerShdw>
          </a:effectLst>
        </p:spPr>
      </p:cxnSp>
      <p:sp>
        <p:nvSpPr>
          <p:cNvPr id="3" name="Segnaposto contenuto 2">
            <a:extLst>
              <a:ext uri="{FF2B5EF4-FFF2-40B4-BE49-F238E27FC236}">
                <a16:creationId xmlns:a16="http://schemas.microsoft.com/office/drawing/2014/main" id="{DD587DBD-619C-E892-3A53-BC1D19DA962A}"/>
              </a:ext>
            </a:extLst>
          </p:cNvPr>
          <p:cNvSpPr>
            <a:spLocks noGrp="1"/>
          </p:cNvSpPr>
          <p:nvPr>
            <p:ph idx="1"/>
          </p:nvPr>
        </p:nvSpPr>
        <p:spPr>
          <a:xfrm>
            <a:off x="5491209" y="2249487"/>
            <a:ext cx="5877677" cy="3541714"/>
          </a:xfrm>
        </p:spPr>
        <p:txBody>
          <a:bodyPr>
            <a:normAutofit/>
          </a:bodyPr>
          <a:lstStyle/>
          <a:p>
            <a:pPr marL="0" indent="0">
              <a:buNone/>
            </a:pPr>
            <a:r>
              <a:rPr lang="it-IT" sz="2200" dirty="0">
                <a:latin typeface="Calibri Light" panose="020F0302020204030204" pitchFamily="34" charset="0"/>
                <a:ea typeface="Calibri Light" panose="020F0302020204030204" pitchFamily="34" charset="0"/>
                <a:cs typeface="Calibri Light" panose="020F0302020204030204" pitchFamily="34" charset="0"/>
              </a:rPr>
              <a:t>Test 14: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we</a:t>
            </a:r>
            <a:r>
              <a:rPr lang="it-IT" sz="2200" dirty="0">
                <a:latin typeface="Calibri Light" panose="020F0302020204030204" pitchFamily="34" charset="0"/>
                <a:ea typeface="Calibri Light" panose="020F0302020204030204" pitchFamily="34" charset="0"/>
                <a:cs typeface="Calibri Light" panose="020F0302020204030204" pitchFamily="34" charset="0"/>
              </a:rPr>
              <a:t>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introduced</a:t>
            </a:r>
            <a:r>
              <a:rPr lang="it-IT" sz="2200" dirty="0">
                <a:latin typeface="Calibri Light" panose="020F0302020204030204" pitchFamily="34" charset="0"/>
                <a:ea typeface="Calibri Light" panose="020F0302020204030204" pitchFamily="34" charset="0"/>
                <a:cs typeface="Calibri Light" panose="020F0302020204030204" pitchFamily="34" charset="0"/>
              </a:rPr>
              <a:t> the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DuelingDQN</a:t>
            </a:r>
            <a:r>
              <a:rPr lang="it-IT" sz="2200" dirty="0">
                <a:latin typeface="Calibri Light" panose="020F0302020204030204" pitchFamily="34" charset="0"/>
                <a:ea typeface="Calibri Light" panose="020F0302020204030204" pitchFamily="34" charset="0"/>
                <a:cs typeface="Calibri Light" panose="020F0302020204030204" pitchFamily="34" charset="0"/>
              </a:rPr>
              <a:t> network and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this</a:t>
            </a:r>
            <a:r>
              <a:rPr lang="it-IT" sz="2200" dirty="0">
                <a:latin typeface="Calibri Light" panose="020F0302020204030204" pitchFamily="34" charset="0"/>
                <a:ea typeface="Calibri Light" panose="020F0302020204030204" pitchFamily="34" charset="0"/>
                <a:cs typeface="Calibri Light" panose="020F0302020204030204" pitchFamily="34" charset="0"/>
              </a:rPr>
              <a:t>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resulted</a:t>
            </a:r>
            <a:r>
              <a:rPr lang="it-IT" sz="2200" dirty="0">
                <a:latin typeface="Calibri Light" panose="020F0302020204030204" pitchFamily="34" charset="0"/>
                <a:ea typeface="Calibri Light" panose="020F0302020204030204" pitchFamily="34" charset="0"/>
                <a:cs typeface="Calibri Light" panose="020F0302020204030204" pitchFamily="34" charset="0"/>
              </a:rPr>
              <a:t> in a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significant</a:t>
            </a:r>
            <a:r>
              <a:rPr lang="it-IT" sz="2200" dirty="0">
                <a:latin typeface="Calibri Light" panose="020F0302020204030204" pitchFamily="34" charset="0"/>
                <a:ea typeface="Calibri Light" panose="020F0302020204030204" pitchFamily="34" charset="0"/>
                <a:cs typeface="Calibri Light" panose="020F0302020204030204" pitchFamily="34" charset="0"/>
              </a:rPr>
              <a:t>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improvement</a:t>
            </a:r>
            <a:r>
              <a:rPr lang="it-IT" sz="2200" dirty="0">
                <a:latin typeface="Calibri Light" panose="020F0302020204030204" pitchFamily="34" charset="0"/>
                <a:ea typeface="Calibri Light" panose="020F0302020204030204" pitchFamily="34" charset="0"/>
                <a:cs typeface="Calibri Light" panose="020F0302020204030204" pitchFamily="34" charset="0"/>
              </a:rPr>
              <a:t> in the success rate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although</a:t>
            </a:r>
            <a:r>
              <a:rPr lang="it-IT" sz="2200" dirty="0">
                <a:latin typeface="Calibri Light" panose="020F0302020204030204" pitchFamily="34" charset="0"/>
                <a:ea typeface="Calibri Light" panose="020F0302020204030204" pitchFamily="34" charset="0"/>
                <a:cs typeface="Calibri Light" panose="020F0302020204030204" pitchFamily="34" charset="0"/>
              </a:rPr>
              <a:t>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it</a:t>
            </a:r>
            <a:r>
              <a:rPr lang="it-IT" sz="2200" dirty="0">
                <a:latin typeface="Calibri Light" panose="020F0302020204030204" pitchFamily="34" charset="0"/>
                <a:ea typeface="Calibri Light" panose="020F0302020204030204" pitchFamily="34" charset="0"/>
                <a:cs typeface="Calibri Light" panose="020F0302020204030204" pitchFamily="34" charset="0"/>
              </a:rPr>
              <a:t>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was</a:t>
            </a:r>
            <a:r>
              <a:rPr lang="it-IT" sz="2200" dirty="0">
                <a:latin typeface="Calibri Light" panose="020F0302020204030204" pitchFamily="34" charset="0"/>
                <a:ea typeface="Calibri Light" panose="020F0302020204030204" pitchFamily="34" charset="0"/>
                <a:cs typeface="Calibri Light" panose="020F0302020204030204" pitchFamily="34" charset="0"/>
              </a:rPr>
              <a:t>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boosted</a:t>
            </a:r>
            <a:r>
              <a:rPr lang="it-IT" sz="2200" dirty="0">
                <a:latin typeface="Calibri Light" panose="020F0302020204030204" pitchFamily="34" charset="0"/>
                <a:ea typeface="Calibri Light" panose="020F0302020204030204" pitchFamily="34" charset="0"/>
                <a:cs typeface="Calibri Light" panose="020F0302020204030204" pitchFamily="34" charset="0"/>
              </a:rPr>
              <a:t>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almost</a:t>
            </a:r>
            <a:r>
              <a:rPr lang="it-IT" sz="2200" dirty="0">
                <a:latin typeface="Calibri Light" panose="020F0302020204030204" pitchFamily="34" charset="0"/>
                <a:ea typeface="Calibri Light" panose="020F0302020204030204" pitchFamily="34" charset="0"/>
                <a:cs typeface="Calibri Light" panose="020F0302020204030204" pitchFamily="34" charset="0"/>
              </a:rPr>
              <a:t>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entirely</a:t>
            </a:r>
            <a:r>
              <a:rPr lang="it-IT" sz="2200" dirty="0">
                <a:latin typeface="Calibri Light" panose="020F0302020204030204" pitchFamily="34" charset="0"/>
                <a:ea typeface="Calibri Light" panose="020F0302020204030204" pitchFamily="34" charset="0"/>
                <a:cs typeface="Calibri Light" panose="020F0302020204030204" pitchFamily="34" charset="0"/>
              </a:rPr>
              <a:t> by the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navigation</a:t>
            </a:r>
            <a:r>
              <a:rPr lang="it-IT" sz="2200" dirty="0">
                <a:latin typeface="Calibri Light" panose="020F0302020204030204" pitchFamily="34" charset="0"/>
                <a:ea typeface="Calibri Light" panose="020F0302020204030204" pitchFamily="34" charset="0"/>
                <a:cs typeface="Calibri Light" panose="020F0302020204030204" pitchFamily="34" charset="0"/>
              </a:rPr>
              <a:t> to the easy goal.</a:t>
            </a:r>
          </a:p>
        </p:txBody>
      </p:sp>
    </p:spTree>
    <p:extLst>
      <p:ext uri="{BB962C8B-B14F-4D97-AF65-F5344CB8AC3E}">
        <p14:creationId xmlns:p14="http://schemas.microsoft.com/office/powerpoint/2010/main" val="75487416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blipFill>
          <a:blip r:embed="rId2">
            <a:duotone>
              <a:schemeClr val="bg2">
                <a:shade val="88000"/>
                <a:hueMod val="106000"/>
                <a:satMod val="140000"/>
                <a:lumMod val="54000"/>
              </a:schemeClr>
              <a:schemeClr val="bg2">
                <a:tint val="98000"/>
                <a:hueMod val="90000"/>
                <a:satMod val="150000"/>
                <a:lumMod val="160000"/>
              </a:schemeClr>
            </a:duotone>
          </a:blip>
          <a:stretch/>
        </a:blipFill>
        <a:effectLst/>
      </p:bgPr>
    </p:bg>
    <p:spTree>
      <p:nvGrpSpPr>
        <p:cNvPr id="1" name=""/>
        <p:cNvGrpSpPr/>
        <p:nvPr/>
      </p:nvGrpSpPr>
      <p:grpSpPr>
        <a:xfrm>
          <a:off x="0" y="0"/>
          <a:ext cx="0" cy="0"/>
          <a:chOff x="0" y="0"/>
          <a:chExt cx="0" cy="0"/>
        </a:xfrm>
      </p:grpSpPr>
      <p:grpSp>
        <p:nvGrpSpPr>
          <p:cNvPr id="90" name="Group 89">
            <a:extLst>
              <a:ext uri="{FF2B5EF4-FFF2-40B4-BE49-F238E27FC236}">
                <a16:creationId xmlns:a16="http://schemas.microsoft.com/office/drawing/2014/main" id="{62C6D782-6B6F-4B4E-B92B-C8F13A0FED52}"/>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1"/>
            <a:ext cx="12192003" cy="6858001"/>
            <a:chOff x="0" y="-1"/>
            <a:chExt cx="12192003" cy="6858001"/>
          </a:xfrm>
        </p:grpSpPr>
        <p:sp useBgFill="1">
          <p:nvSpPr>
            <p:cNvPr id="91" name="Rectangle 90">
              <a:extLst>
                <a:ext uri="{FF2B5EF4-FFF2-40B4-BE49-F238E27FC236}">
                  <a16:creationId xmlns:a16="http://schemas.microsoft.com/office/drawing/2014/main" id="{E9716FBC-9870-4321-B055-657F96DDF1F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 y="-1"/>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92" name="Picture 2">
              <a:extLst>
                <a:ext uri="{FF2B5EF4-FFF2-40B4-BE49-F238E27FC236}">
                  <a16:creationId xmlns:a16="http://schemas.microsoft.com/office/drawing/2014/main" id="{3720C802-2465-4EF6-9AED-E768D24605A6}"/>
                </a:ext>
                <a:ext uri="{C183D7F6-B498-43B3-948B-1728B52AA6E4}">
                  <adec:decorative xmlns:adec="http://schemas.microsoft.com/office/drawing/2017/decorative" val="1"/>
                </a:ext>
              </a:extLst>
            </p:cNvPr>
            <p:cNvPicPr>
              <a:picLocks noChangeAspect="1" noChangeArrowheads="1"/>
            </p:cNvPicPr>
            <p:nvPr>
              <p:extLst>
                <p:ext uri="{386F3935-93C4-4BCD-93E2-E3B085C9AB24}">
                  <p16:designElem xmlns:p16="http://schemas.microsoft.com/office/powerpoint/2015/main" val="1"/>
                </p:ext>
              </p:extLst>
            </p:nvPr>
          </p:nvPicPr>
          <p:blipFill>
            <a:blip r:embed="rId3">
              <a:alphaModFix amt="30000"/>
              <a:duotone>
                <a:prstClr val="black"/>
                <a:schemeClr val="tx2">
                  <a:tint val="45000"/>
                  <a:satMod val="400000"/>
                </a:schemeClr>
              </a:duotone>
              <a:extLst>
                <a:ext uri="{28A0092B-C50C-407E-A947-70E740481C1C}">
                  <a14:useLocalDpi xmlns:a14="http://schemas.microsoft.com/office/drawing/2010/main" val="0"/>
                </a:ext>
              </a:extLst>
            </a:blip>
            <a:srcRect/>
            <a:stretch>
              <a:fillRect/>
            </a:stretch>
          </p:blipFill>
          <p:spPr bwMode="auto">
            <a:xfrm>
              <a:off x="0" y="-1"/>
              <a:ext cx="12192003" cy="6858001"/>
            </a:xfrm>
            <a:prstGeom prst="rect">
              <a:avLst/>
            </a:prstGeom>
            <a:noFill/>
            <a:extLst>
              <a:ext uri="{909E8E84-426E-40dd-AFC4-6F175D3DCCD1}">
                <a14:hiddenFill xmlns:a14="http://schemas.microsoft.com/office/drawing/2010/main" xmlns:p14="http://schemas.microsoft.com/office/powerpoint/2010/main" xmlns:a16="http://schemas.microsoft.com/office/drawing/2014/main" xmlns="">
                  <a:solidFill>
                    <a:srgbClr val="FFFFFF"/>
                  </a:solidFill>
                </a14:hiddenFill>
              </a:ext>
            </a:extLst>
          </p:spPr>
        </p:pic>
      </p:grpSp>
      <p:grpSp>
        <p:nvGrpSpPr>
          <p:cNvPr id="94" name="Group 93">
            <a:extLst>
              <a:ext uri="{FF2B5EF4-FFF2-40B4-BE49-F238E27FC236}">
                <a16:creationId xmlns:a16="http://schemas.microsoft.com/office/drawing/2014/main" id="{6E532192-EB0D-43D0-8ACF-ABEBADC617E7}"/>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3181779" y="0"/>
            <a:ext cx="2305051" cy="6858001"/>
            <a:chOff x="0" y="0"/>
            <a:chExt cx="2305051" cy="6858001"/>
          </a:xfrm>
          <a:gradFill flip="none" rotWithShape="1">
            <a:gsLst>
              <a:gs pos="0">
                <a:schemeClr val="tx2"/>
              </a:gs>
              <a:gs pos="100000">
                <a:schemeClr val="bg2">
                  <a:lumMod val="60000"/>
                  <a:lumOff val="40000"/>
                </a:schemeClr>
              </a:gs>
            </a:gsLst>
            <a:lin ang="5400000" scaled="0"/>
            <a:tileRect/>
          </a:gradFill>
        </p:grpSpPr>
        <p:sp>
          <p:nvSpPr>
            <p:cNvPr id="95" name="Rectangle 5">
              <a:extLst>
                <a:ext uri="{FF2B5EF4-FFF2-40B4-BE49-F238E27FC236}">
                  <a16:creationId xmlns:a16="http://schemas.microsoft.com/office/drawing/2014/main" id="{A61AEB4E-A65A-4890-AD09-C9ACFB0801BA}"/>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209675" y="4763"/>
              <a:ext cx="23813" cy="2181225"/>
            </a:xfrm>
            <a:prstGeom prst="rect">
              <a:avLst/>
            </a:pr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miter lim="800000"/>
                  <a:headEnd/>
                  <a:tailEnd/>
                </a14:hiddenLine>
              </a:ext>
            </a:extLst>
          </p:spPr>
          <p:txBody>
            <a:bodyPr/>
            <a:lstStyle/>
            <a:p>
              <a:endParaRPr lang="it-IT"/>
            </a:p>
          </p:txBody>
        </p:sp>
        <p:sp>
          <p:nvSpPr>
            <p:cNvPr id="96" name="Freeform 6">
              <a:extLst>
                <a:ext uri="{FF2B5EF4-FFF2-40B4-BE49-F238E27FC236}">
                  <a16:creationId xmlns:a16="http://schemas.microsoft.com/office/drawing/2014/main" id="{528DE10F-D498-4BFB-8B2A-E06AAA1F48DE}"/>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1128713" y="217646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97" name="Freeform 7">
              <a:extLst>
                <a:ext uri="{FF2B5EF4-FFF2-40B4-BE49-F238E27FC236}">
                  <a16:creationId xmlns:a16="http://schemas.microsoft.com/office/drawing/2014/main" id="{EA9A7A15-77B2-4771-B979-8F0E0626AC4F}"/>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1123950" y="4021138"/>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98" name="Rectangle 8">
              <a:extLst>
                <a:ext uri="{FF2B5EF4-FFF2-40B4-BE49-F238E27FC236}">
                  <a16:creationId xmlns:a16="http://schemas.microsoft.com/office/drawing/2014/main" id="{91C3D14F-54C6-49E0-BB0E-DAEA3688A875}"/>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414338" y="9525"/>
              <a:ext cx="28575" cy="4481513"/>
            </a:xfrm>
            <a:prstGeom prst="rect">
              <a:avLst/>
            </a:pr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miter lim="800000"/>
                  <a:headEnd/>
                  <a:tailEnd/>
                </a14:hiddenLine>
              </a:ext>
            </a:extLst>
          </p:spPr>
          <p:txBody>
            <a:bodyPr/>
            <a:lstStyle/>
            <a:p>
              <a:endParaRPr lang="it-IT"/>
            </a:p>
          </p:txBody>
        </p:sp>
        <p:sp>
          <p:nvSpPr>
            <p:cNvPr id="99" name="Freeform 9">
              <a:extLst>
                <a:ext uri="{FF2B5EF4-FFF2-40B4-BE49-F238E27FC236}">
                  <a16:creationId xmlns:a16="http://schemas.microsoft.com/office/drawing/2014/main" id="{693A8E0B-9819-41E1-979C-44F08FECF5D9}"/>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333375" y="44815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100" name="Freeform 10">
              <a:extLst>
                <a:ext uri="{FF2B5EF4-FFF2-40B4-BE49-F238E27FC236}">
                  <a16:creationId xmlns:a16="http://schemas.microsoft.com/office/drawing/2014/main" id="{31C3E5DB-A7A3-4EAE-9026-F9B8F12EC1E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90500" y="9525"/>
              <a:ext cx="152400" cy="908050"/>
            </a:xfrm>
            <a:custGeom>
              <a:avLst/>
              <a:gdLst/>
              <a:ahLst/>
              <a:cxnLst/>
              <a:rect l="0" t="0" r="r" b="b"/>
              <a:pathLst>
                <a:path w="96" h="572">
                  <a:moveTo>
                    <a:pt x="15" y="572"/>
                  </a:moveTo>
                  <a:lnTo>
                    <a:pt x="0" y="566"/>
                  </a:lnTo>
                  <a:lnTo>
                    <a:pt x="81" y="380"/>
                  </a:lnTo>
                  <a:lnTo>
                    <a:pt x="81" y="0"/>
                  </a:lnTo>
                  <a:lnTo>
                    <a:pt x="96" y="0"/>
                  </a:lnTo>
                  <a:lnTo>
                    <a:pt x="96" y="383"/>
                  </a:lnTo>
                  <a:lnTo>
                    <a:pt x="15" y="572"/>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101" name="Freeform 11">
              <a:extLst>
                <a:ext uri="{FF2B5EF4-FFF2-40B4-BE49-F238E27FC236}">
                  <a16:creationId xmlns:a16="http://schemas.microsoft.com/office/drawing/2014/main" id="{DCA25288-1A1B-4F47-B482-9A847602E23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290638" y="14288"/>
              <a:ext cx="376238" cy="1801813"/>
            </a:xfrm>
            <a:custGeom>
              <a:avLst/>
              <a:gdLst/>
              <a:ahLst/>
              <a:cxnLst/>
              <a:rect l="0" t="0" r="r" b="b"/>
              <a:pathLst>
                <a:path w="237" h="1135">
                  <a:moveTo>
                    <a:pt x="222" y="1135"/>
                  </a:moveTo>
                  <a:lnTo>
                    <a:pt x="0" y="620"/>
                  </a:lnTo>
                  <a:lnTo>
                    <a:pt x="0" y="0"/>
                  </a:lnTo>
                  <a:lnTo>
                    <a:pt x="18" y="0"/>
                  </a:lnTo>
                  <a:lnTo>
                    <a:pt x="18" y="617"/>
                  </a:lnTo>
                  <a:lnTo>
                    <a:pt x="237" y="1129"/>
                  </a:lnTo>
                  <a:lnTo>
                    <a:pt x="222" y="1135"/>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102" name="Freeform 12">
              <a:extLst>
                <a:ext uri="{FF2B5EF4-FFF2-40B4-BE49-F238E27FC236}">
                  <a16:creationId xmlns:a16="http://schemas.microsoft.com/office/drawing/2014/main" id="{14B443AB-E1B9-4C40-BA70-8F6CAD01F214}"/>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1600200" y="1801813"/>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103" name="Freeform 13">
              <a:extLst>
                <a:ext uri="{FF2B5EF4-FFF2-40B4-BE49-F238E27FC236}">
                  <a16:creationId xmlns:a16="http://schemas.microsoft.com/office/drawing/2014/main" id="{85A198B7-B595-43D6-828B-3A6D8532231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381125" y="9525"/>
              <a:ext cx="371475" cy="1425575"/>
            </a:xfrm>
            <a:custGeom>
              <a:avLst/>
              <a:gdLst/>
              <a:ahLst/>
              <a:cxnLst/>
              <a:rect l="0" t="0" r="r" b="b"/>
              <a:pathLst>
                <a:path w="234" h="898">
                  <a:moveTo>
                    <a:pt x="219" y="898"/>
                  </a:moveTo>
                  <a:lnTo>
                    <a:pt x="0" y="383"/>
                  </a:lnTo>
                  <a:lnTo>
                    <a:pt x="0" y="0"/>
                  </a:lnTo>
                  <a:lnTo>
                    <a:pt x="15" y="0"/>
                  </a:lnTo>
                  <a:lnTo>
                    <a:pt x="15" y="380"/>
                  </a:lnTo>
                  <a:lnTo>
                    <a:pt x="234" y="892"/>
                  </a:lnTo>
                  <a:lnTo>
                    <a:pt x="219" y="898"/>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104" name="Freeform 14">
              <a:extLst>
                <a:ext uri="{FF2B5EF4-FFF2-40B4-BE49-F238E27FC236}">
                  <a16:creationId xmlns:a16="http://schemas.microsoft.com/office/drawing/2014/main" id="{F310B986-AB70-4FCE-85CC-A7FB750ABD7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643063" y="0"/>
              <a:ext cx="152400" cy="912813"/>
            </a:xfrm>
            <a:custGeom>
              <a:avLst/>
              <a:gdLst/>
              <a:ahLst/>
              <a:cxnLst/>
              <a:rect l="0" t="0" r="r" b="b"/>
              <a:pathLst>
                <a:path w="96" h="575">
                  <a:moveTo>
                    <a:pt x="96" y="575"/>
                  </a:moveTo>
                  <a:lnTo>
                    <a:pt x="78" y="575"/>
                  </a:lnTo>
                  <a:lnTo>
                    <a:pt x="78" y="192"/>
                  </a:lnTo>
                  <a:lnTo>
                    <a:pt x="0" y="6"/>
                  </a:lnTo>
                  <a:lnTo>
                    <a:pt x="15" y="0"/>
                  </a:lnTo>
                  <a:lnTo>
                    <a:pt x="96" y="189"/>
                  </a:lnTo>
                  <a:lnTo>
                    <a:pt x="96" y="575"/>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105" name="Freeform 15">
              <a:extLst>
                <a:ext uri="{FF2B5EF4-FFF2-40B4-BE49-F238E27FC236}">
                  <a16:creationId xmlns:a16="http://schemas.microsoft.com/office/drawing/2014/main" id="{58F94A36-E150-4C70-87E6-89E6368F1FB0}"/>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1685925" y="14208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106" name="Freeform 16">
              <a:extLst>
                <a:ext uri="{FF2B5EF4-FFF2-40B4-BE49-F238E27FC236}">
                  <a16:creationId xmlns:a16="http://schemas.microsoft.com/office/drawing/2014/main" id="{885088E1-2931-4D8D-869D-72334C5961D5}"/>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1685925" y="9032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107" name="Freeform 17">
              <a:extLst>
                <a:ext uri="{FF2B5EF4-FFF2-40B4-BE49-F238E27FC236}">
                  <a16:creationId xmlns:a16="http://schemas.microsoft.com/office/drawing/2014/main" id="{7AE9D160-3F56-4C52-9ED9-A6BAAA329CE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743075" y="4763"/>
              <a:ext cx="419100" cy="522288"/>
            </a:xfrm>
            <a:custGeom>
              <a:avLst/>
              <a:gdLst/>
              <a:ahLst/>
              <a:cxnLst/>
              <a:rect l="0" t="0" r="r" b="b"/>
              <a:pathLst>
                <a:path w="264" h="329">
                  <a:moveTo>
                    <a:pt x="252" y="329"/>
                  </a:moveTo>
                  <a:lnTo>
                    <a:pt x="45" y="120"/>
                  </a:lnTo>
                  <a:lnTo>
                    <a:pt x="0" y="6"/>
                  </a:lnTo>
                  <a:lnTo>
                    <a:pt x="15" y="0"/>
                  </a:lnTo>
                  <a:lnTo>
                    <a:pt x="60" y="111"/>
                  </a:lnTo>
                  <a:lnTo>
                    <a:pt x="264" y="317"/>
                  </a:lnTo>
                  <a:lnTo>
                    <a:pt x="252" y="329"/>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108" name="Freeform 18">
              <a:extLst>
                <a:ext uri="{FF2B5EF4-FFF2-40B4-BE49-F238E27FC236}">
                  <a16:creationId xmlns:a16="http://schemas.microsoft.com/office/drawing/2014/main" id="{79F3F7A1-0C51-41DA-9DA6-8E90E3E35A93}"/>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2119313" y="488950"/>
              <a:ext cx="161925" cy="147638"/>
            </a:xfrm>
            <a:custGeom>
              <a:avLst/>
              <a:gdLst/>
              <a:ahLst/>
              <a:cxnLst/>
              <a:rect l="0" t="0" r="r" b="b"/>
              <a:pathLst>
                <a:path w="34" h="31">
                  <a:moveTo>
                    <a:pt x="17" y="31"/>
                  </a:moveTo>
                  <a:cubicBezTo>
                    <a:pt x="13" y="31"/>
                    <a:pt x="9" y="30"/>
                    <a:pt x="6" y="27"/>
                  </a:cubicBezTo>
                  <a:cubicBezTo>
                    <a:pt x="0" y="20"/>
                    <a:pt x="0" y="10"/>
                    <a:pt x="6" y="4"/>
                  </a:cubicBezTo>
                  <a:cubicBezTo>
                    <a:pt x="9" y="1"/>
                    <a:pt x="13" y="0"/>
                    <a:pt x="17" y="0"/>
                  </a:cubicBezTo>
                  <a:cubicBezTo>
                    <a:pt x="21" y="0"/>
                    <a:pt x="25" y="1"/>
                    <a:pt x="28" y="4"/>
                  </a:cubicBezTo>
                  <a:cubicBezTo>
                    <a:pt x="34" y="10"/>
                    <a:pt x="34" y="20"/>
                    <a:pt x="28" y="27"/>
                  </a:cubicBezTo>
                  <a:cubicBezTo>
                    <a:pt x="25" y="30"/>
                    <a:pt x="21" y="31"/>
                    <a:pt x="17" y="31"/>
                  </a:cubicBezTo>
                  <a:close/>
                  <a:moveTo>
                    <a:pt x="17" y="4"/>
                  </a:moveTo>
                  <a:cubicBezTo>
                    <a:pt x="14" y="4"/>
                    <a:pt x="11" y="5"/>
                    <a:pt x="9" y="7"/>
                  </a:cubicBezTo>
                  <a:cubicBezTo>
                    <a:pt x="4" y="12"/>
                    <a:pt x="4" y="19"/>
                    <a:pt x="9" y="24"/>
                  </a:cubicBezTo>
                  <a:cubicBezTo>
                    <a:pt x="11" y="26"/>
                    <a:pt x="14" y="27"/>
                    <a:pt x="17" y="27"/>
                  </a:cubicBezTo>
                  <a:cubicBezTo>
                    <a:pt x="20" y="27"/>
                    <a:pt x="23" y="26"/>
                    <a:pt x="25" y="24"/>
                  </a:cubicBezTo>
                  <a:cubicBezTo>
                    <a:pt x="30" y="19"/>
                    <a:pt x="30" y="12"/>
                    <a:pt x="25" y="7"/>
                  </a:cubicBezTo>
                  <a:cubicBezTo>
                    <a:pt x="23" y="5"/>
                    <a:pt x="20" y="4"/>
                    <a:pt x="17"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109" name="Freeform 19">
              <a:extLst>
                <a:ext uri="{FF2B5EF4-FFF2-40B4-BE49-F238E27FC236}">
                  <a16:creationId xmlns:a16="http://schemas.microsoft.com/office/drawing/2014/main" id="{DD9A2A46-D55F-4922-A01B-3F8DBED6219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952500" y="4763"/>
              <a:ext cx="152400" cy="908050"/>
            </a:xfrm>
            <a:custGeom>
              <a:avLst/>
              <a:gdLst/>
              <a:ahLst/>
              <a:cxnLst/>
              <a:rect l="0" t="0" r="r" b="b"/>
              <a:pathLst>
                <a:path w="96" h="572">
                  <a:moveTo>
                    <a:pt x="15" y="572"/>
                  </a:moveTo>
                  <a:lnTo>
                    <a:pt x="0" y="572"/>
                  </a:lnTo>
                  <a:lnTo>
                    <a:pt x="0" y="189"/>
                  </a:lnTo>
                  <a:lnTo>
                    <a:pt x="81" y="0"/>
                  </a:lnTo>
                  <a:lnTo>
                    <a:pt x="96" y="6"/>
                  </a:lnTo>
                  <a:lnTo>
                    <a:pt x="15" y="192"/>
                  </a:lnTo>
                  <a:lnTo>
                    <a:pt x="15" y="572"/>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110" name="Freeform 20">
              <a:extLst>
                <a:ext uri="{FF2B5EF4-FFF2-40B4-BE49-F238E27FC236}">
                  <a16:creationId xmlns:a16="http://schemas.microsoft.com/office/drawing/2014/main" id="{0AA17DFB-AEBE-4499-865B-B70381244269}"/>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866775" y="9032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2"/>
                    <a:pt x="4" y="20"/>
                  </a:cubicBezTo>
                  <a:cubicBezTo>
                    <a:pt x="4" y="29"/>
                    <a:pt x="11" y="36"/>
                    <a:pt x="20" y="36"/>
                  </a:cubicBezTo>
                  <a:cubicBezTo>
                    <a:pt x="29" y="36"/>
                    <a:pt x="36" y="29"/>
                    <a:pt x="36" y="20"/>
                  </a:cubicBezTo>
                  <a:cubicBezTo>
                    <a:pt x="36" y="12"/>
                    <a:pt x="29"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111" name="Freeform 21">
              <a:extLst>
                <a:ext uri="{FF2B5EF4-FFF2-40B4-BE49-F238E27FC236}">
                  <a16:creationId xmlns:a16="http://schemas.microsoft.com/office/drawing/2014/main" id="{057EE8DA-45A6-49F5-8818-666095A68408}"/>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890588" y="155416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8"/>
                    <a:pt x="11" y="36"/>
                    <a:pt x="20" y="36"/>
                  </a:cubicBezTo>
                  <a:cubicBezTo>
                    <a:pt x="29" y="36"/>
                    <a:pt x="36" y="28"/>
                    <a:pt x="36" y="20"/>
                  </a:cubicBezTo>
                  <a:cubicBezTo>
                    <a:pt x="36" y="11"/>
                    <a:pt x="29"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112" name="Freeform 22">
              <a:extLst>
                <a:ext uri="{FF2B5EF4-FFF2-40B4-BE49-F238E27FC236}">
                  <a16:creationId xmlns:a16="http://schemas.microsoft.com/office/drawing/2014/main" id="{8ADAA219-132F-41F3-BFAB-896804CF967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738188" y="5622925"/>
              <a:ext cx="338138" cy="1216025"/>
            </a:xfrm>
            <a:custGeom>
              <a:avLst/>
              <a:gdLst/>
              <a:ahLst/>
              <a:cxnLst/>
              <a:rect l="0" t="0" r="r" b="b"/>
              <a:pathLst>
                <a:path w="213" h="766">
                  <a:moveTo>
                    <a:pt x="213" y="766"/>
                  </a:moveTo>
                  <a:lnTo>
                    <a:pt x="195" y="766"/>
                  </a:lnTo>
                  <a:lnTo>
                    <a:pt x="195" y="464"/>
                  </a:lnTo>
                  <a:lnTo>
                    <a:pt x="0" y="6"/>
                  </a:lnTo>
                  <a:lnTo>
                    <a:pt x="12" y="0"/>
                  </a:lnTo>
                  <a:lnTo>
                    <a:pt x="213" y="461"/>
                  </a:lnTo>
                  <a:lnTo>
                    <a:pt x="213" y="766"/>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113" name="Freeform 23">
              <a:extLst>
                <a:ext uri="{FF2B5EF4-FFF2-40B4-BE49-F238E27FC236}">
                  <a16:creationId xmlns:a16="http://schemas.microsoft.com/office/drawing/2014/main" id="{0593EFB1-DC77-417B-B5BC-0900A29F86B6}"/>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647700" y="5480050"/>
              <a:ext cx="157163" cy="157163"/>
            </a:xfrm>
            <a:custGeom>
              <a:avLst/>
              <a:gdLst/>
              <a:ahLst/>
              <a:cxnLst/>
              <a:rect l="0" t="0" r="r" b="b"/>
              <a:pathLst>
                <a:path w="33" h="33">
                  <a:moveTo>
                    <a:pt x="17" y="33"/>
                  </a:moveTo>
                  <a:cubicBezTo>
                    <a:pt x="8" y="33"/>
                    <a:pt x="0" y="26"/>
                    <a:pt x="0" y="17"/>
                  </a:cubicBezTo>
                  <a:cubicBezTo>
                    <a:pt x="0" y="8"/>
                    <a:pt x="8" y="0"/>
                    <a:pt x="17" y="0"/>
                  </a:cubicBezTo>
                  <a:cubicBezTo>
                    <a:pt x="26" y="0"/>
                    <a:pt x="33" y="8"/>
                    <a:pt x="33" y="17"/>
                  </a:cubicBezTo>
                  <a:cubicBezTo>
                    <a:pt x="33" y="26"/>
                    <a:pt x="26" y="33"/>
                    <a:pt x="17" y="33"/>
                  </a:cubicBezTo>
                  <a:close/>
                  <a:moveTo>
                    <a:pt x="17" y="4"/>
                  </a:moveTo>
                  <a:cubicBezTo>
                    <a:pt x="10" y="4"/>
                    <a:pt x="4" y="10"/>
                    <a:pt x="4" y="17"/>
                  </a:cubicBezTo>
                  <a:cubicBezTo>
                    <a:pt x="4" y="24"/>
                    <a:pt x="10" y="29"/>
                    <a:pt x="17" y="29"/>
                  </a:cubicBezTo>
                  <a:cubicBezTo>
                    <a:pt x="23" y="29"/>
                    <a:pt x="29" y="24"/>
                    <a:pt x="29" y="17"/>
                  </a:cubicBezTo>
                  <a:cubicBezTo>
                    <a:pt x="29" y="10"/>
                    <a:pt x="23" y="4"/>
                    <a:pt x="17"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114" name="Freeform 24">
              <a:extLst>
                <a:ext uri="{FF2B5EF4-FFF2-40B4-BE49-F238E27FC236}">
                  <a16:creationId xmlns:a16="http://schemas.microsoft.com/office/drawing/2014/main" id="{95C9F90E-2399-40F1-BB67-3EEDFC360A8B}"/>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66675" y="903288"/>
              <a:ext cx="190500" cy="190500"/>
            </a:xfrm>
            <a:custGeom>
              <a:avLst/>
              <a:gdLst/>
              <a:ahLst/>
              <a:cxnLst/>
              <a:rect l="0" t="0" r="r" b="b"/>
              <a:pathLst>
                <a:path w="40" h="40">
                  <a:moveTo>
                    <a:pt x="20" y="40"/>
                  </a:moveTo>
                  <a:cubicBezTo>
                    <a:pt x="9" y="40"/>
                    <a:pt x="0" y="31"/>
                    <a:pt x="0" y="20"/>
                  </a:cubicBezTo>
                  <a:cubicBezTo>
                    <a:pt x="0" y="9"/>
                    <a:pt x="9" y="0"/>
                    <a:pt x="20" y="0"/>
                  </a:cubicBezTo>
                  <a:cubicBezTo>
                    <a:pt x="32" y="0"/>
                    <a:pt x="40" y="9"/>
                    <a:pt x="40" y="20"/>
                  </a:cubicBezTo>
                  <a:cubicBezTo>
                    <a:pt x="40" y="31"/>
                    <a:pt x="32" y="40"/>
                    <a:pt x="20" y="40"/>
                  </a:cubicBezTo>
                  <a:close/>
                  <a:moveTo>
                    <a:pt x="20" y="4"/>
                  </a:moveTo>
                  <a:cubicBezTo>
                    <a:pt x="12" y="4"/>
                    <a:pt x="4" y="12"/>
                    <a:pt x="4" y="20"/>
                  </a:cubicBezTo>
                  <a:cubicBezTo>
                    <a:pt x="4" y="29"/>
                    <a:pt x="12" y="36"/>
                    <a:pt x="20" y="36"/>
                  </a:cubicBezTo>
                  <a:cubicBezTo>
                    <a:pt x="29" y="36"/>
                    <a:pt x="36" y="29"/>
                    <a:pt x="36" y="20"/>
                  </a:cubicBezTo>
                  <a:cubicBezTo>
                    <a:pt x="36" y="12"/>
                    <a:pt x="29"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115" name="Freeform 25">
              <a:extLst>
                <a:ext uri="{FF2B5EF4-FFF2-40B4-BE49-F238E27FC236}">
                  <a16:creationId xmlns:a16="http://schemas.microsoft.com/office/drawing/2014/main" id="{59635033-7842-47F7-869E-EB54B03BE9D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0" y="3897313"/>
              <a:ext cx="133350" cy="266700"/>
            </a:xfrm>
            <a:custGeom>
              <a:avLst/>
              <a:gdLst/>
              <a:ahLst/>
              <a:cxnLst/>
              <a:rect l="0" t="0" r="r" b="b"/>
              <a:pathLst>
                <a:path w="84" h="168">
                  <a:moveTo>
                    <a:pt x="69" y="168"/>
                  </a:moveTo>
                  <a:lnTo>
                    <a:pt x="0" y="6"/>
                  </a:lnTo>
                  <a:lnTo>
                    <a:pt x="12" y="0"/>
                  </a:lnTo>
                  <a:lnTo>
                    <a:pt x="84" y="162"/>
                  </a:lnTo>
                  <a:lnTo>
                    <a:pt x="69" y="168"/>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116" name="Freeform 26">
              <a:extLst>
                <a:ext uri="{FF2B5EF4-FFF2-40B4-BE49-F238E27FC236}">
                  <a16:creationId xmlns:a16="http://schemas.microsoft.com/office/drawing/2014/main" id="{06710716-F4FF-4D2D-BD4D-3A1C29D5DA58}"/>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66675" y="4149725"/>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8"/>
                    <a:pt x="11" y="36"/>
                    <a:pt x="20" y="36"/>
                  </a:cubicBezTo>
                  <a:cubicBezTo>
                    <a:pt x="29" y="36"/>
                    <a:pt x="36" y="28"/>
                    <a:pt x="36" y="20"/>
                  </a:cubicBezTo>
                  <a:cubicBezTo>
                    <a:pt x="36" y="11"/>
                    <a:pt x="29"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117" name="Freeform 27">
              <a:extLst>
                <a:ext uri="{FF2B5EF4-FFF2-40B4-BE49-F238E27FC236}">
                  <a16:creationId xmlns:a16="http://schemas.microsoft.com/office/drawing/2014/main" id="{DD91BF26-5487-4130-87F9-0B56EA0B067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0" y="1644650"/>
              <a:ext cx="133350" cy="269875"/>
            </a:xfrm>
            <a:custGeom>
              <a:avLst/>
              <a:gdLst/>
              <a:ahLst/>
              <a:cxnLst/>
              <a:rect l="0" t="0" r="r" b="b"/>
              <a:pathLst>
                <a:path w="84" h="170">
                  <a:moveTo>
                    <a:pt x="12" y="170"/>
                  </a:moveTo>
                  <a:lnTo>
                    <a:pt x="0" y="164"/>
                  </a:lnTo>
                  <a:lnTo>
                    <a:pt x="69" y="0"/>
                  </a:lnTo>
                  <a:lnTo>
                    <a:pt x="84" y="6"/>
                  </a:lnTo>
                  <a:lnTo>
                    <a:pt x="12" y="170"/>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118" name="Freeform 28">
              <a:extLst>
                <a:ext uri="{FF2B5EF4-FFF2-40B4-BE49-F238E27FC236}">
                  <a16:creationId xmlns:a16="http://schemas.microsoft.com/office/drawing/2014/main" id="{DCAE746E-F56B-4E02-A50E-358503AB5F73}"/>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66675" y="146843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8"/>
                    <a:pt x="11" y="36"/>
                    <a:pt x="20" y="36"/>
                  </a:cubicBezTo>
                  <a:cubicBezTo>
                    <a:pt x="29" y="36"/>
                    <a:pt x="36" y="28"/>
                    <a:pt x="36" y="20"/>
                  </a:cubicBezTo>
                  <a:cubicBezTo>
                    <a:pt x="36" y="11"/>
                    <a:pt x="29"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119" name="Freeform 29">
              <a:extLst>
                <a:ext uri="{FF2B5EF4-FFF2-40B4-BE49-F238E27FC236}">
                  <a16:creationId xmlns:a16="http://schemas.microsoft.com/office/drawing/2014/main" id="{81DB5307-35A1-4FFB-A8E6-C6AB7703A8E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695325" y="4763"/>
              <a:ext cx="309563" cy="1558925"/>
            </a:xfrm>
            <a:custGeom>
              <a:avLst/>
              <a:gdLst/>
              <a:ahLst/>
              <a:cxnLst/>
              <a:rect l="0" t="0" r="r" b="b"/>
              <a:pathLst>
                <a:path w="195" h="982">
                  <a:moveTo>
                    <a:pt x="195" y="982"/>
                  </a:moveTo>
                  <a:lnTo>
                    <a:pt x="177" y="982"/>
                  </a:lnTo>
                  <a:lnTo>
                    <a:pt x="177" y="805"/>
                  </a:lnTo>
                  <a:lnTo>
                    <a:pt x="0" y="629"/>
                  </a:lnTo>
                  <a:lnTo>
                    <a:pt x="0" y="0"/>
                  </a:lnTo>
                  <a:lnTo>
                    <a:pt x="18" y="0"/>
                  </a:lnTo>
                  <a:lnTo>
                    <a:pt x="18" y="623"/>
                  </a:lnTo>
                  <a:lnTo>
                    <a:pt x="195" y="796"/>
                  </a:lnTo>
                  <a:lnTo>
                    <a:pt x="195" y="982"/>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120" name="Freeform 30">
              <a:extLst>
                <a:ext uri="{FF2B5EF4-FFF2-40B4-BE49-F238E27FC236}">
                  <a16:creationId xmlns:a16="http://schemas.microsoft.com/office/drawing/2014/main" id="{052F6C49-049E-4FBC-A090-64B559CC10C2}"/>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57150" y="4881563"/>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121" name="Freeform 31">
              <a:extLst>
                <a:ext uri="{FF2B5EF4-FFF2-40B4-BE49-F238E27FC236}">
                  <a16:creationId xmlns:a16="http://schemas.microsoft.com/office/drawing/2014/main" id="{B520037F-DF6D-49C9-937E-D7617F8DC86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38113" y="5060950"/>
              <a:ext cx="304800" cy="1778000"/>
            </a:xfrm>
            <a:custGeom>
              <a:avLst/>
              <a:gdLst/>
              <a:ahLst/>
              <a:cxnLst/>
              <a:rect l="0" t="0" r="r" b="b"/>
              <a:pathLst>
                <a:path w="192" h="1120">
                  <a:moveTo>
                    <a:pt x="192" y="1120"/>
                  </a:moveTo>
                  <a:lnTo>
                    <a:pt x="177" y="1120"/>
                  </a:lnTo>
                  <a:lnTo>
                    <a:pt x="177" y="360"/>
                  </a:lnTo>
                  <a:lnTo>
                    <a:pt x="0" y="183"/>
                  </a:lnTo>
                  <a:lnTo>
                    <a:pt x="0" y="0"/>
                  </a:lnTo>
                  <a:lnTo>
                    <a:pt x="15" y="0"/>
                  </a:lnTo>
                  <a:lnTo>
                    <a:pt x="15" y="177"/>
                  </a:lnTo>
                  <a:lnTo>
                    <a:pt x="192" y="354"/>
                  </a:lnTo>
                  <a:lnTo>
                    <a:pt x="192" y="1120"/>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122" name="Freeform 32">
              <a:extLst>
                <a:ext uri="{FF2B5EF4-FFF2-40B4-BE49-F238E27FC236}">
                  <a16:creationId xmlns:a16="http://schemas.microsoft.com/office/drawing/2014/main" id="{D65483B0-4562-4071-8E79-BFF7E3407B92}"/>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561975" y="6430963"/>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123" name="Rectangle 33">
              <a:extLst>
                <a:ext uri="{FF2B5EF4-FFF2-40B4-BE49-F238E27FC236}">
                  <a16:creationId xmlns:a16="http://schemas.microsoft.com/office/drawing/2014/main" id="{B537F264-B801-4F97-8091-41E16CA52FE1}"/>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642938" y="6610350"/>
              <a:ext cx="23813" cy="242888"/>
            </a:xfrm>
            <a:prstGeom prst="rect">
              <a:avLst/>
            </a:pr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miter lim="800000"/>
                  <a:headEnd/>
                  <a:tailEnd/>
                </a14:hiddenLine>
              </a:ext>
            </a:extLst>
          </p:spPr>
          <p:txBody>
            <a:bodyPr/>
            <a:lstStyle/>
            <a:p>
              <a:endParaRPr lang="it-IT"/>
            </a:p>
          </p:txBody>
        </p:sp>
        <p:sp>
          <p:nvSpPr>
            <p:cNvPr id="124" name="Freeform 34">
              <a:extLst>
                <a:ext uri="{FF2B5EF4-FFF2-40B4-BE49-F238E27FC236}">
                  <a16:creationId xmlns:a16="http://schemas.microsoft.com/office/drawing/2014/main" id="{CF0D86E0-647F-437F-AA71-72A789B0D2C7}"/>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76200" y="6430963"/>
              <a:ext cx="190500" cy="188913"/>
            </a:xfrm>
            <a:custGeom>
              <a:avLst/>
              <a:gdLst/>
              <a:ahLst/>
              <a:cxnLst/>
              <a:rect l="0" t="0" r="r" b="b"/>
              <a:pathLst>
                <a:path w="40" h="40">
                  <a:moveTo>
                    <a:pt x="20" y="40"/>
                  </a:moveTo>
                  <a:cubicBezTo>
                    <a:pt x="9" y="40"/>
                    <a:pt x="0" y="31"/>
                    <a:pt x="0" y="20"/>
                  </a:cubicBezTo>
                  <a:cubicBezTo>
                    <a:pt x="0" y="9"/>
                    <a:pt x="9" y="0"/>
                    <a:pt x="20" y="0"/>
                  </a:cubicBezTo>
                  <a:cubicBezTo>
                    <a:pt x="32" y="0"/>
                    <a:pt x="40" y="9"/>
                    <a:pt x="40" y="20"/>
                  </a:cubicBezTo>
                  <a:cubicBezTo>
                    <a:pt x="40" y="31"/>
                    <a:pt x="32"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125" name="Freeform 35">
              <a:extLst>
                <a:ext uri="{FF2B5EF4-FFF2-40B4-BE49-F238E27FC236}">
                  <a16:creationId xmlns:a16="http://schemas.microsoft.com/office/drawing/2014/main" id="{D72C3866-21D1-48D0-899E-938892FF3D7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0" y="5978525"/>
              <a:ext cx="190500" cy="461963"/>
            </a:xfrm>
            <a:custGeom>
              <a:avLst/>
              <a:gdLst/>
              <a:ahLst/>
              <a:cxnLst/>
              <a:rect l="0" t="0" r="r" b="b"/>
              <a:pathLst>
                <a:path w="120" h="291">
                  <a:moveTo>
                    <a:pt x="120" y="291"/>
                  </a:moveTo>
                  <a:lnTo>
                    <a:pt x="105" y="291"/>
                  </a:lnTo>
                  <a:lnTo>
                    <a:pt x="105" y="114"/>
                  </a:lnTo>
                  <a:lnTo>
                    <a:pt x="0" y="9"/>
                  </a:lnTo>
                  <a:lnTo>
                    <a:pt x="12" y="0"/>
                  </a:lnTo>
                  <a:lnTo>
                    <a:pt x="120" y="108"/>
                  </a:lnTo>
                  <a:lnTo>
                    <a:pt x="120" y="291"/>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126" name="Freeform 36">
              <a:extLst>
                <a:ext uri="{FF2B5EF4-FFF2-40B4-BE49-F238E27FC236}">
                  <a16:creationId xmlns:a16="http://schemas.microsoft.com/office/drawing/2014/main" id="{4E94AC39-CDCB-4B11-BE08-FABED0C00FD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014413" y="1801813"/>
              <a:ext cx="214313" cy="755650"/>
            </a:xfrm>
            <a:custGeom>
              <a:avLst/>
              <a:gdLst/>
              <a:ahLst/>
              <a:cxnLst/>
              <a:rect l="0" t="0" r="r" b="b"/>
              <a:pathLst>
                <a:path w="135" h="476">
                  <a:moveTo>
                    <a:pt x="12" y="476"/>
                  </a:moveTo>
                  <a:lnTo>
                    <a:pt x="0" y="476"/>
                  </a:lnTo>
                  <a:lnTo>
                    <a:pt x="0" y="128"/>
                  </a:lnTo>
                  <a:lnTo>
                    <a:pt x="126" y="0"/>
                  </a:lnTo>
                  <a:lnTo>
                    <a:pt x="135" y="9"/>
                  </a:lnTo>
                  <a:lnTo>
                    <a:pt x="12" y="131"/>
                  </a:lnTo>
                  <a:lnTo>
                    <a:pt x="12" y="476"/>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127" name="Freeform 37">
              <a:extLst>
                <a:ext uri="{FF2B5EF4-FFF2-40B4-BE49-F238E27FC236}">
                  <a16:creationId xmlns:a16="http://schemas.microsoft.com/office/drawing/2014/main" id="{29C7F939-61B9-467B-AC85-C146594B803A}"/>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938213" y="2547938"/>
              <a:ext cx="166688" cy="160338"/>
            </a:xfrm>
            <a:custGeom>
              <a:avLst/>
              <a:gdLst/>
              <a:ahLst/>
              <a:cxnLst/>
              <a:rect l="0" t="0" r="r" b="b"/>
              <a:pathLst>
                <a:path w="35" h="34">
                  <a:moveTo>
                    <a:pt x="18" y="34"/>
                  </a:moveTo>
                  <a:cubicBezTo>
                    <a:pt x="8" y="34"/>
                    <a:pt x="0" y="26"/>
                    <a:pt x="0" y="17"/>
                  </a:cubicBezTo>
                  <a:cubicBezTo>
                    <a:pt x="0" y="7"/>
                    <a:pt x="8" y="0"/>
                    <a:pt x="18" y="0"/>
                  </a:cubicBezTo>
                  <a:cubicBezTo>
                    <a:pt x="27" y="0"/>
                    <a:pt x="35" y="7"/>
                    <a:pt x="35" y="17"/>
                  </a:cubicBezTo>
                  <a:cubicBezTo>
                    <a:pt x="35" y="26"/>
                    <a:pt x="27" y="34"/>
                    <a:pt x="18" y="34"/>
                  </a:cubicBezTo>
                  <a:close/>
                  <a:moveTo>
                    <a:pt x="18" y="4"/>
                  </a:moveTo>
                  <a:cubicBezTo>
                    <a:pt x="10" y="4"/>
                    <a:pt x="4" y="10"/>
                    <a:pt x="4" y="17"/>
                  </a:cubicBezTo>
                  <a:cubicBezTo>
                    <a:pt x="4" y="24"/>
                    <a:pt x="10" y="30"/>
                    <a:pt x="18" y="30"/>
                  </a:cubicBezTo>
                  <a:cubicBezTo>
                    <a:pt x="25" y="30"/>
                    <a:pt x="31" y="24"/>
                    <a:pt x="31" y="17"/>
                  </a:cubicBezTo>
                  <a:cubicBezTo>
                    <a:pt x="31" y="10"/>
                    <a:pt x="25" y="4"/>
                    <a:pt x="18"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128" name="Freeform 38">
              <a:extLst>
                <a:ext uri="{FF2B5EF4-FFF2-40B4-BE49-F238E27FC236}">
                  <a16:creationId xmlns:a16="http://schemas.microsoft.com/office/drawing/2014/main" id="{0B851A48-E333-49BD-8150-3E207F2F5E0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595313" y="4763"/>
              <a:ext cx="638175" cy="4025900"/>
            </a:xfrm>
            <a:custGeom>
              <a:avLst/>
              <a:gdLst/>
              <a:ahLst/>
              <a:cxnLst/>
              <a:rect l="0" t="0" r="r" b="b"/>
              <a:pathLst>
                <a:path w="402" h="2536">
                  <a:moveTo>
                    <a:pt x="402" y="2536"/>
                  </a:moveTo>
                  <a:lnTo>
                    <a:pt x="387" y="2536"/>
                  </a:lnTo>
                  <a:lnTo>
                    <a:pt x="387" y="2311"/>
                  </a:lnTo>
                  <a:lnTo>
                    <a:pt x="0" y="1925"/>
                  </a:lnTo>
                  <a:lnTo>
                    <a:pt x="0" y="0"/>
                  </a:lnTo>
                  <a:lnTo>
                    <a:pt x="15" y="0"/>
                  </a:lnTo>
                  <a:lnTo>
                    <a:pt x="15" y="1916"/>
                  </a:lnTo>
                  <a:lnTo>
                    <a:pt x="402" y="2302"/>
                  </a:lnTo>
                  <a:lnTo>
                    <a:pt x="402" y="2536"/>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129" name="Freeform 39">
              <a:extLst>
                <a:ext uri="{FF2B5EF4-FFF2-40B4-BE49-F238E27FC236}">
                  <a16:creationId xmlns:a16="http://schemas.microsoft.com/office/drawing/2014/main" id="{1CD0C878-A6ED-44A0-972F-164829F382A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223963" y="1382713"/>
              <a:ext cx="142875" cy="476250"/>
            </a:xfrm>
            <a:custGeom>
              <a:avLst/>
              <a:gdLst/>
              <a:ahLst/>
              <a:cxnLst/>
              <a:rect l="0" t="0" r="r" b="b"/>
              <a:pathLst>
                <a:path w="90" h="300">
                  <a:moveTo>
                    <a:pt x="90" y="300"/>
                  </a:moveTo>
                  <a:lnTo>
                    <a:pt x="78" y="300"/>
                  </a:lnTo>
                  <a:lnTo>
                    <a:pt x="78" y="84"/>
                  </a:lnTo>
                  <a:lnTo>
                    <a:pt x="0" y="9"/>
                  </a:lnTo>
                  <a:lnTo>
                    <a:pt x="9" y="0"/>
                  </a:lnTo>
                  <a:lnTo>
                    <a:pt x="90" y="81"/>
                  </a:lnTo>
                  <a:lnTo>
                    <a:pt x="90" y="300"/>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130" name="Freeform 40">
              <a:extLst>
                <a:ext uri="{FF2B5EF4-FFF2-40B4-BE49-F238E27FC236}">
                  <a16:creationId xmlns:a16="http://schemas.microsoft.com/office/drawing/2014/main" id="{1C236544-42D8-4A88-B600-6B8B20FFB401}"/>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1300163" y="1849438"/>
              <a:ext cx="109538" cy="107950"/>
            </a:xfrm>
            <a:custGeom>
              <a:avLst/>
              <a:gdLst/>
              <a:ahLst/>
              <a:cxnLst/>
              <a:rect l="0" t="0" r="r" b="b"/>
              <a:pathLst>
                <a:path w="23" h="23">
                  <a:moveTo>
                    <a:pt x="12" y="23"/>
                  </a:moveTo>
                  <a:cubicBezTo>
                    <a:pt x="5" y="23"/>
                    <a:pt x="0" y="18"/>
                    <a:pt x="0" y="12"/>
                  </a:cubicBezTo>
                  <a:cubicBezTo>
                    <a:pt x="0" y="5"/>
                    <a:pt x="5" y="0"/>
                    <a:pt x="12" y="0"/>
                  </a:cubicBezTo>
                  <a:cubicBezTo>
                    <a:pt x="18" y="0"/>
                    <a:pt x="23" y="5"/>
                    <a:pt x="23" y="12"/>
                  </a:cubicBezTo>
                  <a:cubicBezTo>
                    <a:pt x="23" y="18"/>
                    <a:pt x="18" y="23"/>
                    <a:pt x="12" y="23"/>
                  </a:cubicBezTo>
                  <a:close/>
                  <a:moveTo>
                    <a:pt x="12" y="4"/>
                  </a:moveTo>
                  <a:cubicBezTo>
                    <a:pt x="8" y="4"/>
                    <a:pt x="4" y="8"/>
                    <a:pt x="4" y="12"/>
                  </a:cubicBezTo>
                  <a:cubicBezTo>
                    <a:pt x="4" y="16"/>
                    <a:pt x="8" y="19"/>
                    <a:pt x="12" y="19"/>
                  </a:cubicBezTo>
                  <a:cubicBezTo>
                    <a:pt x="16" y="19"/>
                    <a:pt x="19" y="16"/>
                    <a:pt x="19" y="12"/>
                  </a:cubicBezTo>
                  <a:cubicBezTo>
                    <a:pt x="19" y="8"/>
                    <a:pt x="16" y="4"/>
                    <a:pt x="12"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131" name="Freeform 41">
              <a:extLst>
                <a:ext uri="{FF2B5EF4-FFF2-40B4-BE49-F238E27FC236}">
                  <a16:creationId xmlns:a16="http://schemas.microsoft.com/office/drawing/2014/main" id="{C9FF2C0E-61EA-45E6-8C93-270B51918DB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280988" y="3417888"/>
              <a:ext cx="142875" cy="474663"/>
            </a:xfrm>
            <a:custGeom>
              <a:avLst/>
              <a:gdLst/>
              <a:ahLst/>
              <a:cxnLst/>
              <a:rect l="0" t="0" r="r" b="b"/>
              <a:pathLst>
                <a:path w="90" h="299">
                  <a:moveTo>
                    <a:pt x="12" y="299"/>
                  </a:moveTo>
                  <a:lnTo>
                    <a:pt x="0" y="299"/>
                  </a:lnTo>
                  <a:lnTo>
                    <a:pt x="0" y="80"/>
                  </a:lnTo>
                  <a:lnTo>
                    <a:pt x="81" y="0"/>
                  </a:lnTo>
                  <a:lnTo>
                    <a:pt x="90" y="8"/>
                  </a:lnTo>
                  <a:lnTo>
                    <a:pt x="12" y="83"/>
                  </a:lnTo>
                  <a:lnTo>
                    <a:pt x="12" y="299"/>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132" name="Freeform 42">
              <a:extLst>
                <a:ext uri="{FF2B5EF4-FFF2-40B4-BE49-F238E27FC236}">
                  <a16:creationId xmlns:a16="http://schemas.microsoft.com/office/drawing/2014/main" id="{654F9C3F-E635-4E7B-BF8F-87BF60CE7A01}"/>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238125" y="3883025"/>
              <a:ext cx="109538" cy="109538"/>
            </a:xfrm>
            <a:custGeom>
              <a:avLst/>
              <a:gdLst/>
              <a:ahLst/>
              <a:cxnLst/>
              <a:rect l="0" t="0" r="r" b="b"/>
              <a:pathLst>
                <a:path w="23" h="23">
                  <a:moveTo>
                    <a:pt x="11" y="23"/>
                  </a:moveTo>
                  <a:cubicBezTo>
                    <a:pt x="5" y="23"/>
                    <a:pt x="0" y="18"/>
                    <a:pt x="0" y="12"/>
                  </a:cubicBezTo>
                  <a:cubicBezTo>
                    <a:pt x="0" y="5"/>
                    <a:pt x="5" y="0"/>
                    <a:pt x="11" y="0"/>
                  </a:cubicBezTo>
                  <a:cubicBezTo>
                    <a:pt x="17" y="0"/>
                    <a:pt x="23" y="5"/>
                    <a:pt x="23" y="12"/>
                  </a:cubicBezTo>
                  <a:cubicBezTo>
                    <a:pt x="23" y="18"/>
                    <a:pt x="17" y="23"/>
                    <a:pt x="11" y="23"/>
                  </a:cubicBezTo>
                  <a:close/>
                  <a:moveTo>
                    <a:pt x="11" y="4"/>
                  </a:moveTo>
                  <a:cubicBezTo>
                    <a:pt x="7" y="4"/>
                    <a:pt x="4" y="8"/>
                    <a:pt x="4" y="12"/>
                  </a:cubicBezTo>
                  <a:cubicBezTo>
                    <a:pt x="4" y="16"/>
                    <a:pt x="7" y="19"/>
                    <a:pt x="11" y="19"/>
                  </a:cubicBezTo>
                  <a:cubicBezTo>
                    <a:pt x="15" y="19"/>
                    <a:pt x="19" y="16"/>
                    <a:pt x="19" y="12"/>
                  </a:cubicBezTo>
                  <a:cubicBezTo>
                    <a:pt x="19" y="8"/>
                    <a:pt x="15" y="4"/>
                    <a:pt x="11"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133" name="Freeform 43">
              <a:extLst>
                <a:ext uri="{FF2B5EF4-FFF2-40B4-BE49-F238E27FC236}">
                  <a16:creationId xmlns:a16="http://schemas.microsoft.com/office/drawing/2014/main" id="{ACCA7548-833A-4EEC-91F2-BB9687E3CE7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4763" y="2166938"/>
              <a:ext cx="114300" cy="452438"/>
            </a:xfrm>
            <a:custGeom>
              <a:avLst/>
              <a:gdLst/>
              <a:ahLst/>
              <a:cxnLst/>
              <a:rect l="0" t="0" r="r" b="b"/>
              <a:pathLst>
                <a:path w="72" h="285">
                  <a:moveTo>
                    <a:pt x="6" y="285"/>
                  </a:moveTo>
                  <a:lnTo>
                    <a:pt x="0" y="276"/>
                  </a:lnTo>
                  <a:lnTo>
                    <a:pt x="60" y="216"/>
                  </a:lnTo>
                  <a:lnTo>
                    <a:pt x="60" y="0"/>
                  </a:lnTo>
                  <a:lnTo>
                    <a:pt x="72" y="0"/>
                  </a:lnTo>
                  <a:lnTo>
                    <a:pt x="72" y="222"/>
                  </a:lnTo>
                  <a:lnTo>
                    <a:pt x="6" y="285"/>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134" name="Freeform 44">
              <a:extLst>
                <a:ext uri="{FF2B5EF4-FFF2-40B4-BE49-F238E27FC236}">
                  <a16:creationId xmlns:a16="http://schemas.microsoft.com/office/drawing/2014/main" id="{F895F203-B2FD-49FE-A865-269B367A4100}"/>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52388" y="2066925"/>
              <a:ext cx="109538" cy="109538"/>
            </a:xfrm>
            <a:custGeom>
              <a:avLst/>
              <a:gdLst/>
              <a:ahLst/>
              <a:cxnLst/>
              <a:rect l="0" t="0" r="r" b="b"/>
              <a:pathLst>
                <a:path w="23" h="23">
                  <a:moveTo>
                    <a:pt x="12" y="23"/>
                  </a:moveTo>
                  <a:cubicBezTo>
                    <a:pt x="5" y="23"/>
                    <a:pt x="0" y="18"/>
                    <a:pt x="0" y="12"/>
                  </a:cubicBezTo>
                  <a:cubicBezTo>
                    <a:pt x="0" y="5"/>
                    <a:pt x="5" y="0"/>
                    <a:pt x="12" y="0"/>
                  </a:cubicBezTo>
                  <a:cubicBezTo>
                    <a:pt x="18" y="0"/>
                    <a:pt x="23" y="5"/>
                    <a:pt x="23" y="12"/>
                  </a:cubicBezTo>
                  <a:cubicBezTo>
                    <a:pt x="23" y="18"/>
                    <a:pt x="18" y="23"/>
                    <a:pt x="12" y="23"/>
                  </a:cubicBezTo>
                  <a:close/>
                  <a:moveTo>
                    <a:pt x="12" y="4"/>
                  </a:moveTo>
                  <a:cubicBezTo>
                    <a:pt x="8" y="4"/>
                    <a:pt x="4" y="8"/>
                    <a:pt x="4" y="12"/>
                  </a:cubicBezTo>
                  <a:cubicBezTo>
                    <a:pt x="4" y="16"/>
                    <a:pt x="8" y="19"/>
                    <a:pt x="12" y="19"/>
                  </a:cubicBezTo>
                  <a:cubicBezTo>
                    <a:pt x="16" y="19"/>
                    <a:pt x="19" y="16"/>
                    <a:pt x="19" y="12"/>
                  </a:cubicBezTo>
                  <a:cubicBezTo>
                    <a:pt x="19" y="8"/>
                    <a:pt x="16" y="4"/>
                    <a:pt x="12"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135" name="Rectangle 45">
              <a:extLst>
                <a:ext uri="{FF2B5EF4-FFF2-40B4-BE49-F238E27FC236}">
                  <a16:creationId xmlns:a16="http://schemas.microsoft.com/office/drawing/2014/main" id="{84D9CCFF-23CD-4209-B238-57DDF091A6CE}"/>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228725" y="4662488"/>
              <a:ext cx="23813" cy="2181225"/>
            </a:xfrm>
            <a:prstGeom prst="rect">
              <a:avLst/>
            </a:pr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miter lim="800000"/>
                  <a:headEnd/>
                  <a:tailEnd/>
                </a14:hiddenLine>
              </a:ext>
            </a:extLst>
          </p:spPr>
          <p:txBody>
            <a:bodyPr/>
            <a:lstStyle/>
            <a:p>
              <a:endParaRPr lang="it-IT"/>
            </a:p>
          </p:txBody>
        </p:sp>
        <p:sp>
          <p:nvSpPr>
            <p:cNvPr id="136" name="Freeform 46">
              <a:extLst>
                <a:ext uri="{FF2B5EF4-FFF2-40B4-BE49-F238E27FC236}">
                  <a16:creationId xmlns:a16="http://schemas.microsoft.com/office/drawing/2014/main" id="{190495CD-E216-4AF5-9038-D7807B638CC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319213" y="5041900"/>
              <a:ext cx="371475" cy="1801813"/>
            </a:xfrm>
            <a:custGeom>
              <a:avLst/>
              <a:gdLst/>
              <a:ahLst/>
              <a:cxnLst/>
              <a:rect l="0" t="0" r="r" b="b"/>
              <a:pathLst>
                <a:path w="234" h="1135">
                  <a:moveTo>
                    <a:pt x="15" y="1135"/>
                  </a:moveTo>
                  <a:lnTo>
                    <a:pt x="0" y="1135"/>
                  </a:lnTo>
                  <a:lnTo>
                    <a:pt x="0" y="515"/>
                  </a:lnTo>
                  <a:lnTo>
                    <a:pt x="0" y="512"/>
                  </a:lnTo>
                  <a:lnTo>
                    <a:pt x="219" y="0"/>
                  </a:lnTo>
                  <a:lnTo>
                    <a:pt x="234" y="6"/>
                  </a:lnTo>
                  <a:lnTo>
                    <a:pt x="15" y="518"/>
                  </a:lnTo>
                  <a:lnTo>
                    <a:pt x="15" y="1135"/>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137" name="Freeform 47">
              <a:extLst>
                <a:ext uri="{FF2B5EF4-FFF2-40B4-BE49-F238E27FC236}">
                  <a16:creationId xmlns:a16="http://schemas.microsoft.com/office/drawing/2014/main" id="{6E2B5DDB-234E-47ED-9F32-83C6D5EEEB26}"/>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1147763" y="44815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138" name="Freeform 48">
              <a:extLst>
                <a:ext uri="{FF2B5EF4-FFF2-40B4-BE49-F238E27FC236}">
                  <a16:creationId xmlns:a16="http://schemas.microsoft.com/office/drawing/2014/main" id="{9DB1F0CB-D565-4DF9-BA3F-7CE9F18B4F5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819150" y="3983038"/>
              <a:ext cx="347663" cy="2860675"/>
            </a:xfrm>
            <a:custGeom>
              <a:avLst/>
              <a:gdLst/>
              <a:ahLst/>
              <a:cxnLst/>
              <a:rect l="0" t="0" r="r" b="b"/>
              <a:pathLst>
                <a:path w="219" h="1802">
                  <a:moveTo>
                    <a:pt x="219" y="1802"/>
                  </a:moveTo>
                  <a:lnTo>
                    <a:pt x="201" y="1802"/>
                  </a:lnTo>
                  <a:lnTo>
                    <a:pt x="201" y="1185"/>
                  </a:lnTo>
                  <a:lnTo>
                    <a:pt x="0" y="3"/>
                  </a:lnTo>
                  <a:lnTo>
                    <a:pt x="15" y="0"/>
                  </a:lnTo>
                  <a:lnTo>
                    <a:pt x="219" y="1185"/>
                  </a:lnTo>
                  <a:lnTo>
                    <a:pt x="219" y="1802"/>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139" name="Freeform 49">
              <a:extLst>
                <a:ext uri="{FF2B5EF4-FFF2-40B4-BE49-F238E27FC236}">
                  <a16:creationId xmlns:a16="http://schemas.microsoft.com/office/drawing/2014/main" id="{552F47B4-D0D5-4075-BD00-7145B6F205E7}"/>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728663" y="3806825"/>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8"/>
                    <a:pt x="11" y="36"/>
                    <a:pt x="20" y="36"/>
                  </a:cubicBezTo>
                  <a:cubicBezTo>
                    <a:pt x="29" y="36"/>
                    <a:pt x="36" y="28"/>
                    <a:pt x="36" y="20"/>
                  </a:cubicBezTo>
                  <a:cubicBezTo>
                    <a:pt x="36" y="11"/>
                    <a:pt x="29"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140" name="Freeform 50">
              <a:extLst>
                <a:ext uri="{FF2B5EF4-FFF2-40B4-BE49-F238E27FC236}">
                  <a16:creationId xmlns:a16="http://schemas.microsoft.com/office/drawing/2014/main" id="{F57CAD52-0B84-4068-BFD9-B48B16AFEED7}"/>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1624013" y="4867275"/>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141" name="Freeform 51">
              <a:extLst>
                <a:ext uri="{FF2B5EF4-FFF2-40B4-BE49-F238E27FC236}">
                  <a16:creationId xmlns:a16="http://schemas.microsoft.com/office/drawing/2014/main" id="{62E09F5E-A24D-4628-A8CB-143556FB9D7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404938" y="5422900"/>
              <a:ext cx="371475" cy="1425575"/>
            </a:xfrm>
            <a:custGeom>
              <a:avLst/>
              <a:gdLst/>
              <a:ahLst/>
              <a:cxnLst/>
              <a:rect l="0" t="0" r="r" b="b"/>
              <a:pathLst>
                <a:path w="234" h="898">
                  <a:moveTo>
                    <a:pt x="18" y="898"/>
                  </a:moveTo>
                  <a:lnTo>
                    <a:pt x="0" y="898"/>
                  </a:lnTo>
                  <a:lnTo>
                    <a:pt x="0" y="515"/>
                  </a:lnTo>
                  <a:lnTo>
                    <a:pt x="0" y="512"/>
                  </a:lnTo>
                  <a:lnTo>
                    <a:pt x="222" y="0"/>
                  </a:lnTo>
                  <a:lnTo>
                    <a:pt x="234" y="6"/>
                  </a:lnTo>
                  <a:lnTo>
                    <a:pt x="18" y="518"/>
                  </a:lnTo>
                  <a:lnTo>
                    <a:pt x="18" y="898"/>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142" name="Freeform 52">
              <a:extLst>
                <a:ext uri="{FF2B5EF4-FFF2-40B4-BE49-F238E27FC236}">
                  <a16:creationId xmlns:a16="http://schemas.microsoft.com/office/drawing/2014/main" id="{C547CC76-FB8C-43B1-A625-F694184D947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666875" y="5945188"/>
              <a:ext cx="152400" cy="912813"/>
            </a:xfrm>
            <a:custGeom>
              <a:avLst/>
              <a:gdLst/>
              <a:ahLst/>
              <a:cxnLst/>
              <a:rect l="0" t="0" r="r" b="b"/>
              <a:pathLst>
                <a:path w="96" h="575">
                  <a:moveTo>
                    <a:pt x="15" y="575"/>
                  </a:moveTo>
                  <a:lnTo>
                    <a:pt x="0" y="569"/>
                  </a:lnTo>
                  <a:lnTo>
                    <a:pt x="81" y="383"/>
                  </a:lnTo>
                  <a:lnTo>
                    <a:pt x="81" y="0"/>
                  </a:lnTo>
                  <a:lnTo>
                    <a:pt x="96" y="0"/>
                  </a:lnTo>
                  <a:lnTo>
                    <a:pt x="96" y="386"/>
                  </a:lnTo>
                  <a:lnTo>
                    <a:pt x="15" y="575"/>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143" name="Freeform 53">
              <a:extLst>
                <a:ext uri="{FF2B5EF4-FFF2-40B4-BE49-F238E27FC236}">
                  <a16:creationId xmlns:a16="http://schemas.microsoft.com/office/drawing/2014/main" id="{E86CE93B-A557-46C2-B87E-81C1E0E93672}"/>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1709738" y="52466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144" name="Freeform 54">
              <a:extLst>
                <a:ext uri="{FF2B5EF4-FFF2-40B4-BE49-F238E27FC236}">
                  <a16:creationId xmlns:a16="http://schemas.microsoft.com/office/drawing/2014/main" id="{7220D106-C5C0-4A39-909A-A11F3E246D6E}"/>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1709738" y="57642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145" name="Freeform 55">
              <a:extLst>
                <a:ext uri="{FF2B5EF4-FFF2-40B4-BE49-F238E27FC236}">
                  <a16:creationId xmlns:a16="http://schemas.microsoft.com/office/drawing/2014/main" id="{195044AA-79D9-4142-8865-9A4B4E80873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766888" y="6330950"/>
              <a:ext cx="419100" cy="527050"/>
            </a:xfrm>
            <a:custGeom>
              <a:avLst/>
              <a:gdLst/>
              <a:ahLst/>
              <a:cxnLst/>
              <a:rect l="0" t="0" r="r" b="b"/>
              <a:pathLst>
                <a:path w="264" h="332">
                  <a:moveTo>
                    <a:pt x="12" y="332"/>
                  </a:moveTo>
                  <a:lnTo>
                    <a:pt x="0" y="326"/>
                  </a:lnTo>
                  <a:lnTo>
                    <a:pt x="45" y="206"/>
                  </a:lnTo>
                  <a:lnTo>
                    <a:pt x="255" y="0"/>
                  </a:lnTo>
                  <a:lnTo>
                    <a:pt x="264" y="12"/>
                  </a:lnTo>
                  <a:lnTo>
                    <a:pt x="60" y="215"/>
                  </a:lnTo>
                  <a:lnTo>
                    <a:pt x="12" y="332"/>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146" name="Freeform 56">
              <a:extLst>
                <a:ext uri="{FF2B5EF4-FFF2-40B4-BE49-F238E27FC236}">
                  <a16:creationId xmlns:a16="http://schemas.microsoft.com/office/drawing/2014/main" id="{BBFC5CFA-482C-4B45-87A7-C44F773CC663}"/>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2147888" y="6221413"/>
              <a:ext cx="157163" cy="147638"/>
            </a:xfrm>
            <a:custGeom>
              <a:avLst/>
              <a:gdLst/>
              <a:ahLst/>
              <a:cxnLst/>
              <a:rect l="0" t="0" r="r" b="b"/>
              <a:pathLst>
                <a:path w="33" h="31">
                  <a:moveTo>
                    <a:pt x="16" y="31"/>
                  </a:moveTo>
                  <a:cubicBezTo>
                    <a:pt x="12" y="31"/>
                    <a:pt x="8" y="29"/>
                    <a:pt x="5" y="26"/>
                  </a:cubicBezTo>
                  <a:cubicBezTo>
                    <a:pt x="2" y="24"/>
                    <a:pt x="0" y="20"/>
                    <a:pt x="0" y="15"/>
                  </a:cubicBezTo>
                  <a:cubicBezTo>
                    <a:pt x="0" y="11"/>
                    <a:pt x="2" y="7"/>
                    <a:pt x="5" y="4"/>
                  </a:cubicBezTo>
                  <a:cubicBezTo>
                    <a:pt x="8" y="1"/>
                    <a:pt x="12" y="0"/>
                    <a:pt x="16" y="0"/>
                  </a:cubicBezTo>
                  <a:cubicBezTo>
                    <a:pt x="20" y="0"/>
                    <a:pt x="24" y="1"/>
                    <a:pt x="27" y="4"/>
                  </a:cubicBezTo>
                  <a:cubicBezTo>
                    <a:pt x="33" y="10"/>
                    <a:pt x="33" y="20"/>
                    <a:pt x="27" y="26"/>
                  </a:cubicBezTo>
                  <a:cubicBezTo>
                    <a:pt x="24" y="29"/>
                    <a:pt x="20" y="31"/>
                    <a:pt x="16" y="31"/>
                  </a:cubicBezTo>
                  <a:close/>
                  <a:moveTo>
                    <a:pt x="16" y="4"/>
                  </a:moveTo>
                  <a:cubicBezTo>
                    <a:pt x="13" y="4"/>
                    <a:pt x="10" y="5"/>
                    <a:pt x="8" y="7"/>
                  </a:cubicBezTo>
                  <a:cubicBezTo>
                    <a:pt x="6" y="9"/>
                    <a:pt x="4" y="12"/>
                    <a:pt x="4" y="15"/>
                  </a:cubicBezTo>
                  <a:cubicBezTo>
                    <a:pt x="4" y="19"/>
                    <a:pt x="6" y="21"/>
                    <a:pt x="8" y="24"/>
                  </a:cubicBezTo>
                  <a:cubicBezTo>
                    <a:pt x="10" y="26"/>
                    <a:pt x="13" y="27"/>
                    <a:pt x="16" y="27"/>
                  </a:cubicBezTo>
                  <a:cubicBezTo>
                    <a:pt x="19" y="27"/>
                    <a:pt x="22" y="26"/>
                    <a:pt x="24" y="24"/>
                  </a:cubicBezTo>
                  <a:cubicBezTo>
                    <a:pt x="29" y="19"/>
                    <a:pt x="29" y="12"/>
                    <a:pt x="24" y="7"/>
                  </a:cubicBezTo>
                  <a:cubicBezTo>
                    <a:pt x="22" y="5"/>
                    <a:pt x="19" y="4"/>
                    <a:pt x="16"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147" name="Freeform 57">
              <a:extLst>
                <a:ext uri="{FF2B5EF4-FFF2-40B4-BE49-F238E27FC236}">
                  <a16:creationId xmlns:a16="http://schemas.microsoft.com/office/drawing/2014/main" id="{79BEC615-03E2-4F7F-A457-0CDA565ADA7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504825" y="9525"/>
              <a:ext cx="233363" cy="5103813"/>
            </a:xfrm>
            <a:custGeom>
              <a:avLst/>
              <a:gdLst/>
              <a:ahLst/>
              <a:cxnLst/>
              <a:rect l="0" t="0" r="r" b="b"/>
              <a:pathLst>
                <a:path w="147" h="3215">
                  <a:moveTo>
                    <a:pt x="132" y="3215"/>
                  </a:moveTo>
                  <a:lnTo>
                    <a:pt x="129" y="2754"/>
                  </a:lnTo>
                  <a:lnTo>
                    <a:pt x="0" y="1901"/>
                  </a:lnTo>
                  <a:lnTo>
                    <a:pt x="0" y="0"/>
                  </a:lnTo>
                  <a:lnTo>
                    <a:pt x="15" y="0"/>
                  </a:lnTo>
                  <a:lnTo>
                    <a:pt x="15" y="1898"/>
                  </a:lnTo>
                  <a:lnTo>
                    <a:pt x="144" y="2754"/>
                  </a:lnTo>
                  <a:lnTo>
                    <a:pt x="147" y="3215"/>
                  </a:lnTo>
                  <a:lnTo>
                    <a:pt x="132" y="3215"/>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148" name="Freeform 58">
              <a:extLst>
                <a:ext uri="{FF2B5EF4-FFF2-40B4-BE49-F238E27FC236}">
                  <a16:creationId xmlns:a16="http://schemas.microsoft.com/office/drawing/2014/main" id="{20E56620-58EC-4785-BA5E-2E40F40BC91A}"/>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633413" y="5103813"/>
              <a:ext cx="185738" cy="185738"/>
            </a:xfrm>
            <a:custGeom>
              <a:avLst/>
              <a:gdLst/>
              <a:ahLst/>
              <a:cxnLst/>
              <a:rect l="0" t="0" r="r" b="b"/>
              <a:pathLst>
                <a:path w="39" h="39">
                  <a:moveTo>
                    <a:pt x="20" y="39"/>
                  </a:moveTo>
                  <a:cubicBezTo>
                    <a:pt x="9" y="39"/>
                    <a:pt x="0" y="30"/>
                    <a:pt x="0" y="19"/>
                  </a:cubicBezTo>
                  <a:cubicBezTo>
                    <a:pt x="0" y="9"/>
                    <a:pt x="9" y="0"/>
                    <a:pt x="20" y="0"/>
                  </a:cubicBezTo>
                  <a:cubicBezTo>
                    <a:pt x="30" y="0"/>
                    <a:pt x="39" y="9"/>
                    <a:pt x="39" y="19"/>
                  </a:cubicBezTo>
                  <a:cubicBezTo>
                    <a:pt x="39" y="30"/>
                    <a:pt x="30" y="39"/>
                    <a:pt x="20" y="39"/>
                  </a:cubicBezTo>
                  <a:close/>
                  <a:moveTo>
                    <a:pt x="20" y="4"/>
                  </a:moveTo>
                  <a:cubicBezTo>
                    <a:pt x="11" y="4"/>
                    <a:pt x="4" y="11"/>
                    <a:pt x="4" y="19"/>
                  </a:cubicBezTo>
                  <a:cubicBezTo>
                    <a:pt x="4" y="28"/>
                    <a:pt x="11" y="35"/>
                    <a:pt x="20" y="35"/>
                  </a:cubicBezTo>
                  <a:cubicBezTo>
                    <a:pt x="28" y="35"/>
                    <a:pt x="35" y="28"/>
                    <a:pt x="35" y="19"/>
                  </a:cubicBezTo>
                  <a:cubicBezTo>
                    <a:pt x="35" y="11"/>
                    <a:pt x="28"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grpSp>
      <p:pic>
        <p:nvPicPr>
          <p:cNvPr id="2" name="Immagine 1" descr="Immagine che contiene testo, linea, Diagramma, schermata&#10;&#10;Il contenuto generato dall'IA potrebbe non essere corretto.">
            <a:extLst>
              <a:ext uri="{FF2B5EF4-FFF2-40B4-BE49-F238E27FC236}">
                <a16:creationId xmlns:a16="http://schemas.microsoft.com/office/drawing/2014/main" id="{9481CA0A-178C-B9D8-873B-6B9C11DE8013}"/>
              </a:ext>
            </a:extLst>
          </p:cNvPr>
          <p:cNvPicPr>
            <a:picLocks noChangeAspect="1"/>
          </p:cNvPicPr>
          <p:nvPr/>
        </p:nvPicPr>
        <p:blipFill>
          <a:blip r:embed="rId4">
            <a:extLst>
              <a:ext uri="{28A0092B-C50C-407E-A947-70E740481C1C}">
                <a14:useLocalDpi xmlns:a14="http://schemas.microsoft.com/office/drawing/2010/main" val="0"/>
              </a:ext>
            </a:extLst>
          </a:blip>
          <a:srcRect l="11930" r="1" b="1"/>
          <a:stretch>
            <a:fillRect/>
          </a:stretch>
        </p:blipFill>
        <p:spPr>
          <a:xfrm>
            <a:off x="9" y="4583344"/>
            <a:ext cx="4635563" cy="2276475"/>
          </a:xfrm>
          <a:custGeom>
            <a:avLst/>
            <a:gdLst/>
            <a:ahLst/>
            <a:cxnLst/>
            <a:rect l="l" t="t" r="r" b="b"/>
            <a:pathLst>
              <a:path w="4635583" h="3427413">
                <a:moveTo>
                  <a:pt x="0" y="0"/>
                </a:moveTo>
                <a:lnTo>
                  <a:pt x="4635583" y="0"/>
                </a:lnTo>
                <a:lnTo>
                  <a:pt x="4635583" y="3427413"/>
                </a:lnTo>
                <a:lnTo>
                  <a:pt x="0" y="3427413"/>
                </a:lnTo>
                <a:close/>
              </a:path>
            </a:pathLst>
          </a:custGeom>
        </p:spPr>
      </p:pic>
      <p:pic>
        <p:nvPicPr>
          <p:cNvPr id="8" name="Immagine 7" descr="Immagine che contiene testo, schermata, linea, Diagramma&#10;&#10;Il contenuto generato dall'IA potrebbe non essere corretto.">
            <a:extLst>
              <a:ext uri="{FF2B5EF4-FFF2-40B4-BE49-F238E27FC236}">
                <a16:creationId xmlns:a16="http://schemas.microsoft.com/office/drawing/2014/main" id="{C6998742-896C-20A1-516F-986BE59063F1}"/>
              </a:ext>
            </a:extLst>
          </p:cNvPr>
          <p:cNvPicPr>
            <a:picLocks noChangeAspect="1"/>
          </p:cNvPicPr>
          <p:nvPr/>
        </p:nvPicPr>
        <p:blipFill>
          <a:blip r:embed="rId5">
            <a:extLst>
              <a:ext uri="{28A0092B-C50C-407E-A947-70E740481C1C}">
                <a14:useLocalDpi xmlns:a14="http://schemas.microsoft.com/office/drawing/2010/main" val="0"/>
              </a:ext>
            </a:extLst>
          </a:blip>
          <a:srcRect r="12298" b="1"/>
          <a:stretch>
            <a:fillRect/>
          </a:stretch>
        </p:blipFill>
        <p:spPr>
          <a:xfrm>
            <a:off x="20" y="2285999"/>
            <a:ext cx="4635563" cy="2286001"/>
          </a:xfrm>
          <a:custGeom>
            <a:avLst/>
            <a:gdLst/>
            <a:ahLst/>
            <a:cxnLst/>
            <a:rect l="l" t="t" r="r" b="b"/>
            <a:pathLst>
              <a:path w="4635583" h="3430587">
                <a:moveTo>
                  <a:pt x="0" y="0"/>
                </a:moveTo>
                <a:lnTo>
                  <a:pt x="4635583" y="0"/>
                </a:lnTo>
                <a:lnTo>
                  <a:pt x="4635583" y="3430587"/>
                </a:lnTo>
                <a:lnTo>
                  <a:pt x="0" y="3430587"/>
                </a:lnTo>
                <a:close/>
              </a:path>
            </a:pathLst>
          </a:custGeom>
        </p:spPr>
      </p:pic>
      <p:cxnSp>
        <p:nvCxnSpPr>
          <p:cNvPr id="150" name="Straight Connector 149">
            <a:extLst>
              <a:ext uri="{FF2B5EF4-FFF2-40B4-BE49-F238E27FC236}">
                <a16:creationId xmlns:a16="http://schemas.microsoft.com/office/drawing/2014/main" id="{3CFEBF73-2875-4126-A90D-ABB6BBFEADE8}"/>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0" y="2286000"/>
            <a:ext cx="4635583" cy="0"/>
          </a:xfrm>
          <a:prstGeom prst="line">
            <a:avLst/>
          </a:prstGeom>
          <a:solidFill>
            <a:schemeClr val="tx2">
              <a:alpha val="60000"/>
            </a:schemeClr>
          </a:solidFill>
          <a:ln w="19050">
            <a:solidFill>
              <a:schemeClr val="tx2">
                <a:alpha val="60000"/>
              </a:schemeClr>
            </a:solidFill>
          </a:ln>
          <a:effectLst>
            <a:outerShdw blurRad="50800" dist="38100" dir="2700000" algn="tl" rotWithShape="0">
              <a:srgbClr val="000000">
                <a:alpha val="58000"/>
              </a:srgbClr>
            </a:outerShdw>
          </a:effectLst>
        </p:spPr>
      </p:cxnSp>
      <p:pic>
        <p:nvPicPr>
          <p:cNvPr id="5" name="Immagine 4" descr="Immagine che contiene testo, schermata, Carattere, Diagramma">
            <a:extLst>
              <a:ext uri="{FF2B5EF4-FFF2-40B4-BE49-F238E27FC236}">
                <a16:creationId xmlns:a16="http://schemas.microsoft.com/office/drawing/2014/main" id="{0A0F955D-CDFE-B243-CB84-5D151DB8F8D6}"/>
              </a:ext>
            </a:extLst>
          </p:cNvPr>
          <p:cNvPicPr>
            <a:picLocks noChangeAspect="1"/>
          </p:cNvPicPr>
          <p:nvPr/>
        </p:nvPicPr>
        <p:blipFill>
          <a:blip r:embed="rId6">
            <a:extLst>
              <a:ext uri="{28A0092B-C50C-407E-A947-70E740481C1C}">
                <a14:useLocalDpi xmlns:a14="http://schemas.microsoft.com/office/drawing/2010/main" val="0"/>
              </a:ext>
            </a:extLst>
          </a:blip>
          <a:srcRect t="1371" r="1" b="1"/>
          <a:stretch>
            <a:fillRect/>
          </a:stretch>
        </p:blipFill>
        <p:spPr>
          <a:xfrm>
            <a:off x="-12083" y="-11345"/>
            <a:ext cx="4635563" cy="2286001"/>
          </a:xfrm>
          <a:custGeom>
            <a:avLst/>
            <a:gdLst/>
            <a:ahLst/>
            <a:cxnLst/>
            <a:rect l="l" t="t" r="r" b="b"/>
            <a:pathLst>
              <a:path w="4635583" h="3430587">
                <a:moveTo>
                  <a:pt x="0" y="0"/>
                </a:moveTo>
                <a:lnTo>
                  <a:pt x="4635583" y="0"/>
                </a:lnTo>
                <a:lnTo>
                  <a:pt x="4635583" y="3430587"/>
                </a:lnTo>
                <a:lnTo>
                  <a:pt x="0" y="3430587"/>
                </a:lnTo>
                <a:close/>
              </a:path>
            </a:pathLst>
          </a:custGeom>
        </p:spPr>
      </p:pic>
      <p:cxnSp>
        <p:nvCxnSpPr>
          <p:cNvPr id="152" name="Straight Connector 151">
            <a:extLst>
              <a:ext uri="{FF2B5EF4-FFF2-40B4-BE49-F238E27FC236}">
                <a16:creationId xmlns:a16="http://schemas.microsoft.com/office/drawing/2014/main" id="{0F167419-5C1C-40BD-B9C4-75CFC65088FD}"/>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0" y="4572000"/>
            <a:ext cx="4635583" cy="0"/>
          </a:xfrm>
          <a:prstGeom prst="line">
            <a:avLst/>
          </a:prstGeom>
          <a:solidFill>
            <a:schemeClr val="tx2">
              <a:alpha val="60000"/>
            </a:schemeClr>
          </a:solidFill>
          <a:ln w="19050">
            <a:solidFill>
              <a:schemeClr val="tx2">
                <a:alpha val="60000"/>
              </a:schemeClr>
            </a:solidFill>
          </a:ln>
          <a:effectLst>
            <a:outerShdw blurRad="50800" dist="38100" dir="2700000" algn="tl" rotWithShape="0">
              <a:srgbClr val="000000">
                <a:alpha val="58000"/>
              </a:srgbClr>
            </a:outerShdw>
          </a:effectLst>
        </p:spPr>
      </p:cxnSp>
      <p:cxnSp>
        <p:nvCxnSpPr>
          <p:cNvPr id="154" name="Straight Connector 153">
            <a:extLst>
              <a:ext uri="{FF2B5EF4-FFF2-40B4-BE49-F238E27FC236}">
                <a16:creationId xmlns:a16="http://schemas.microsoft.com/office/drawing/2014/main" id="{AFCD9A95-E405-4952-A0CF-6EAF80F97063}"/>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4632483" y="-464"/>
            <a:ext cx="2646" cy="6858465"/>
          </a:xfrm>
          <a:prstGeom prst="line">
            <a:avLst/>
          </a:prstGeom>
          <a:solidFill>
            <a:schemeClr val="tx2">
              <a:alpha val="60000"/>
            </a:schemeClr>
          </a:solidFill>
          <a:ln w="19050">
            <a:solidFill>
              <a:schemeClr val="tx2">
                <a:alpha val="60000"/>
              </a:schemeClr>
            </a:solidFill>
          </a:ln>
          <a:effectLst>
            <a:outerShdw blurRad="50800" dist="38100" dir="2700000" algn="tl" rotWithShape="0">
              <a:srgbClr val="000000">
                <a:alpha val="58000"/>
              </a:srgbClr>
            </a:outerShdw>
          </a:effectLst>
        </p:spPr>
      </p:cxnSp>
      <p:sp>
        <p:nvSpPr>
          <p:cNvPr id="7" name="CasellaDiTesto 6">
            <a:extLst>
              <a:ext uri="{FF2B5EF4-FFF2-40B4-BE49-F238E27FC236}">
                <a16:creationId xmlns:a16="http://schemas.microsoft.com/office/drawing/2014/main" id="{367B0E69-77BA-BACE-A9CC-9186B609704D}"/>
              </a:ext>
            </a:extLst>
          </p:cNvPr>
          <p:cNvSpPr txBox="1"/>
          <p:nvPr/>
        </p:nvSpPr>
        <p:spPr>
          <a:xfrm>
            <a:off x="5519577" y="1808571"/>
            <a:ext cx="5877677" cy="3541714"/>
          </a:xfrm>
          <a:prstGeom prst="rect">
            <a:avLst/>
          </a:prstGeom>
        </p:spPr>
        <p:txBody>
          <a:bodyPr vert="horz" lIns="91440" tIns="45720" rIns="91440" bIns="45720" rtlCol="0">
            <a:normAutofit/>
          </a:bodyPr>
          <a:lstStyle/>
          <a:p>
            <a:pPr defTabSz="914400">
              <a:lnSpc>
                <a:spcPct val="120000"/>
              </a:lnSpc>
              <a:spcAft>
                <a:spcPts val="600"/>
              </a:spcAft>
              <a:buSzPct val="125000"/>
            </a:pPr>
            <a:r>
              <a:rPr lang="en-US" sz="2200" dirty="0">
                <a:latin typeface="Calibri Light" panose="020F0302020204030204" pitchFamily="34" charset="0"/>
                <a:ea typeface="Calibri Light" panose="020F0302020204030204" pitchFamily="34" charset="0"/>
                <a:cs typeface="Calibri Light" panose="020F0302020204030204" pitchFamily="34" charset="0"/>
              </a:rPr>
              <a:t>Test number 24: we implemented all the positive changes we found in this last test with some decent results (but with the same main problem as before) as well removing the direct reward for the movement towards the objective: this seemingly made the robot slower in the navigation but more precise as it was mainly guided by the yaw and collision avoidance rewards.</a:t>
            </a:r>
          </a:p>
        </p:txBody>
      </p:sp>
      <p:sp>
        <p:nvSpPr>
          <p:cNvPr id="4" name="CasellaDiTesto 3">
            <a:extLst>
              <a:ext uri="{FF2B5EF4-FFF2-40B4-BE49-F238E27FC236}">
                <a16:creationId xmlns:a16="http://schemas.microsoft.com/office/drawing/2014/main" id="{397C44D1-1320-A629-065A-B3F0D39F11E8}"/>
              </a:ext>
            </a:extLst>
          </p:cNvPr>
          <p:cNvSpPr txBox="1"/>
          <p:nvPr/>
        </p:nvSpPr>
        <p:spPr>
          <a:xfrm>
            <a:off x="5509287" y="760322"/>
            <a:ext cx="6107806" cy="646331"/>
          </a:xfrm>
          <a:prstGeom prst="rect">
            <a:avLst/>
          </a:prstGeom>
          <a:noFill/>
        </p:spPr>
        <p:txBody>
          <a:bodyPr wrap="square">
            <a:spAutoFit/>
          </a:bodyPr>
          <a:lstStyle/>
          <a:p>
            <a:r>
              <a:rPr lang="it-IT" sz="3600" dirty="0">
                <a:latin typeface="+mj-lt"/>
              </a:rPr>
              <a:t>RESULTS A</a:t>
            </a:r>
          </a:p>
        </p:txBody>
      </p:sp>
    </p:spTree>
    <p:extLst>
      <p:ext uri="{BB962C8B-B14F-4D97-AF65-F5344CB8AC3E}">
        <p14:creationId xmlns:p14="http://schemas.microsoft.com/office/powerpoint/2010/main" val="3439905230"/>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134770"/>
        </a:solidFill>
        <a:effectLst/>
      </p:bgPr>
    </p:bg>
    <p:spTree>
      <p:nvGrpSpPr>
        <p:cNvPr id="1" name="">
          <a:extLst>
            <a:ext uri="{FF2B5EF4-FFF2-40B4-BE49-F238E27FC236}">
              <a16:creationId xmlns:a16="http://schemas.microsoft.com/office/drawing/2014/main" id="{41676131-338E-781E-AB4A-AC0E220D004F}"/>
            </a:ext>
          </a:extLst>
        </p:cNvPr>
        <p:cNvGrpSpPr/>
        <p:nvPr/>
      </p:nvGrpSpPr>
      <p:grpSpPr>
        <a:xfrm>
          <a:off x="0" y="0"/>
          <a:ext cx="0" cy="0"/>
          <a:chOff x="0" y="0"/>
          <a:chExt cx="0" cy="0"/>
        </a:xfrm>
      </p:grpSpPr>
      <p:sp>
        <p:nvSpPr>
          <p:cNvPr id="2" name="Titolo 1">
            <a:extLst>
              <a:ext uri="{FF2B5EF4-FFF2-40B4-BE49-F238E27FC236}">
                <a16:creationId xmlns:a16="http://schemas.microsoft.com/office/drawing/2014/main" id="{17DC13C5-329B-2EF3-436D-59E7588A3A6B}"/>
              </a:ext>
            </a:extLst>
          </p:cNvPr>
          <p:cNvSpPr>
            <a:spLocks noGrp="1"/>
          </p:cNvSpPr>
          <p:nvPr>
            <p:ph type="title"/>
          </p:nvPr>
        </p:nvSpPr>
        <p:spPr>
          <a:xfrm>
            <a:off x="1266715" y="-234953"/>
            <a:ext cx="9906000" cy="1477963"/>
          </a:xfrm>
        </p:spPr>
        <p:txBody>
          <a:bodyPr>
            <a:normAutofit/>
          </a:bodyPr>
          <a:lstStyle/>
          <a:p>
            <a:r>
              <a:rPr lang="it-IT" dirty="0"/>
              <a:t>Results B</a:t>
            </a:r>
          </a:p>
        </p:txBody>
      </p:sp>
      <p:sp>
        <p:nvSpPr>
          <p:cNvPr id="3" name="Segnaposto contenuto 2">
            <a:extLst>
              <a:ext uri="{FF2B5EF4-FFF2-40B4-BE49-F238E27FC236}">
                <a16:creationId xmlns:a16="http://schemas.microsoft.com/office/drawing/2014/main" id="{BED63108-1E3B-1918-F6F1-67E8F44C4D51}"/>
              </a:ext>
            </a:extLst>
          </p:cNvPr>
          <p:cNvSpPr>
            <a:spLocks noGrp="1"/>
          </p:cNvSpPr>
          <p:nvPr>
            <p:ph idx="1"/>
          </p:nvPr>
        </p:nvSpPr>
        <p:spPr>
          <a:xfrm>
            <a:off x="855785" y="952798"/>
            <a:ext cx="10316930" cy="5634713"/>
          </a:xfrm>
        </p:spPr>
        <p:txBody>
          <a:bodyPr>
            <a:normAutofit/>
          </a:bodyPr>
          <a:lstStyle/>
          <a:p>
            <a:pPr marL="0" indent="0">
              <a:buNone/>
            </a:pPr>
            <a:r>
              <a:rPr lang="en-GB" sz="2200" dirty="0">
                <a:latin typeface="Calibri Light" panose="020F0302020204030204" pitchFamily="34" charset="0"/>
                <a:ea typeface="Calibri Light" panose="020F0302020204030204" pitchFamily="34" charset="0"/>
                <a:cs typeface="Calibri Light" panose="020F0302020204030204" pitchFamily="34" charset="0"/>
              </a:rPr>
              <a:t>In this results we adopted a structured four-stage training strategy aimed at progressively increasing the complexity of the environment and the task difficulty:</a:t>
            </a:r>
          </a:p>
          <a:p>
            <a:r>
              <a:rPr lang="en-GB" sz="2200" dirty="0">
                <a:latin typeface="Calibri Light" panose="020F0302020204030204" pitchFamily="34" charset="0"/>
                <a:ea typeface="Calibri Light" panose="020F0302020204030204" pitchFamily="34" charset="0"/>
                <a:cs typeface="Calibri Light" panose="020F0302020204030204" pitchFamily="34" charset="0"/>
              </a:rPr>
              <a:t>Phase 1: empty arena with no obstacles, the agent was required to reach a randomly generated goal within the map.</a:t>
            </a:r>
          </a:p>
          <a:p>
            <a:r>
              <a:rPr lang="en-GB" sz="2200" dirty="0">
                <a:latin typeface="Calibri Light" panose="020F0302020204030204" pitchFamily="34" charset="0"/>
                <a:ea typeface="Calibri Light" panose="020F0302020204030204" pitchFamily="34" charset="0"/>
                <a:cs typeface="Calibri Light" panose="020F0302020204030204" pitchFamily="34" charset="0"/>
              </a:rPr>
              <a:t>Phase 2: arena containing only columns as obstacles, the agent was trained to reach a fixed goal with hard difficulty.</a:t>
            </a:r>
          </a:p>
          <a:p>
            <a:r>
              <a:rPr lang="en-GB" sz="2200" dirty="0">
                <a:latin typeface="Calibri Light" panose="020F0302020204030204" pitchFamily="34" charset="0"/>
                <a:ea typeface="Calibri Light" panose="020F0302020204030204" pitchFamily="34" charset="0"/>
                <a:cs typeface="Calibri Light" panose="020F0302020204030204" pitchFamily="34" charset="0"/>
              </a:rPr>
              <a:t>Phase 3: arena with a maze layout, the agent was required to reach medium and hard difficulty goals.</a:t>
            </a:r>
          </a:p>
          <a:p>
            <a:r>
              <a:rPr lang="en-GB" sz="2200" dirty="0">
                <a:latin typeface="Calibri Light" panose="020F0302020204030204" pitchFamily="34" charset="0"/>
                <a:ea typeface="Calibri Light" panose="020F0302020204030204" pitchFamily="34" charset="0"/>
                <a:cs typeface="Calibri Light" panose="020F0302020204030204" pitchFamily="34" charset="0"/>
              </a:rPr>
              <a:t>Phase 4: arena with a maze configuration, introducing a goal sampling strategy to enhance generalization and robustness.</a:t>
            </a:r>
            <a:endParaRPr lang="it-IT" sz="2200" dirty="0">
              <a:latin typeface="Calibri Light" panose="020F0302020204030204" pitchFamily="34" charset="0"/>
              <a:ea typeface="Calibri Light" panose="020F0302020204030204" pitchFamily="34" charset="0"/>
              <a:cs typeface="Calibri Light" panose="020F0302020204030204" pitchFamily="34" charset="0"/>
            </a:endParaRPr>
          </a:p>
        </p:txBody>
      </p:sp>
    </p:spTree>
    <p:extLst>
      <p:ext uri="{BB962C8B-B14F-4D97-AF65-F5344CB8AC3E}">
        <p14:creationId xmlns:p14="http://schemas.microsoft.com/office/powerpoint/2010/main" val="1707635349"/>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blipFill>
          <a:blip r:embed="rId2">
            <a:duotone>
              <a:schemeClr val="bg2">
                <a:shade val="88000"/>
                <a:hueMod val="106000"/>
                <a:satMod val="140000"/>
                <a:lumMod val="54000"/>
              </a:schemeClr>
              <a:schemeClr val="bg2">
                <a:tint val="98000"/>
                <a:hueMod val="90000"/>
                <a:satMod val="150000"/>
                <a:lumMod val="160000"/>
              </a:schemeClr>
            </a:duotone>
          </a:blip>
          <a:stretch/>
        </a:blipFill>
        <a:effectLst/>
      </p:bgPr>
    </p:bg>
    <p:spTree>
      <p:nvGrpSpPr>
        <p:cNvPr id="1" name="">
          <a:extLst>
            <a:ext uri="{FF2B5EF4-FFF2-40B4-BE49-F238E27FC236}">
              <a16:creationId xmlns:a16="http://schemas.microsoft.com/office/drawing/2014/main" id="{AEAA63C5-DDAE-3684-FDD5-9C2ADE39E45B}"/>
            </a:ext>
          </a:extLst>
        </p:cNvPr>
        <p:cNvGrpSpPr/>
        <p:nvPr/>
      </p:nvGrpSpPr>
      <p:grpSpPr>
        <a:xfrm>
          <a:off x="0" y="0"/>
          <a:ext cx="0" cy="0"/>
          <a:chOff x="0" y="0"/>
          <a:chExt cx="0" cy="0"/>
        </a:xfrm>
      </p:grpSpPr>
      <p:grpSp>
        <p:nvGrpSpPr>
          <p:cNvPr id="12" name="Group 11">
            <a:extLst>
              <a:ext uri="{FF2B5EF4-FFF2-40B4-BE49-F238E27FC236}">
                <a16:creationId xmlns:a16="http://schemas.microsoft.com/office/drawing/2014/main" id="{62C6D782-6B6F-4B4E-B92B-C8F13A0FED52}"/>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1"/>
            <a:ext cx="12192003" cy="6858001"/>
            <a:chOff x="0" y="-1"/>
            <a:chExt cx="12192003" cy="6858001"/>
          </a:xfrm>
        </p:grpSpPr>
        <p:sp useBgFill="1">
          <p:nvSpPr>
            <p:cNvPr id="13" name="Rectangle 12">
              <a:extLst>
                <a:ext uri="{FF2B5EF4-FFF2-40B4-BE49-F238E27FC236}">
                  <a16:creationId xmlns:a16="http://schemas.microsoft.com/office/drawing/2014/main" id="{E9716FBC-9870-4321-B055-657F96DDF1F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 y="-1"/>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4" name="Picture 2">
              <a:extLst>
                <a:ext uri="{FF2B5EF4-FFF2-40B4-BE49-F238E27FC236}">
                  <a16:creationId xmlns:a16="http://schemas.microsoft.com/office/drawing/2014/main" id="{3720C802-2465-4EF6-9AED-E768D24605A6}"/>
                </a:ext>
                <a:ext uri="{C183D7F6-B498-43B3-948B-1728B52AA6E4}">
                  <adec:decorative xmlns:adec="http://schemas.microsoft.com/office/drawing/2017/decorative" val="1"/>
                </a:ext>
              </a:extLst>
            </p:cNvPr>
            <p:cNvPicPr>
              <a:picLocks noChangeAspect="1" noChangeArrowheads="1"/>
            </p:cNvPicPr>
            <p:nvPr>
              <p:extLst>
                <p:ext uri="{386F3935-93C4-4BCD-93E2-E3B085C9AB24}">
                  <p16:designElem xmlns:p16="http://schemas.microsoft.com/office/powerpoint/2015/main" val="1"/>
                </p:ext>
              </p:extLst>
            </p:nvPr>
          </p:nvPicPr>
          <p:blipFill>
            <a:blip r:embed="rId3">
              <a:alphaModFix amt="30000"/>
              <a:duotone>
                <a:prstClr val="black"/>
                <a:schemeClr val="tx2">
                  <a:tint val="45000"/>
                  <a:satMod val="400000"/>
                </a:schemeClr>
              </a:duotone>
              <a:extLst>
                <a:ext uri="{28A0092B-C50C-407E-A947-70E740481C1C}">
                  <a14:useLocalDpi xmlns:a14="http://schemas.microsoft.com/office/drawing/2010/main" val="0"/>
                </a:ext>
              </a:extLst>
            </a:blip>
            <a:srcRect/>
            <a:stretch>
              <a:fillRect/>
            </a:stretch>
          </p:blipFill>
          <p:spPr bwMode="auto">
            <a:xfrm>
              <a:off x="0" y="-1"/>
              <a:ext cx="12192003" cy="6858001"/>
            </a:xfrm>
            <a:prstGeom prst="rect">
              <a:avLst/>
            </a:prstGeom>
            <a:noFill/>
            <a:extLst>
              <a:ext uri="{909E8E84-426E-40dd-AFC4-6F175D3DCCD1}">
                <a14:hiddenFill xmlns:a14="http://schemas.microsoft.com/office/drawing/2010/main" xmlns:p14="http://schemas.microsoft.com/office/powerpoint/2010/main" xmlns:a16="http://schemas.microsoft.com/office/drawing/2014/main" xmlns="">
                  <a:solidFill>
                    <a:srgbClr val="FFFFFF"/>
                  </a:solidFill>
                </a14:hiddenFill>
              </a:ext>
            </a:extLst>
          </p:spPr>
        </p:pic>
      </p:grpSp>
      <p:grpSp>
        <p:nvGrpSpPr>
          <p:cNvPr id="16" name="Group 15">
            <a:extLst>
              <a:ext uri="{FF2B5EF4-FFF2-40B4-BE49-F238E27FC236}">
                <a16:creationId xmlns:a16="http://schemas.microsoft.com/office/drawing/2014/main" id="{6E532192-EB0D-43D0-8ACF-ABEBADC617E7}"/>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3181779" y="0"/>
            <a:ext cx="2305051" cy="6858001"/>
            <a:chOff x="0" y="0"/>
            <a:chExt cx="2305051" cy="6858001"/>
          </a:xfrm>
          <a:gradFill flip="none" rotWithShape="1">
            <a:gsLst>
              <a:gs pos="0">
                <a:schemeClr val="tx2"/>
              </a:gs>
              <a:gs pos="100000">
                <a:schemeClr val="bg2">
                  <a:lumMod val="60000"/>
                  <a:lumOff val="40000"/>
                </a:schemeClr>
              </a:gs>
            </a:gsLst>
            <a:lin ang="5400000" scaled="0"/>
            <a:tileRect/>
          </a:gradFill>
        </p:grpSpPr>
        <p:sp>
          <p:nvSpPr>
            <p:cNvPr id="17" name="Rectangle 5">
              <a:extLst>
                <a:ext uri="{FF2B5EF4-FFF2-40B4-BE49-F238E27FC236}">
                  <a16:creationId xmlns:a16="http://schemas.microsoft.com/office/drawing/2014/main" id="{A61AEB4E-A65A-4890-AD09-C9ACFB0801BA}"/>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209675" y="4763"/>
              <a:ext cx="23813" cy="2181225"/>
            </a:xfrm>
            <a:prstGeom prst="rect">
              <a:avLst/>
            </a:pr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miter lim="800000"/>
                  <a:headEnd/>
                  <a:tailEnd/>
                </a14:hiddenLine>
              </a:ext>
            </a:extLst>
          </p:spPr>
          <p:txBody>
            <a:bodyPr/>
            <a:lstStyle/>
            <a:p>
              <a:endParaRPr lang="it-IT"/>
            </a:p>
          </p:txBody>
        </p:sp>
        <p:sp>
          <p:nvSpPr>
            <p:cNvPr id="18" name="Freeform 6">
              <a:extLst>
                <a:ext uri="{FF2B5EF4-FFF2-40B4-BE49-F238E27FC236}">
                  <a16:creationId xmlns:a16="http://schemas.microsoft.com/office/drawing/2014/main" id="{528DE10F-D498-4BFB-8B2A-E06AAA1F48DE}"/>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1128713" y="217646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19" name="Freeform 7">
              <a:extLst>
                <a:ext uri="{FF2B5EF4-FFF2-40B4-BE49-F238E27FC236}">
                  <a16:creationId xmlns:a16="http://schemas.microsoft.com/office/drawing/2014/main" id="{EA9A7A15-77B2-4771-B979-8F0E0626AC4F}"/>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1123950" y="4021138"/>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20" name="Rectangle 8">
              <a:extLst>
                <a:ext uri="{FF2B5EF4-FFF2-40B4-BE49-F238E27FC236}">
                  <a16:creationId xmlns:a16="http://schemas.microsoft.com/office/drawing/2014/main" id="{91C3D14F-54C6-49E0-BB0E-DAEA3688A875}"/>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414338" y="9525"/>
              <a:ext cx="28575" cy="4481513"/>
            </a:xfrm>
            <a:prstGeom prst="rect">
              <a:avLst/>
            </a:pr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miter lim="800000"/>
                  <a:headEnd/>
                  <a:tailEnd/>
                </a14:hiddenLine>
              </a:ext>
            </a:extLst>
          </p:spPr>
          <p:txBody>
            <a:bodyPr/>
            <a:lstStyle/>
            <a:p>
              <a:endParaRPr lang="it-IT"/>
            </a:p>
          </p:txBody>
        </p:sp>
        <p:sp>
          <p:nvSpPr>
            <p:cNvPr id="21" name="Freeform 9">
              <a:extLst>
                <a:ext uri="{FF2B5EF4-FFF2-40B4-BE49-F238E27FC236}">
                  <a16:creationId xmlns:a16="http://schemas.microsoft.com/office/drawing/2014/main" id="{693A8E0B-9819-41E1-979C-44F08FECF5D9}"/>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333375" y="44815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22" name="Freeform 10">
              <a:extLst>
                <a:ext uri="{FF2B5EF4-FFF2-40B4-BE49-F238E27FC236}">
                  <a16:creationId xmlns:a16="http://schemas.microsoft.com/office/drawing/2014/main" id="{31C3E5DB-A7A3-4EAE-9026-F9B8F12EC1E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90500" y="9525"/>
              <a:ext cx="152400" cy="908050"/>
            </a:xfrm>
            <a:custGeom>
              <a:avLst/>
              <a:gdLst/>
              <a:ahLst/>
              <a:cxnLst/>
              <a:rect l="0" t="0" r="r" b="b"/>
              <a:pathLst>
                <a:path w="96" h="572">
                  <a:moveTo>
                    <a:pt x="15" y="572"/>
                  </a:moveTo>
                  <a:lnTo>
                    <a:pt x="0" y="566"/>
                  </a:lnTo>
                  <a:lnTo>
                    <a:pt x="81" y="380"/>
                  </a:lnTo>
                  <a:lnTo>
                    <a:pt x="81" y="0"/>
                  </a:lnTo>
                  <a:lnTo>
                    <a:pt x="96" y="0"/>
                  </a:lnTo>
                  <a:lnTo>
                    <a:pt x="96" y="383"/>
                  </a:lnTo>
                  <a:lnTo>
                    <a:pt x="15" y="572"/>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23" name="Freeform 11">
              <a:extLst>
                <a:ext uri="{FF2B5EF4-FFF2-40B4-BE49-F238E27FC236}">
                  <a16:creationId xmlns:a16="http://schemas.microsoft.com/office/drawing/2014/main" id="{DCA25288-1A1B-4F47-B482-9A847602E23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290638" y="14288"/>
              <a:ext cx="376238" cy="1801813"/>
            </a:xfrm>
            <a:custGeom>
              <a:avLst/>
              <a:gdLst/>
              <a:ahLst/>
              <a:cxnLst/>
              <a:rect l="0" t="0" r="r" b="b"/>
              <a:pathLst>
                <a:path w="237" h="1135">
                  <a:moveTo>
                    <a:pt x="222" y="1135"/>
                  </a:moveTo>
                  <a:lnTo>
                    <a:pt x="0" y="620"/>
                  </a:lnTo>
                  <a:lnTo>
                    <a:pt x="0" y="0"/>
                  </a:lnTo>
                  <a:lnTo>
                    <a:pt x="18" y="0"/>
                  </a:lnTo>
                  <a:lnTo>
                    <a:pt x="18" y="617"/>
                  </a:lnTo>
                  <a:lnTo>
                    <a:pt x="237" y="1129"/>
                  </a:lnTo>
                  <a:lnTo>
                    <a:pt x="222" y="1135"/>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24" name="Freeform 12">
              <a:extLst>
                <a:ext uri="{FF2B5EF4-FFF2-40B4-BE49-F238E27FC236}">
                  <a16:creationId xmlns:a16="http://schemas.microsoft.com/office/drawing/2014/main" id="{14B443AB-E1B9-4C40-BA70-8F6CAD01F214}"/>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1600200" y="1801813"/>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25" name="Freeform 13">
              <a:extLst>
                <a:ext uri="{FF2B5EF4-FFF2-40B4-BE49-F238E27FC236}">
                  <a16:creationId xmlns:a16="http://schemas.microsoft.com/office/drawing/2014/main" id="{85A198B7-B595-43D6-828B-3A6D8532231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381125" y="9525"/>
              <a:ext cx="371475" cy="1425575"/>
            </a:xfrm>
            <a:custGeom>
              <a:avLst/>
              <a:gdLst/>
              <a:ahLst/>
              <a:cxnLst/>
              <a:rect l="0" t="0" r="r" b="b"/>
              <a:pathLst>
                <a:path w="234" h="898">
                  <a:moveTo>
                    <a:pt x="219" y="898"/>
                  </a:moveTo>
                  <a:lnTo>
                    <a:pt x="0" y="383"/>
                  </a:lnTo>
                  <a:lnTo>
                    <a:pt x="0" y="0"/>
                  </a:lnTo>
                  <a:lnTo>
                    <a:pt x="15" y="0"/>
                  </a:lnTo>
                  <a:lnTo>
                    <a:pt x="15" y="380"/>
                  </a:lnTo>
                  <a:lnTo>
                    <a:pt x="234" y="892"/>
                  </a:lnTo>
                  <a:lnTo>
                    <a:pt x="219" y="898"/>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26" name="Freeform 14">
              <a:extLst>
                <a:ext uri="{FF2B5EF4-FFF2-40B4-BE49-F238E27FC236}">
                  <a16:creationId xmlns:a16="http://schemas.microsoft.com/office/drawing/2014/main" id="{F310B986-AB70-4FCE-85CC-A7FB750ABD7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643063" y="0"/>
              <a:ext cx="152400" cy="912813"/>
            </a:xfrm>
            <a:custGeom>
              <a:avLst/>
              <a:gdLst/>
              <a:ahLst/>
              <a:cxnLst/>
              <a:rect l="0" t="0" r="r" b="b"/>
              <a:pathLst>
                <a:path w="96" h="575">
                  <a:moveTo>
                    <a:pt x="96" y="575"/>
                  </a:moveTo>
                  <a:lnTo>
                    <a:pt x="78" y="575"/>
                  </a:lnTo>
                  <a:lnTo>
                    <a:pt x="78" y="192"/>
                  </a:lnTo>
                  <a:lnTo>
                    <a:pt x="0" y="6"/>
                  </a:lnTo>
                  <a:lnTo>
                    <a:pt x="15" y="0"/>
                  </a:lnTo>
                  <a:lnTo>
                    <a:pt x="96" y="189"/>
                  </a:lnTo>
                  <a:lnTo>
                    <a:pt x="96" y="575"/>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27" name="Freeform 15">
              <a:extLst>
                <a:ext uri="{FF2B5EF4-FFF2-40B4-BE49-F238E27FC236}">
                  <a16:creationId xmlns:a16="http://schemas.microsoft.com/office/drawing/2014/main" id="{58F94A36-E150-4C70-87E6-89E6368F1FB0}"/>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1685925" y="14208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28" name="Freeform 16">
              <a:extLst>
                <a:ext uri="{FF2B5EF4-FFF2-40B4-BE49-F238E27FC236}">
                  <a16:creationId xmlns:a16="http://schemas.microsoft.com/office/drawing/2014/main" id="{885088E1-2931-4D8D-869D-72334C5961D5}"/>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1685925" y="9032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29" name="Freeform 17">
              <a:extLst>
                <a:ext uri="{FF2B5EF4-FFF2-40B4-BE49-F238E27FC236}">
                  <a16:creationId xmlns:a16="http://schemas.microsoft.com/office/drawing/2014/main" id="{7AE9D160-3F56-4C52-9ED9-A6BAAA329CE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743075" y="4763"/>
              <a:ext cx="419100" cy="522288"/>
            </a:xfrm>
            <a:custGeom>
              <a:avLst/>
              <a:gdLst/>
              <a:ahLst/>
              <a:cxnLst/>
              <a:rect l="0" t="0" r="r" b="b"/>
              <a:pathLst>
                <a:path w="264" h="329">
                  <a:moveTo>
                    <a:pt x="252" y="329"/>
                  </a:moveTo>
                  <a:lnTo>
                    <a:pt x="45" y="120"/>
                  </a:lnTo>
                  <a:lnTo>
                    <a:pt x="0" y="6"/>
                  </a:lnTo>
                  <a:lnTo>
                    <a:pt x="15" y="0"/>
                  </a:lnTo>
                  <a:lnTo>
                    <a:pt x="60" y="111"/>
                  </a:lnTo>
                  <a:lnTo>
                    <a:pt x="264" y="317"/>
                  </a:lnTo>
                  <a:lnTo>
                    <a:pt x="252" y="329"/>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30" name="Freeform 18">
              <a:extLst>
                <a:ext uri="{FF2B5EF4-FFF2-40B4-BE49-F238E27FC236}">
                  <a16:creationId xmlns:a16="http://schemas.microsoft.com/office/drawing/2014/main" id="{79F3F7A1-0C51-41DA-9DA6-8E90E3E35A93}"/>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2119313" y="488950"/>
              <a:ext cx="161925" cy="147638"/>
            </a:xfrm>
            <a:custGeom>
              <a:avLst/>
              <a:gdLst/>
              <a:ahLst/>
              <a:cxnLst/>
              <a:rect l="0" t="0" r="r" b="b"/>
              <a:pathLst>
                <a:path w="34" h="31">
                  <a:moveTo>
                    <a:pt x="17" y="31"/>
                  </a:moveTo>
                  <a:cubicBezTo>
                    <a:pt x="13" y="31"/>
                    <a:pt x="9" y="30"/>
                    <a:pt x="6" y="27"/>
                  </a:cubicBezTo>
                  <a:cubicBezTo>
                    <a:pt x="0" y="20"/>
                    <a:pt x="0" y="10"/>
                    <a:pt x="6" y="4"/>
                  </a:cubicBezTo>
                  <a:cubicBezTo>
                    <a:pt x="9" y="1"/>
                    <a:pt x="13" y="0"/>
                    <a:pt x="17" y="0"/>
                  </a:cubicBezTo>
                  <a:cubicBezTo>
                    <a:pt x="21" y="0"/>
                    <a:pt x="25" y="1"/>
                    <a:pt x="28" y="4"/>
                  </a:cubicBezTo>
                  <a:cubicBezTo>
                    <a:pt x="34" y="10"/>
                    <a:pt x="34" y="20"/>
                    <a:pt x="28" y="27"/>
                  </a:cubicBezTo>
                  <a:cubicBezTo>
                    <a:pt x="25" y="30"/>
                    <a:pt x="21" y="31"/>
                    <a:pt x="17" y="31"/>
                  </a:cubicBezTo>
                  <a:close/>
                  <a:moveTo>
                    <a:pt x="17" y="4"/>
                  </a:moveTo>
                  <a:cubicBezTo>
                    <a:pt x="14" y="4"/>
                    <a:pt x="11" y="5"/>
                    <a:pt x="9" y="7"/>
                  </a:cubicBezTo>
                  <a:cubicBezTo>
                    <a:pt x="4" y="12"/>
                    <a:pt x="4" y="19"/>
                    <a:pt x="9" y="24"/>
                  </a:cubicBezTo>
                  <a:cubicBezTo>
                    <a:pt x="11" y="26"/>
                    <a:pt x="14" y="27"/>
                    <a:pt x="17" y="27"/>
                  </a:cubicBezTo>
                  <a:cubicBezTo>
                    <a:pt x="20" y="27"/>
                    <a:pt x="23" y="26"/>
                    <a:pt x="25" y="24"/>
                  </a:cubicBezTo>
                  <a:cubicBezTo>
                    <a:pt x="30" y="19"/>
                    <a:pt x="30" y="12"/>
                    <a:pt x="25" y="7"/>
                  </a:cubicBezTo>
                  <a:cubicBezTo>
                    <a:pt x="23" y="5"/>
                    <a:pt x="20" y="4"/>
                    <a:pt x="17"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31" name="Freeform 19">
              <a:extLst>
                <a:ext uri="{FF2B5EF4-FFF2-40B4-BE49-F238E27FC236}">
                  <a16:creationId xmlns:a16="http://schemas.microsoft.com/office/drawing/2014/main" id="{DD9A2A46-D55F-4922-A01B-3F8DBED6219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952500" y="4763"/>
              <a:ext cx="152400" cy="908050"/>
            </a:xfrm>
            <a:custGeom>
              <a:avLst/>
              <a:gdLst/>
              <a:ahLst/>
              <a:cxnLst/>
              <a:rect l="0" t="0" r="r" b="b"/>
              <a:pathLst>
                <a:path w="96" h="572">
                  <a:moveTo>
                    <a:pt x="15" y="572"/>
                  </a:moveTo>
                  <a:lnTo>
                    <a:pt x="0" y="572"/>
                  </a:lnTo>
                  <a:lnTo>
                    <a:pt x="0" y="189"/>
                  </a:lnTo>
                  <a:lnTo>
                    <a:pt x="81" y="0"/>
                  </a:lnTo>
                  <a:lnTo>
                    <a:pt x="96" y="6"/>
                  </a:lnTo>
                  <a:lnTo>
                    <a:pt x="15" y="192"/>
                  </a:lnTo>
                  <a:lnTo>
                    <a:pt x="15" y="572"/>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32" name="Freeform 20">
              <a:extLst>
                <a:ext uri="{FF2B5EF4-FFF2-40B4-BE49-F238E27FC236}">
                  <a16:creationId xmlns:a16="http://schemas.microsoft.com/office/drawing/2014/main" id="{0AA17DFB-AEBE-4499-865B-B70381244269}"/>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866775" y="9032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2"/>
                    <a:pt x="4" y="20"/>
                  </a:cubicBezTo>
                  <a:cubicBezTo>
                    <a:pt x="4" y="29"/>
                    <a:pt x="11" y="36"/>
                    <a:pt x="20" y="36"/>
                  </a:cubicBezTo>
                  <a:cubicBezTo>
                    <a:pt x="29" y="36"/>
                    <a:pt x="36" y="29"/>
                    <a:pt x="36" y="20"/>
                  </a:cubicBezTo>
                  <a:cubicBezTo>
                    <a:pt x="36" y="12"/>
                    <a:pt x="29"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33" name="Freeform 21">
              <a:extLst>
                <a:ext uri="{FF2B5EF4-FFF2-40B4-BE49-F238E27FC236}">
                  <a16:creationId xmlns:a16="http://schemas.microsoft.com/office/drawing/2014/main" id="{057EE8DA-45A6-49F5-8818-666095A68408}"/>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890588" y="155416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8"/>
                    <a:pt x="11" y="36"/>
                    <a:pt x="20" y="36"/>
                  </a:cubicBezTo>
                  <a:cubicBezTo>
                    <a:pt x="29" y="36"/>
                    <a:pt x="36" y="28"/>
                    <a:pt x="36" y="20"/>
                  </a:cubicBezTo>
                  <a:cubicBezTo>
                    <a:pt x="36" y="11"/>
                    <a:pt x="29"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34" name="Freeform 22">
              <a:extLst>
                <a:ext uri="{FF2B5EF4-FFF2-40B4-BE49-F238E27FC236}">
                  <a16:creationId xmlns:a16="http://schemas.microsoft.com/office/drawing/2014/main" id="{8ADAA219-132F-41F3-BFAB-896804CF967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738188" y="5622925"/>
              <a:ext cx="338138" cy="1216025"/>
            </a:xfrm>
            <a:custGeom>
              <a:avLst/>
              <a:gdLst/>
              <a:ahLst/>
              <a:cxnLst/>
              <a:rect l="0" t="0" r="r" b="b"/>
              <a:pathLst>
                <a:path w="213" h="766">
                  <a:moveTo>
                    <a:pt x="213" y="766"/>
                  </a:moveTo>
                  <a:lnTo>
                    <a:pt x="195" y="766"/>
                  </a:lnTo>
                  <a:lnTo>
                    <a:pt x="195" y="464"/>
                  </a:lnTo>
                  <a:lnTo>
                    <a:pt x="0" y="6"/>
                  </a:lnTo>
                  <a:lnTo>
                    <a:pt x="12" y="0"/>
                  </a:lnTo>
                  <a:lnTo>
                    <a:pt x="213" y="461"/>
                  </a:lnTo>
                  <a:lnTo>
                    <a:pt x="213" y="766"/>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35" name="Freeform 23">
              <a:extLst>
                <a:ext uri="{FF2B5EF4-FFF2-40B4-BE49-F238E27FC236}">
                  <a16:creationId xmlns:a16="http://schemas.microsoft.com/office/drawing/2014/main" id="{0593EFB1-DC77-417B-B5BC-0900A29F86B6}"/>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647700" y="5480050"/>
              <a:ext cx="157163" cy="157163"/>
            </a:xfrm>
            <a:custGeom>
              <a:avLst/>
              <a:gdLst/>
              <a:ahLst/>
              <a:cxnLst/>
              <a:rect l="0" t="0" r="r" b="b"/>
              <a:pathLst>
                <a:path w="33" h="33">
                  <a:moveTo>
                    <a:pt x="17" y="33"/>
                  </a:moveTo>
                  <a:cubicBezTo>
                    <a:pt x="8" y="33"/>
                    <a:pt x="0" y="26"/>
                    <a:pt x="0" y="17"/>
                  </a:cubicBezTo>
                  <a:cubicBezTo>
                    <a:pt x="0" y="8"/>
                    <a:pt x="8" y="0"/>
                    <a:pt x="17" y="0"/>
                  </a:cubicBezTo>
                  <a:cubicBezTo>
                    <a:pt x="26" y="0"/>
                    <a:pt x="33" y="8"/>
                    <a:pt x="33" y="17"/>
                  </a:cubicBezTo>
                  <a:cubicBezTo>
                    <a:pt x="33" y="26"/>
                    <a:pt x="26" y="33"/>
                    <a:pt x="17" y="33"/>
                  </a:cubicBezTo>
                  <a:close/>
                  <a:moveTo>
                    <a:pt x="17" y="4"/>
                  </a:moveTo>
                  <a:cubicBezTo>
                    <a:pt x="10" y="4"/>
                    <a:pt x="4" y="10"/>
                    <a:pt x="4" y="17"/>
                  </a:cubicBezTo>
                  <a:cubicBezTo>
                    <a:pt x="4" y="24"/>
                    <a:pt x="10" y="29"/>
                    <a:pt x="17" y="29"/>
                  </a:cubicBezTo>
                  <a:cubicBezTo>
                    <a:pt x="23" y="29"/>
                    <a:pt x="29" y="24"/>
                    <a:pt x="29" y="17"/>
                  </a:cubicBezTo>
                  <a:cubicBezTo>
                    <a:pt x="29" y="10"/>
                    <a:pt x="23" y="4"/>
                    <a:pt x="17"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36" name="Freeform 24">
              <a:extLst>
                <a:ext uri="{FF2B5EF4-FFF2-40B4-BE49-F238E27FC236}">
                  <a16:creationId xmlns:a16="http://schemas.microsoft.com/office/drawing/2014/main" id="{95C9F90E-2399-40F1-BB67-3EEDFC360A8B}"/>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66675" y="903288"/>
              <a:ext cx="190500" cy="190500"/>
            </a:xfrm>
            <a:custGeom>
              <a:avLst/>
              <a:gdLst/>
              <a:ahLst/>
              <a:cxnLst/>
              <a:rect l="0" t="0" r="r" b="b"/>
              <a:pathLst>
                <a:path w="40" h="40">
                  <a:moveTo>
                    <a:pt x="20" y="40"/>
                  </a:moveTo>
                  <a:cubicBezTo>
                    <a:pt x="9" y="40"/>
                    <a:pt x="0" y="31"/>
                    <a:pt x="0" y="20"/>
                  </a:cubicBezTo>
                  <a:cubicBezTo>
                    <a:pt x="0" y="9"/>
                    <a:pt x="9" y="0"/>
                    <a:pt x="20" y="0"/>
                  </a:cubicBezTo>
                  <a:cubicBezTo>
                    <a:pt x="32" y="0"/>
                    <a:pt x="40" y="9"/>
                    <a:pt x="40" y="20"/>
                  </a:cubicBezTo>
                  <a:cubicBezTo>
                    <a:pt x="40" y="31"/>
                    <a:pt x="32" y="40"/>
                    <a:pt x="20" y="40"/>
                  </a:cubicBezTo>
                  <a:close/>
                  <a:moveTo>
                    <a:pt x="20" y="4"/>
                  </a:moveTo>
                  <a:cubicBezTo>
                    <a:pt x="12" y="4"/>
                    <a:pt x="4" y="12"/>
                    <a:pt x="4" y="20"/>
                  </a:cubicBezTo>
                  <a:cubicBezTo>
                    <a:pt x="4" y="29"/>
                    <a:pt x="12" y="36"/>
                    <a:pt x="20" y="36"/>
                  </a:cubicBezTo>
                  <a:cubicBezTo>
                    <a:pt x="29" y="36"/>
                    <a:pt x="36" y="29"/>
                    <a:pt x="36" y="20"/>
                  </a:cubicBezTo>
                  <a:cubicBezTo>
                    <a:pt x="36" y="12"/>
                    <a:pt x="29"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37" name="Freeform 25">
              <a:extLst>
                <a:ext uri="{FF2B5EF4-FFF2-40B4-BE49-F238E27FC236}">
                  <a16:creationId xmlns:a16="http://schemas.microsoft.com/office/drawing/2014/main" id="{59635033-7842-47F7-869E-EB54B03BE9D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0" y="3897313"/>
              <a:ext cx="133350" cy="266700"/>
            </a:xfrm>
            <a:custGeom>
              <a:avLst/>
              <a:gdLst/>
              <a:ahLst/>
              <a:cxnLst/>
              <a:rect l="0" t="0" r="r" b="b"/>
              <a:pathLst>
                <a:path w="84" h="168">
                  <a:moveTo>
                    <a:pt x="69" y="168"/>
                  </a:moveTo>
                  <a:lnTo>
                    <a:pt x="0" y="6"/>
                  </a:lnTo>
                  <a:lnTo>
                    <a:pt x="12" y="0"/>
                  </a:lnTo>
                  <a:lnTo>
                    <a:pt x="84" y="162"/>
                  </a:lnTo>
                  <a:lnTo>
                    <a:pt x="69" y="168"/>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9" name="Freeform 26">
              <a:extLst>
                <a:ext uri="{FF2B5EF4-FFF2-40B4-BE49-F238E27FC236}">
                  <a16:creationId xmlns:a16="http://schemas.microsoft.com/office/drawing/2014/main" id="{06710716-F4FF-4D2D-BD4D-3A1C29D5DA58}"/>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66675" y="4149725"/>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8"/>
                    <a:pt x="11" y="36"/>
                    <a:pt x="20" y="36"/>
                  </a:cubicBezTo>
                  <a:cubicBezTo>
                    <a:pt x="29" y="36"/>
                    <a:pt x="36" y="28"/>
                    <a:pt x="36" y="20"/>
                  </a:cubicBezTo>
                  <a:cubicBezTo>
                    <a:pt x="36" y="11"/>
                    <a:pt x="29"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39" name="Freeform 27">
              <a:extLst>
                <a:ext uri="{FF2B5EF4-FFF2-40B4-BE49-F238E27FC236}">
                  <a16:creationId xmlns:a16="http://schemas.microsoft.com/office/drawing/2014/main" id="{DD91BF26-5487-4130-87F9-0B56EA0B067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0" y="1644650"/>
              <a:ext cx="133350" cy="269875"/>
            </a:xfrm>
            <a:custGeom>
              <a:avLst/>
              <a:gdLst/>
              <a:ahLst/>
              <a:cxnLst/>
              <a:rect l="0" t="0" r="r" b="b"/>
              <a:pathLst>
                <a:path w="84" h="170">
                  <a:moveTo>
                    <a:pt x="12" y="170"/>
                  </a:moveTo>
                  <a:lnTo>
                    <a:pt x="0" y="164"/>
                  </a:lnTo>
                  <a:lnTo>
                    <a:pt x="69" y="0"/>
                  </a:lnTo>
                  <a:lnTo>
                    <a:pt x="84" y="6"/>
                  </a:lnTo>
                  <a:lnTo>
                    <a:pt x="12" y="170"/>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40" name="Freeform 28">
              <a:extLst>
                <a:ext uri="{FF2B5EF4-FFF2-40B4-BE49-F238E27FC236}">
                  <a16:creationId xmlns:a16="http://schemas.microsoft.com/office/drawing/2014/main" id="{DCAE746E-F56B-4E02-A50E-358503AB5F73}"/>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66675" y="146843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8"/>
                    <a:pt x="11" y="36"/>
                    <a:pt x="20" y="36"/>
                  </a:cubicBezTo>
                  <a:cubicBezTo>
                    <a:pt x="29" y="36"/>
                    <a:pt x="36" y="28"/>
                    <a:pt x="36" y="20"/>
                  </a:cubicBezTo>
                  <a:cubicBezTo>
                    <a:pt x="36" y="11"/>
                    <a:pt x="29"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41" name="Freeform 29">
              <a:extLst>
                <a:ext uri="{FF2B5EF4-FFF2-40B4-BE49-F238E27FC236}">
                  <a16:creationId xmlns:a16="http://schemas.microsoft.com/office/drawing/2014/main" id="{81DB5307-35A1-4FFB-A8E6-C6AB7703A8E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695325" y="4763"/>
              <a:ext cx="309563" cy="1558925"/>
            </a:xfrm>
            <a:custGeom>
              <a:avLst/>
              <a:gdLst/>
              <a:ahLst/>
              <a:cxnLst/>
              <a:rect l="0" t="0" r="r" b="b"/>
              <a:pathLst>
                <a:path w="195" h="982">
                  <a:moveTo>
                    <a:pt x="195" y="982"/>
                  </a:moveTo>
                  <a:lnTo>
                    <a:pt x="177" y="982"/>
                  </a:lnTo>
                  <a:lnTo>
                    <a:pt x="177" y="805"/>
                  </a:lnTo>
                  <a:lnTo>
                    <a:pt x="0" y="629"/>
                  </a:lnTo>
                  <a:lnTo>
                    <a:pt x="0" y="0"/>
                  </a:lnTo>
                  <a:lnTo>
                    <a:pt x="18" y="0"/>
                  </a:lnTo>
                  <a:lnTo>
                    <a:pt x="18" y="623"/>
                  </a:lnTo>
                  <a:lnTo>
                    <a:pt x="195" y="796"/>
                  </a:lnTo>
                  <a:lnTo>
                    <a:pt x="195" y="982"/>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42" name="Freeform 30">
              <a:extLst>
                <a:ext uri="{FF2B5EF4-FFF2-40B4-BE49-F238E27FC236}">
                  <a16:creationId xmlns:a16="http://schemas.microsoft.com/office/drawing/2014/main" id="{052F6C49-049E-4FBC-A090-64B559CC10C2}"/>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57150" y="4881563"/>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43" name="Freeform 31">
              <a:extLst>
                <a:ext uri="{FF2B5EF4-FFF2-40B4-BE49-F238E27FC236}">
                  <a16:creationId xmlns:a16="http://schemas.microsoft.com/office/drawing/2014/main" id="{B520037F-DF6D-49C9-937E-D7617F8DC86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38113" y="5060950"/>
              <a:ext cx="304800" cy="1778000"/>
            </a:xfrm>
            <a:custGeom>
              <a:avLst/>
              <a:gdLst/>
              <a:ahLst/>
              <a:cxnLst/>
              <a:rect l="0" t="0" r="r" b="b"/>
              <a:pathLst>
                <a:path w="192" h="1120">
                  <a:moveTo>
                    <a:pt x="192" y="1120"/>
                  </a:moveTo>
                  <a:lnTo>
                    <a:pt x="177" y="1120"/>
                  </a:lnTo>
                  <a:lnTo>
                    <a:pt x="177" y="360"/>
                  </a:lnTo>
                  <a:lnTo>
                    <a:pt x="0" y="183"/>
                  </a:lnTo>
                  <a:lnTo>
                    <a:pt x="0" y="0"/>
                  </a:lnTo>
                  <a:lnTo>
                    <a:pt x="15" y="0"/>
                  </a:lnTo>
                  <a:lnTo>
                    <a:pt x="15" y="177"/>
                  </a:lnTo>
                  <a:lnTo>
                    <a:pt x="192" y="354"/>
                  </a:lnTo>
                  <a:lnTo>
                    <a:pt x="192" y="1120"/>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44" name="Freeform 32">
              <a:extLst>
                <a:ext uri="{FF2B5EF4-FFF2-40B4-BE49-F238E27FC236}">
                  <a16:creationId xmlns:a16="http://schemas.microsoft.com/office/drawing/2014/main" id="{D65483B0-4562-4071-8E79-BFF7E3407B92}"/>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561975" y="6430963"/>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45" name="Rectangle 33">
              <a:extLst>
                <a:ext uri="{FF2B5EF4-FFF2-40B4-BE49-F238E27FC236}">
                  <a16:creationId xmlns:a16="http://schemas.microsoft.com/office/drawing/2014/main" id="{B537F264-B801-4F97-8091-41E16CA52FE1}"/>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642938" y="6610350"/>
              <a:ext cx="23813" cy="242888"/>
            </a:xfrm>
            <a:prstGeom prst="rect">
              <a:avLst/>
            </a:pr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miter lim="800000"/>
                  <a:headEnd/>
                  <a:tailEnd/>
                </a14:hiddenLine>
              </a:ext>
            </a:extLst>
          </p:spPr>
          <p:txBody>
            <a:bodyPr/>
            <a:lstStyle/>
            <a:p>
              <a:endParaRPr lang="it-IT"/>
            </a:p>
          </p:txBody>
        </p:sp>
        <p:sp>
          <p:nvSpPr>
            <p:cNvPr id="46" name="Freeform 34">
              <a:extLst>
                <a:ext uri="{FF2B5EF4-FFF2-40B4-BE49-F238E27FC236}">
                  <a16:creationId xmlns:a16="http://schemas.microsoft.com/office/drawing/2014/main" id="{CF0D86E0-647F-437F-AA71-72A789B0D2C7}"/>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76200" y="6430963"/>
              <a:ext cx="190500" cy="188913"/>
            </a:xfrm>
            <a:custGeom>
              <a:avLst/>
              <a:gdLst/>
              <a:ahLst/>
              <a:cxnLst/>
              <a:rect l="0" t="0" r="r" b="b"/>
              <a:pathLst>
                <a:path w="40" h="40">
                  <a:moveTo>
                    <a:pt x="20" y="40"/>
                  </a:moveTo>
                  <a:cubicBezTo>
                    <a:pt x="9" y="40"/>
                    <a:pt x="0" y="31"/>
                    <a:pt x="0" y="20"/>
                  </a:cubicBezTo>
                  <a:cubicBezTo>
                    <a:pt x="0" y="9"/>
                    <a:pt x="9" y="0"/>
                    <a:pt x="20" y="0"/>
                  </a:cubicBezTo>
                  <a:cubicBezTo>
                    <a:pt x="32" y="0"/>
                    <a:pt x="40" y="9"/>
                    <a:pt x="40" y="20"/>
                  </a:cubicBezTo>
                  <a:cubicBezTo>
                    <a:pt x="40" y="31"/>
                    <a:pt x="32"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47" name="Freeform 35">
              <a:extLst>
                <a:ext uri="{FF2B5EF4-FFF2-40B4-BE49-F238E27FC236}">
                  <a16:creationId xmlns:a16="http://schemas.microsoft.com/office/drawing/2014/main" id="{D72C3866-21D1-48D0-899E-938892FF3D7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0" y="5978525"/>
              <a:ext cx="190500" cy="461963"/>
            </a:xfrm>
            <a:custGeom>
              <a:avLst/>
              <a:gdLst/>
              <a:ahLst/>
              <a:cxnLst/>
              <a:rect l="0" t="0" r="r" b="b"/>
              <a:pathLst>
                <a:path w="120" h="291">
                  <a:moveTo>
                    <a:pt x="120" y="291"/>
                  </a:moveTo>
                  <a:lnTo>
                    <a:pt x="105" y="291"/>
                  </a:lnTo>
                  <a:lnTo>
                    <a:pt x="105" y="114"/>
                  </a:lnTo>
                  <a:lnTo>
                    <a:pt x="0" y="9"/>
                  </a:lnTo>
                  <a:lnTo>
                    <a:pt x="12" y="0"/>
                  </a:lnTo>
                  <a:lnTo>
                    <a:pt x="120" y="108"/>
                  </a:lnTo>
                  <a:lnTo>
                    <a:pt x="120" y="291"/>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48" name="Freeform 36">
              <a:extLst>
                <a:ext uri="{FF2B5EF4-FFF2-40B4-BE49-F238E27FC236}">
                  <a16:creationId xmlns:a16="http://schemas.microsoft.com/office/drawing/2014/main" id="{4E94AC39-CDCB-4B11-BE08-FABED0C00FD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014413" y="1801813"/>
              <a:ext cx="214313" cy="755650"/>
            </a:xfrm>
            <a:custGeom>
              <a:avLst/>
              <a:gdLst/>
              <a:ahLst/>
              <a:cxnLst/>
              <a:rect l="0" t="0" r="r" b="b"/>
              <a:pathLst>
                <a:path w="135" h="476">
                  <a:moveTo>
                    <a:pt x="12" y="476"/>
                  </a:moveTo>
                  <a:lnTo>
                    <a:pt x="0" y="476"/>
                  </a:lnTo>
                  <a:lnTo>
                    <a:pt x="0" y="128"/>
                  </a:lnTo>
                  <a:lnTo>
                    <a:pt x="126" y="0"/>
                  </a:lnTo>
                  <a:lnTo>
                    <a:pt x="135" y="9"/>
                  </a:lnTo>
                  <a:lnTo>
                    <a:pt x="12" y="131"/>
                  </a:lnTo>
                  <a:lnTo>
                    <a:pt x="12" y="476"/>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49" name="Freeform 37">
              <a:extLst>
                <a:ext uri="{FF2B5EF4-FFF2-40B4-BE49-F238E27FC236}">
                  <a16:creationId xmlns:a16="http://schemas.microsoft.com/office/drawing/2014/main" id="{29C7F939-61B9-467B-AC85-C146594B803A}"/>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938213" y="2547938"/>
              <a:ext cx="166688" cy="160338"/>
            </a:xfrm>
            <a:custGeom>
              <a:avLst/>
              <a:gdLst/>
              <a:ahLst/>
              <a:cxnLst/>
              <a:rect l="0" t="0" r="r" b="b"/>
              <a:pathLst>
                <a:path w="35" h="34">
                  <a:moveTo>
                    <a:pt x="18" y="34"/>
                  </a:moveTo>
                  <a:cubicBezTo>
                    <a:pt x="8" y="34"/>
                    <a:pt x="0" y="26"/>
                    <a:pt x="0" y="17"/>
                  </a:cubicBezTo>
                  <a:cubicBezTo>
                    <a:pt x="0" y="7"/>
                    <a:pt x="8" y="0"/>
                    <a:pt x="18" y="0"/>
                  </a:cubicBezTo>
                  <a:cubicBezTo>
                    <a:pt x="27" y="0"/>
                    <a:pt x="35" y="7"/>
                    <a:pt x="35" y="17"/>
                  </a:cubicBezTo>
                  <a:cubicBezTo>
                    <a:pt x="35" y="26"/>
                    <a:pt x="27" y="34"/>
                    <a:pt x="18" y="34"/>
                  </a:cubicBezTo>
                  <a:close/>
                  <a:moveTo>
                    <a:pt x="18" y="4"/>
                  </a:moveTo>
                  <a:cubicBezTo>
                    <a:pt x="10" y="4"/>
                    <a:pt x="4" y="10"/>
                    <a:pt x="4" y="17"/>
                  </a:cubicBezTo>
                  <a:cubicBezTo>
                    <a:pt x="4" y="24"/>
                    <a:pt x="10" y="30"/>
                    <a:pt x="18" y="30"/>
                  </a:cubicBezTo>
                  <a:cubicBezTo>
                    <a:pt x="25" y="30"/>
                    <a:pt x="31" y="24"/>
                    <a:pt x="31" y="17"/>
                  </a:cubicBezTo>
                  <a:cubicBezTo>
                    <a:pt x="31" y="10"/>
                    <a:pt x="25" y="4"/>
                    <a:pt x="18"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50" name="Freeform 38">
              <a:extLst>
                <a:ext uri="{FF2B5EF4-FFF2-40B4-BE49-F238E27FC236}">
                  <a16:creationId xmlns:a16="http://schemas.microsoft.com/office/drawing/2014/main" id="{0B851A48-E333-49BD-8150-3E207F2F5E0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595313" y="4763"/>
              <a:ext cx="638175" cy="4025900"/>
            </a:xfrm>
            <a:custGeom>
              <a:avLst/>
              <a:gdLst/>
              <a:ahLst/>
              <a:cxnLst/>
              <a:rect l="0" t="0" r="r" b="b"/>
              <a:pathLst>
                <a:path w="402" h="2536">
                  <a:moveTo>
                    <a:pt x="402" y="2536"/>
                  </a:moveTo>
                  <a:lnTo>
                    <a:pt x="387" y="2536"/>
                  </a:lnTo>
                  <a:lnTo>
                    <a:pt x="387" y="2311"/>
                  </a:lnTo>
                  <a:lnTo>
                    <a:pt x="0" y="1925"/>
                  </a:lnTo>
                  <a:lnTo>
                    <a:pt x="0" y="0"/>
                  </a:lnTo>
                  <a:lnTo>
                    <a:pt x="15" y="0"/>
                  </a:lnTo>
                  <a:lnTo>
                    <a:pt x="15" y="1916"/>
                  </a:lnTo>
                  <a:lnTo>
                    <a:pt x="402" y="2302"/>
                  </a:lnTo>
                  <a:lnTo>
                    <a:pt x="402" y="2536"/>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51" name="Freeform 39">
              <a:extLst>
                <a:ext uri="{FF2B5EF4-FFF2-40B4-BE49-F238E27FC236}">
                  <a16:creationId xmlns:a16="http://schemas.microsoft.com/office/drawing/2014/main" id="{1CD0C878-A6ED-44A0-972F-164829F382A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223963" y="1382713"/>
              <a:ext cx="142875" cy="476250"/>
            </a:xfrm>
            <a:custGeom>
              <a:avLst/>
              <a:gdLst/>
              <a:ahLst/>
              <a:cxnLst/>
              <a:rect l="0" t="0" r="r" b="b"/>
              <a:pathLst>
                <a:path w="90" h="300">
                  <a:moveTo>
                    <a:pt x="90" y="300"/>
                  </a:moveTo>
                  <a:lnTo>
                    <a:pt x="78" y="300"/>
                  </a:lnTo>
                  <a:lnTo>
                    <a:pt x="78" y="84"/>
                  </a:lnTo>
                  <a:lnTo>
                    <a:pt x="0" y="9"/>
                  </a:lnTo>
                  <a:lnTo>
                    <a:pt x="9" y="0"/>
                  </a:lnTo>
                  <a:lnTo>
                    <a:pt x="90" y="81"/>
                  </a:lnTo>
                  <a:lnTo>
                    <a:pt x="90" y="300"/>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52" name="Freeform 40">
              <a:extLst>
                <a:ext uri="{FF2B5EF4-FFF2-40B4-BE49-F238E27FC236}">
                  <a16:creationId xmlns:a16="http://schemas.microsoft.com/office/drawing/2014/main" id="{1C236544-42D8-4A88-B600-6B8B20FFB401}"/>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1300163" y="1849438"/>
              <a:ext cx="109538" cy="107950"/>
            </a:xfrm>
            <a:custGeom>
              <a:avLst/>
              <a:gdLst/>
              <a:ahLst/>
              <a:cxnLst/>
              <a:rect l="0" t="0" r="r" b="b"/>
              <a:pathLst>
                <a:path w="23" h="23">
                  <a:moveTo>
                    <a:pt x="12" y="23"/>
                  </a:moveTo>
                  <a:cubicBezTo>
                    <a:pt x="5" y="23"/>
                    <a:pt x="0" y="18"/>
                    <a:pt x="0" y="12"/>
                  </a:cubicBezTo>
                  <a:cubicBezTo>
                    <a:pt x="0" y="5"/>
                    <a:pt x="5" y="0"/>
                    <a:pt x="12" y="0"/>
                  </a:cubicBezTo>
                  <a:cubicBezTo>
                    <a:pt x="18" y="0"/>
                    <a:pt x="23" y="5"/>
                    <a:pt x="23" y="12"/>
                  </a:cubicBezTo>
                  <a:cubicBezTo>
                    <a:pt x="23" y="18"/>
                    <a:pt x="18" y="23"/>
                    <a:pt x="12" y="23"/>
                  </a:cubicBezTo>
                  <a:close/>
                  <a:moveTo>
                    <a:pt x="12" y="4"/>
                  </a:moveTo>
                  <a:cubicBezTo>
                    <a:pt x="8" y="4"/>
                    <a:pt x="4" y="8"/>
                    <a:pt x="4" y="12"/>
                  </a:cubicBezTo>
                  <a:cubicBezTo>
                    <a:pt x="4" y="16"/>
                    <a:pt x="8" y="19"/>
                    <a:pt x="12" y="19"/>
                  </a:cubicBezTo>
                  <a:cubicBezTo>
                    <a:pt x="16" y="19"/>
                    <a:pt x="19" y="16"/>
                    <a:pt x="19" y="12"/>
                  </a:cubicBezTo>
                  <a:cubicBezTo>
                    <a:pt x="19" y="8"/>
                    <a:pt x="16" y="4"/>
                    <a:pt x="12"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53" name="Freeform 41">
              <a:extLst>
                <a:ext uri="{FF2B5EF4-FFF2-40B4-BE49-F238E27FC236}">
                  <a16:creationId xmlns:a16="http://schemas.microsoft.com/office/drawing/2014/main" id="{C9FF2C0E-61EA-45E6-8C93-270B51918DB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280988" y="3417888"/>
              <a:ext cx="142875" cy="474663"/>
            </a:xfrm>
            <a:custGeom>
              <a:avLst/>
              <a:gdLst/>
              <a:ahLst/>
              <a:cxnLst/>
              <a:rect l="0" t="0" r="r" b="b"/>
              <a:pathLst>
                <a:path w="90" h="299">
                  <a:moveTo>
                    <a:pt x="12" y="299"/>
                  </a:moveTo>
                  <a:lnTo>
                    <a:pt x="0" y="299"/>
                  </a:lnTo>
                  <a:lnTo>
                    <a:pt x="0" y="80"/>
                  </a:lnTo>
                  <a:lnTo>
                    <a:pt x="81" y="0"/>
                  </a:lnTo>
                  <a:lnTo>
                    <a:pt x="90" y="8"/>
                  </a:lnTo>
                  <a:lnTo>
                    <a:pt x="12" y="83"/>
                  </a:lnTo>
                  <a:lnTo>
                    <a:pt x="12" y="299"/>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54" name="Freeform 42">
              <a:extLst>
                <a:ext uri="{FF2B5EF4-FFF2-40B4-BE49-F238E27FC236}">
                  <a16:creationId xmlns:a16="http://schemas.microsoft.com/office/drawing/2014/main" id="{654F9C3F-E635-4E7B-BF8F-87BF60CE7A01}"/>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238125" y="3883025"/>
              <a:ext cx="109538" cy="109538"/>
            </a:xfrm>
            <a:custGeom>
              <a:avLst/>
              <a:gdLst/>
              <a:ahLst/>
              <a:cxnLst/>
              <a:rect l="0" t="0" r="r" b="b"/>
              <a:pathLst>
                <a:path w="23" h="23">
                  <a:moveTo>
                    <a:pt x="11" y="23"/>
                  </a:moveTo>
                  <a:cubicBezTo>
                    <a:pt x="5" y="23"/>
                    <a:pt x="0" y="18"/>
                    <a:pt x="0" y="12"/>
                  </a:cubicBezTo>
                  <a:cubicBezTo>
                    <a:pt x="0" y="5"/>
                    <a:pt x="5" y="0"/>
                    <a:pt x="11" y="0"/>
                  </a:cubicBezTo>
                  <a:cubicBezTo>
                    <a:pt x="17" y="0"/>
                    <a:pt x="23" y="5"/>
                    <a:pt x="23" y="12"/>
                  </a:cubicBezTo>
                  <a:cubicBezTo>
                    <a:pt x="23" y="18"/>
                    <a:pt x="17" y="23"/>
                    <a:pt x="11" y="23"/>
                  </a:cubicBezTo>
                  <a:close/>
                  <a:moveTo>
                    <a:pt x="11" y="4"/>
                  </a:moveTo>
                  <a:cubicBezTo>
                    <a:pt x="7" y="4"/>
                    <a:pt x="4" y="8"/>
                    <a:pt x="4" y="12"/>
                  </a:cubicBezTo>
                  <a:cubicBezTo>
                    <a:pt x="4" y="16"/>
                    <a:pt x="7" y="19"/>
                    <a:pt x="11" y="19"/>
                  </a:cubicBezTo>
                  <a:cubicBezTo>
                    <a:pt x="15" y="19"/>
                    <a:pt x="19" y="16"/>
                    <a:pt x="19" y="12"/>
                  </a:cubicBezTo>
                  <a:cubicBezTo>
                    <a:pt x="19" y="8"/>
                    <a:pt x="15" y="4"/>
                    <a:pt x="11"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55" name="Freeform 43">
              <a:extLst>
                <a:ext uri="{FF2B5EF4-FFF2-40B4-BE49-F238E27FC236}">
                  <a16:creationId xmlns:a16="http://schemas.microsoft.com/office/drawing/2014/main" id="{ACCA7548-833A-4EEC-91F2-BB9687E3CE7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4763" y="2166938"/>
              <a:ext cx="114300" cy="452438"/>
            </a:xfrm>
            <a:custGeom>
              <a:avLst/>
              <a:gdLst/>
              <a:ahLst/>
              <a:cxnLst/>
              <a:rect l="0" t="0" r="r" b="b"/>
              <a:pathLst>
                <a:path w="72" h="285">
                  <a:moveTo>
                    <a:pt x="6" y="285"/>
                  </a:moveTo>
                  <a:lnTo>
                    <a:pt x="0" y="276"/>
                  </a:lnTo>
                  <a:lnTo>
                    <a:pt x="60" y="216"/>
                  </a:lnTo>
                  <a:lnTo>
                    <a:pt x="60" y="0"/>
                  </a:lnTo>
                  <a:lnTo>
                    <a:pt x="72" y="0"/>
                  </a:lnTo>
                  <a:lnTo>
                    <a:pt x="72" y="222"/>
                  </a:lnTo>
                  <a:lnTo>
                    <a:pt x="6" y="285"/>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56" name="Freeform 44">
              <a:extLst>
                <a:ext uri="{FF2B5EF4-FFF2-40B4-BE49-F238E27FC236}">
                  <a16:creationId xmlns:a16="http://schemas.microsoft.com/office/drawing/2014/main" id="{F895F203-B2FD-49FE-A865-269B367A4100}"/>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52388" y="2066925"/>
              <a:ext cx="109538" cy="109538"/>
            </a:xfrm>
            <a:custGeom>
              <a:avLst/>
              <a:gdLst/>
              <a:ahLst/>
              <a:cxnLst/>
              <a:rect l="0" t="0" r="r" b="b"/>
              <a:pathLst>
                <a:path w="23" h="23">
                  <a:moveTo>
                    <a:pt x="12" y="23"/>
                  </a:moveTo>
                  <a:cubicBezTo>
                    <a:pt x="5" y="23"/>
                    <a:pt x="0" y="18"/>
                    <a:pt x="0" y="12"/>
                  </a:cubicBezTo>
                  <a:cubicBezTo>
                    <a:pt x="0" y="5"/>
                    <a:pt x="5" y="0"/>
                    <a:pt x="12" y="0"/>
                  </a:cubicBezTo>
                  <a:cubicBezTo>
                    <a:pt x="18" y="0"/>
                    <a:pt x="23" y="5"/>
                    <a:pt x="23" y="12"/>
                  </a:cubicBezTo>
                  <a:cubicBezTo>
                    <a:pt x="23" y="18"/>
                    <a:pt x="18" y="23"/>
                    <a:pt x="12" y="23"/>
                  </a:cubicBezTo>
                  <a:close/>
                  <a:moveTo>
                    <a:pt x="12" y="4"/>
                  </a:moveTo>
                  <a:cubicBezTo>
                    <a:pt x="8" y="4"/>
                    <a:pt x="4" y="8"/>
                    <a:pt x="4" y="12"/>
                  </a:cubicBezTo>
                  <a:cubicBezTo>
                    <a:pt x="4" y="16"/>
                    <a:pt x="8" y="19"/>
                    <a:pt x="12" y="19"/>
                  </a:cubicBezTo>
                  <a:cubicBezTo>
                    <a:pt x="16" y="19"/>
                    <a:pt x="19" y="16"/>
                    <a:pt x="19" y="12"/>
                  </a:cubicBezTo>
                  <a:cubicBezTo>
                    <a:pt x="19" y="8"/>
                    <a:pt x="16" y="4"/>
                    <a:pt x="12"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57" name="Rectangle 45">
              <a:extLst>
                <a:ext uri="{FF2B5EF4-FFF2-40B4-BE49-F238E27FC236}">
                  <a16:creationId xmlns:a16="http://schemas.microsoft.com/office/drawing/2014/main" id="{84D9CCFF-23CD-4209-B238-57DDF091A6CE}"/>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228725" y="4662488"/>
              <a:ext cx="23813" cy="2181225"/>
            </a:xfrm>
            <a:prstGeom prst="rect">
              <a:avLst/>
            </a:pr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miter lim="800000"/>
                  <a:headEnd/>
                  <a:tailEnd/>
                </a14:hiddenLine>
              </a:ext>
            </a:extLst>
          </p:spPr>
          <p:txBody>
            <a:bodyPr/>
            <a:lstStyle/>
            <a:p>
              <a:endParaRPr lang="it-IT"/>
            </a:p>
          </p:txBody>
        </p:sp>
        <p:sp>
          <p:nvSpPr>
            <p:cNvPr id="58" name="Freeform 46">
              <a:extLst>
                <a:ext uri="{FF2B5EF4-FFF2-40B4-BE49-F238E27FC236}">
                  <a16:creationId xmlns:a16="http://schemas.microsoft.com/office/drawing/2014/main" id="{190495CD-E216-4AF5-9038-D7807B638CC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319213" y="5041900"/>
              <a:ext cx="371475" cy="1801813"/>
            </a:xfrm>
            <a:custGeom>
              <a:avLst/>
              <a:gdLst/>
              <a:ahLst/>
              <a:cxnLst/>
              <a:rect l="0" t="0" r="r" b="b"/>
              <a:pathLst>
                <a:path w="234" h="1135">
                  <a:moveTo>
                    <a:pt x="15" y="1135"/>
                  </a:moveTo>
                  <a:lnTo>
                    <a:pt x="0" y="1135"/>
                  </a:lnTo>
                  <a:lnTo>
                    <a:pt x="0" y="515"/>
                  </a:lnTo>
                  <a:lnTo>
                    <a:pt x="0" y="512"/>
                  </a:lnTo>
                  <a:lnTo>
                    <a:pt x="219" y="0"/>
                  </a:lnTo>
                  <a:lnTo>
                    <a:pt x="234" y="6"/>
                  </a:lnTo>
                  <a:lnTo>
                    <a:pt x="15" y="518"/>
                  </a:lnTo>
                  <a:lnTo>
                    <a:pt x="15" y="1135"/>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59" name="Freeform 47">
              <a:extLst>
                <a:ext uri="{FF2B5EF4-FFF2-40B4-BE49-F238E27FC236}">
                  <a16:creationId xmlns:a16="http://schemas.microsoft.com/office/drawing/2014/main" id="{6E2B5DDB-234E-47ED-9F32-83C6D5EEEB26}"/>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1147763" y="44815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60" name="Freeform 48">
              <a:extLst>
                <a:ext uri="{FF2B5EF4-FFF2-40B4-BE49-F238E27FC236}">
                  <a16:creationId xmlns:a16="http://schemas.microsoft.com/office/drawing/2014/main" id="{9DB1F0CB-D565-4DF9-BA3F-7CE9F18B4F5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819150" y="3983038"/>
              <a:ext cx="347663" cy="2860675"/>
            </a:xfrm>
            <a:custGeom>
              <a:avLst/>
              <a:gdLst/>
              <a:ahLst/>
              <a:cxnLst/>
              <a:rect l="0" t="0" r="r" b="b"/>
              <a:pathLst>
                <a:path w="219" h="1802">
                  <a:moveTo>
                    <a:pt x="219" y="1802"/>
                  </a:moveTo>
                  <a:lnTo>
                    <a:pt x="201" y="1802"/>
                  </a:lnTo>
                  <a:lnTo>
                    <a:pt x="201" y="1185"/>
                  </a:lnTo>
                  <a:lnTo>
                    <a:pt x="0" y="3"/>
                  </a:lnTo>
                  <a:lnTo>
                    <a:pt x="15" y="0"/>
                  </a:lnTo>
                  <a:lnTo>
                    <a:pt x="219" y="1185"/>
                  </a:lnTo>
                  <a:lnTo>
                    <a:pt x="219" y="1802"/>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61" name="Freeform 49">
              <a:extLst>
                <a:ext uri="{FF2B5EF4-FFF2-40B4-BE49-F238E27FC236}">
                  <a16:creationId xmlns:a16="http://schemas.microsoft.com/office/drawing/2014/main" id="{552F47B4-D0D5-4075-BD00-7145B6F205E7}"/>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728663" y="3806825"/>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8"/>
                    <a:pt x="11" y="36"/>
                    <a:pt x="20" y="36"/>
                  </a:cubicBezTo>
                  <a:cubicBezTo>
                    <a:pt x="29" y="36"/>
                    <a:pt x="36" y="28"/>
                    <a:pt x="36" y="20"/>
                  </a:cubicBezTo>
                  <a:cubicBezTo>
                    <a:pt x="36" y="11"/>
                    <a:pt x="29"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62" name="Freeform 50">
              <a:extLst>
                <a:ext uri="{FF2B5EF4-FFF2-40B4-BE49-F238E27FC236}">
                  <a16:creationId xmlns:a16="http://schemas.microsoft.com/office/drawing/2014/main" id="{F57CAD52-0B84-4068-BFD9-B48B16AFEED7}"/>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1624013" y="4867275"/>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63" name="Freeform 51">
              <a:extLst>
                <a:ext uri="{FF2B5EF4-FFF2-40B4-BE49-F238E27FC236}">
                  <a16:creationId xmlns:a16="http://schemas.microsoft.com/office/drawing/2014/main" id="{62E09F5E-A24D-4628-A8CB-143556FB9D7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404938" y="5422900"/>
              <a:ext cx="371475" cy="1425575"/>
            </a:xfrm>
            <a:custGeom>
              <a:avLst/>
              <a:gdLst/>
              <a:ahLst/>
              <a:cxnLst/>
              <a:rect l="0" t="0" r="r" b="b"/>
              <a:pathLst>
                <a:path w="234" h="898">
                  <a:moveTo>
                    <a:pt x="18" y="898"/>
                  </a:moveTo>
                  <a:lnTo>
                    <a:pt x="0" y="898"/>
                  </a:lnTo>
                  <a:lnTo>
                    <a:pt x="0" y="515"/>
                  </a:lnTo>
                  <a:lnTo>
                    <a:pt x="0" y="512"/>
                  </a:lnTo>
                  <a:lnTo>
                    <a:pt x="222" y="0"/>
                  </a:lnTo>
                  <a:lnTo>
                    <a:pt x="234" y="6"/>
                  </a:lnTo>
                  <a:lnTo>
                    <a:pt x="18" y="518"/>
                  </a:lnTo>
                  <a:lnTo>
                    <a:pt x="18" y="898"/>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64" name="Freeform 52">
              <a:extLst>
                <a:ext uri="{FF2B5EF4-FFF2-40B4-BE49-F238E27FC236}">
                  <a16:creationId xmlns:a16="http://schemas.microsoft.com/office/drawing/2014/main" id="{C547CC76-FB8C-43B1-A625-F694184D947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666875" y="5945188"/>
              <a:ext cx="152400" cy="912813"/>
            </a:xfrm>
            <a:custGeom>
              <a:avLst/>
              <a:gdLst/>
              <a:ahLst/>
              <a:cxnLst/>
              <a:rect l="0" t="0" r="r" b="b"/>
              <a:pathLst>
                <a:path w="96" h="575">
                  <a:moveTo>
                    <a:pt x="15" y="575"/>
                  </a:moveTo>
                  <a:lnTo>
                    <a:pt x="0" y="569"/>
                  </a:lnTo>
                  <a:lnTo>
                    <a:pt x="81" y="383"/>
                  </a:lnTo>
                  <a:lnTo>
                    <a:pt x="81" y="0"/>
                  </a:lnTo>
                  <a:lnTo>
                    <a:pt x="96" y="0"/>
                  </a:lnTo>
                  <a:lnTo>
                    <a:pt x="96" y="386"/>
                  </a:lnTo>
                  <a:lnTo>
                    <a:pt x="15" y="575"/>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65" name="Freeform 53">
              <a:extLst>
                <a:ext uri="{FF2B5EF4-FFF2-40B4-BE49-F238E27FC236}">
                  <a16:creationId xmlns:a16="http://schemas.microsoft.com/office/drawing/2014/main" id="{E86CE93B-A557-46C2-B87E-81C1E0E93672}"/>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1709738" y="52466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66" name="Freeform 54">
              <a:extLst>
                <a:ext uri="{FF2B5EF4-FFF2-40B4-BE49-F238E27FC236}">
                  <a16:creationId xmlns:a16="http://schemas.microsoft.com/office/drawing/2014/main" id="{7220D106-C5C0-4A39-909A-A11F3E246D6E}"/>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1709738" y="57642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67" name="Freeform 55">
              <a:extLst>
                <a:ext uri="{FF2B5EF4-FFF2-40B4-BE49-F238E27FC236}">
                  <a16:creationId xmlns:a16="http://schemas.microsoft.com/office/drawing/2014/main" id="{195044AA-79D9-4142-8865-9A4B4E80873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766888" y="6330950"/>
              <a:ext cx="419100" cy="527050"/>
            </a:xfrm>
            <a:custGeom>
              <a:avLst/>
              <a:gdLst/>
              <a:ahLst/>
              <a:cxnLst/>
              <a:rect l="0" t="0" r="r" b="b"/>
              <a:pathLst>
                <a:path w="264" h="332">
                  <a:moveTo>
                    <a:pt x="12" y="332"/>
                  </a:moveTo>
                  <a:lnTo>
                    <a:pt x="0" y="326"/>
                  </a:lnTo>
                  <a:lnTo>
                    <a:pt x="45" y="206"/>
                  </a:lnTo>
                  <a:lnTo>
                    <a:pt x="255" y="0"/>
                  </a:lnTo>
                  <a:lnTo>
                    <a:pt x="264" y="12"/>
                  </a:lnTo>
                  <a:lnTo>
                    <a:pt x="60" y="215"/>
                  </a:lnTo>
                  <a:lnTo>
                    <a:pt x="12" y="332"/>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68" name="Freeform 56">
              <a:extLst>
                <a:ext uri="{FF2B5EF4-FFF2-40B4-BE49-F238E27FC236}">
                  <a16:creationId xmlns:a16="http://schemas.microsoft.com/office/drawing/2014/main" id="{BBFC5CFA-482C-4B45-87A7-C44F773CC663}"/>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2147888" y="6221413"/>
              <a:ext cx="157163" cy="147638"/>
            </a:xfrm>
            <a:custGeom>
              <a:avLst/>
              <a:gdLst/>
              <a:ahLst/>
              <a:cxnLst/>
              <a:rect l="0" t="0" r="r" b="b"/>
              <a:pathLst>
                <a:path w="33" h="31">
                  <a:moveTo>
                    <a:pt x="16" y="31"/>
                  </a:moveTo>
                  <a:cubicBezTo>
                    <a:pt x="12" y="31"/>
                    <a:pt x="8" y="29"/>
                    <a:pt x="5" y="26"/>
                  </a:cubicBezTo>
                  <a:cubicBezTo>
                    <a:pt x="2" y="24"/>
                    <a:pt x="0" y="20"/>
                    <a:pt x="0" y="15"/>
                  </a:cubicBezTo>
                  <a:cubicBezTo>
                    <a:pt x="0" y="11"/>
                    <a:pt x="2" y="7"/>
                    <a:pt x="5" y="4"/>
                  </a:cubicBezTo>
                  <a:cubicBezTo>
                    <a:pt x="8" y="1"/>
                    <a:pt x="12" y="0"/>
                    <a:pt x="16" y="0"/>
                  </a:cubicBezTo>
                  <a:cubicBezTo>
                    <a:pt x="20" y="0"/>
                    <a:pt x="24" y="1"/>
                    <a:pt x="27" y="4"/>
                  </a:cubicBezTo>
                  <a:cubicBezTo>
                    <a:pt x="33" y="10"/>
                    <a:pt x="33" y="20"/>
                    <a:pt x="27" y="26"/>
                  </a:cubicBezTo>
                  <a:cubicBezTo>
                    <a:pt x="24" y="29"/>
                    <a:pt x="20" y="31"/>
                    <a:pt x="16" y="31"/>
                  </a:cubicBezTo>
                  <a:close/>
                  <a:moveTo>
                    <a:pt x="16" y="4"/>
                  </a:moveTo>
                  <a:cubicBezTo>
                    <a:pt x="13" y="4"/>
                    <a:pt x="10" y="5"/>
                    <a:pt x="8" y="7"/>
                  </a:cubicBezTo>
                  <a:cubicBezTo>
                    <a:pt x="6" y="9"/>
                    <a:pt x="4" y="12"/>
                    <a:pt x="4" y="15"/>
                  </a:cubicBezTo>
                  <a:cubicBezTo>
                    <a:pt x="4" y="19"/>
                    <a:pt x="6" y="21"/>
                    <a:pt x="8" y="24"/>
                  </a:cubicBezTo>
                  <a:cubicBezTo>
                    <a:pt x="10" y="26"/>
                    <a:pt x="13" y="27"/>
                    <a:pt x="16" y="27"/>
                  </a:cubicBezTo>
                  <a:cubicBezTo>
                    <a:pt x="19" y="27"/>
                    <a:pt x="22" y="26"/>
                    <a:pt x="24" y="24"/>
                  </a:cubicBezTo>
                  <a:cubicBezTo>
                    <a:pt x="29" y="19"/>
                    <a:pt x="29" y="12"/>
                    <a:pt x="24" y="7"/>
                  </a:cubicBezTo>
                  <a:cubicBezTo>
                    <a:pt x="22" y="5"/>
                    <a:pt x="19" y="4"/>
                    <a:pt x="16"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69" name="Freeform 57">
              <a:extLst>
                <a:ext uri="{FF2B5EF4-FFF2-40B4-BE49-F238E27FC236}">
                  <a16:creationId xmlns:a16="http://schemas.microsoft.com/office/drawing/2014/main" id="{79BEC615-03E2-4F7F-A457-0CDA565ADA7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504825" y="9525"/>
              <a:ext cx="233363" cy="5103813"/>
            </a:xfrm>
            <a:custGeom>
              <a:avLst/>
              <a:gdLst/>
              <a:ahLst/>
              <a:cxnLst/>
              <a:rect l="0" t="0" r="r" b="b"/>
              <a:pathLst>
                <a:path w="147" h="3215">
                  <a:moveTo>
                    <a:pt x="132" y="3215"/>
                  </a:moveTo>
                  <a:lnTo>
                    <a:pt x="129" y="2754"/>
                  </a:lnTo>
                  <a:lnTo>
                    <a:pt x="0" y="1901"/>
                  </a:lnTo>
                  <a:lnTo>
                    <a:pt x="0" y="0"/>
                  </a:lnTo>
                  <a:lnTo>
                    <a:pt x="15" y="0"/>
                  </a:lnTo>
                  <a:lnTo>
                    <a:pt x="15" y="1898"/>
                  </a:lnTo>
                  <a:lnTo>
                    <a:pt x="144" y="2754"/>
                  </a:lnTo>
                  <a:lnTo>
                    <a:pt x="147" y="3215"/>
                  </a:lnTo>
                  <a:lnTo>
                    <a:pt x="132" y="3215"/>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70" name="Freeform 58">
              <a:extLst>
                <a:ext uri="{FF2B5EF4-FFF2-40B4-BE49-F238E27FC236}">
                  <a16:creationId xmlns:a16="http://schemas.microsoft.com/office/drawing/2014/main" id="{20E56620-58EC-4785-BA5E-2E40F40BC91A}"/>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633413" y="5103813"/>
              <a:ext cx="185738" cy="185738"/>
            </a:xfrm>
            <a:custGeom>
              <a:avLst/>
              <a:gdLst/>
              <a:ahLst/>
              <a:cxnLst/>
              <a:rect l="0" t="0" r="r" b="b"/>
              <a:pathLst>
                <a:path w="39" h="39">
                  <a:moveTo>
                    <a:pt x="20" y="39"/>
                  </a:moveTo>
                  <a:cubicBezTo>
                    <a:pt x="9" y="39"/>
                    <a:pt x="0" y="30"/>
                    <a:pt x="0" y="19"/>
                  </a:cubicBezTo>
                  <a:cubicBezTo>
                    <a:pt x="0" y="9"/>
                    <a:pt x="9" y="0"/>
                    <a:pt x="20" y="0"/>
                  </a:cubicBezTo>
                  <a:cubicBezTo>
                    <a:pt x="30" y="0"/>
                    <a:pt x="39" y="9"/>
                    <a:pt x="39" y="19"/>
                  </a:cubicBezTo>
                  <a:cubicBezTo>
                    <a:pt x="39" y="30"/>
                    <a:pt x="30" y="39"/>
                    <a:pt x="20" y="39"/>
                  </a:cubicBezTo>
                  <a:close/>
                  <a:moveTo>
                    <a:pt x="20" y="4"/>
                  </a:moveTo>
                  <a:cubicBezTo>
                    <a:pt x="11" y="4"/>
                    <a:pt x="4" y="11"/>
                    <a:pt x="4" y="19"/>
                  </a:cubicBezTo>
                  <a:cubicBezTo>
                    <a:pt x="4" y="28"/>
                    <a:pt x="11" y="35"/>
                    <a:pt x="20" y="35"/>
                  </a:cubicBezTo>
                  <a:cubicBezTo>
                    <a:pt x="28" y="35"/>
                    <a:pt x="35" y="28"/>
                    <a:pt x="35" y="19"/>
                  </a:cubicBezTo>
                  <a:cubicBezTo>
                    <a:pt x="35" y="11"/>
                    <a:pt x="28"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grpSp>
      <p:pic>
        <p:nvPicPr>
          <p:cNvPr id="4" name="Immagine 3" descr="Immagine che contiene testo, linea, Carattere, Diagramma&#10;&#10;Il contenuto generato dall'IA potrebbe non essere corretto.">
            <a:extLst>
              <a:ext uri="{FF2B5EF4-FFF2-40B4-BE49-F238E27FC236}">
                <a16:creationId xmlns:a16="http://schemas.microsoft.com/office/drawing/2014/main" id="{655CA6DC-EC68-B995-759E-410B277432C5}"/>
              </a:ext>
            </a:extLst>
          </p:cNvPr>
          <p:cNvPicPr>
            <a:picLocks noChangeAspect="1"/>
          </p:cNvPicPr>
          <p:nvPr/>
        </p:nvPicPr>
        <p:blipFill>
          <a:blip r:embed="rId4">
            <a:extLst>
              <a:ext uri="{28A0092B-C50C-407E-A947-70E740481C1C}">
                <a14:useLocalDpi xmlns:a14="http://schemas.microsoft.com/office/drawing/2010/main" val="0"/>
              </a:ext>
            </a:extLst>
          </a:blip>
          <a:srcRect l="4660" r="7272" b="1"/>
          <a:stretch>
            <a:fillRect/>
          </a:stretch>
        </p:blipFill>
        <p:spPr>
          <a:xfrm>
            <a:off x="-12605" y="4574181"/>
            <a:ext cx="4635563" cy="2276475"/>
          </a:xfrm>
          <a:custGeom>
            <a:avLst/>
            <a:gdLst/>
            <a:ahLst/>
            <a:cxnLst/>
            <a:rect l="l" t="t" r="r" b="b"/>
            <a:pathLst>
              <a:path w="4635583" h="3427413">
                <a:moveTo>
                  <a:pt x="0" y="0"/>
                </a:moveTo>
                <a:lnTo>
                  <a:pt x="4635583" y="0"/>
                </a:lnTo>
                <a:lnTo>
                  <a:pt x="4635583" y="3427413"/>
                </a:lnTo>
                <a:lnTo>
                  <a:pt x="0" y="3427413"/>
                </a:lnTo>
                <a:close/>
              </a:path>
            </a:pathLst>
          </a:custGeom>
        </p:spPr>
      </p:pic>
      <p:pic>
        <p:nvPicPr>
          <p:cNvPr id="6" name="Immagine 5" descr="Immagine che contiene testo, schermata, Diagramma, diagramma&#10;&#10;Il contenuto generato dall'IA potrebbe non essere corretto.">
            <a:extLst>
              <a:ext uri="{FF2B5EF4-FFF2-40B4-BE49-F238E27FC236}">
                <a16:creationId xmlns:a16="http://schemas.microsoft.com/office/drawing/2014/main" id="{B7F7351A-2CA0-14C2-8533-6C14573FAAA7}"/>
              </a:ext>
            </a:extLst>
          </p:cNvPr>
          <p:cNvPicPr>
            <a:picLocks noChangeAspect="1"/>
          </p:cNvPicPr>
          <p:nvPr/>
        </p:nvPicPr>
        <p:blipFill>
          <a:blip r:embed="rId5">
            <a:extLst>
              <a:ext uri="{28A0092B-C50C-407E-A947-70E740481C1C}">
                <a14:useLocalDpi xmlns:a14="http://schemas.microsoft.com/office/drawing/2010/main" val="0"/>
              </a:ext>
            </a:extLst>
          </a:blip>
          <a:srcRect r="12298" b="1"/>
          <a:stretch>
            <a:fillRect/>
          </a:stretch>
        </p:blipFill>
        <p:spPr>
          <a:xfrm>
            <a:off x="20" y="2285999"/>
            <a:ext cx="4635563" cy="2286001"/>
          </a:xfrm>
          <a:custGeom>
            <a:avLst/>
            <a:gdLst/>
            <a:ahLst/>
            <a:cxnLst/>
            <a:rect l="l" t="t" r="r" b="b"/>
            <a:pathLst>
              <a:path w="4635583" h="3430587">
                <a:moveTo>
                  <a:pt x="0" y="0"/>
                </a:moveTo>
                <a:lnTo>
                  <a:pt x="4635583" y="0"/>
                </a:lnTo>
                <a:lnTo>
                  <a:pt x="4635583" y="3430587"/>
                </a:lnTo>
                <a:lnTo>
                  <a:pt x="0" y="3430587"/>
                </a:lnTo>
                <a:close/>
              </a:path>
            </a:pathLst>
          </a:custGeom>
        </p:spPr>
      </p:pic>
      <p:cxnSp>
        <p:nvCxnSpPr>
          <p:cNvPr id="72" name="Straight Connector 71">
            <a:extLst>
              <a:ext uri="{FF2B5EF4-FFF2-40B4-BE49-F238E27FC236}">
                <a16:creationId xmlns:a16="http://schemas.microsoft.com/office/drawing/2014/main" id="{3CFEBF73-2875-4126-A90D-ABB6BBFEADE8}"/>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0" y="2286000"/>
            <a:ext cx="4635583" cy="0"/>
          </a:xfrm>
          <a:prstGeom prst="line">
            <a:avLst/>
          </a:prstGeom>
          <a:solidFill>
            <a:schemeClr val="tx2">
              <a:alpha val="60000"/>
            </a:schemeClr>
          </a:solidFill>
          <a:ln w="19050">
            <a:solidFill>
              <a:schemeClr val="tx2">
                <a:alpha val="60000"/>
              </a:schemeClr>
            </a:solidFill>
          </a:ln>
          <a:effectLst>
            <a:outerShdw blurRad="50800" dist="38100" dir="2700000" algn="tl" rotWithShape="0">
              <a:srgbClr val="000000">
                <a:alpha val="58000"/>
              </a:srgbClr>
            </a:outerShdw>
          </a:effectLst>
        </p:spPr>
      </p:cxnSp>
      <p:pic>
        <p:nvPicPr>
          <p:cNvPr id="7" name="Immagine 6">
            <a:extLst>
              <a:ext uri="{FF2B5EF4-FFF2-40B4-BE49-F238E27FC236}">
                <a16:creationId xmlns:a16="http://schemas.microsoft.com/office/drawing/2014/main" id="{A986B055-1799-49BB-B058-4E76229FB401}"/>
              </a:ext>
            </a:extLst>
          </p:cNvPr>
          <p:cNvPicPr>
            <a:picLocks noChangeAspect="1"/>
          </p:cNvPicPr>
          <p:nvPr/>
        </p:nvPicPr>
        <p:blipFill>
          <a:blip r:embed="rId6">
            <a:extLst>
              <a:ext uri="{28A0092B-C50C-407E-A947-70E740481C1C}">
                <a14:useLocalDpi xmlns:a14="http://schemas.microsoft.com/office/drawing/2010/main" val="0"/>
              </a:ext>
            </a:extLst>
          </a:blip>
          <a:srcRect r="1" b="1372"/>
          <a:stretch>
            <a:fillRect/>
          </a:stretch>
        </p:blipFill>
        <p:spPr>
          <a:xfrm>
            <a:off x="9" y="-7536"/>
            <a:ext cx="4635563" cy="2286001"/>
          </a:xfrm>
          <a:custGeom>
            <a:avLst/>
            <a:gdLst/>
            <a:ahLst/>
            <a:cxnLst/>
            <a:rect l="l" t="t" r="r" b="b"/>
            <a:pathLst>
              <a:path w="4635583" h="3430587">
                <a:moveTo>
                  <a:pt x="0" y="0"/>
                </a:moveTo>
                <a:lnTo>
                  <a:pt x="4635583" y="0"/>
                </a:lnTo>
                <a:lnTo>
                  <a:pt x="4635583" y="3430587"/>
                </a:lnTo>
                <a:lnTo>
                  <a:pt x="0" y="3430587"/>
                </a:lnTo>
                <a:close/>
              </a:path>
            </a:pathLst>
          </a:custGeom>
        </p:spPr>
      </p:pic>
      <p:cxnSp>
        <p:nvCxnSpPr>
          <p:cNvPr id="74" name="Straight Connector 73">
            <a:extLst>
              <a:ext uri="{FF2B5EF4-FFF2-40B4-BE49-F238E27FC236}">
                <a16:creationId xmlns:a16="http://schemas.microsoft.com/office/drawing/2014/main" id="{0F167419-5C1C-40BD-B9C4-75CFC65088FD}"/>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0" y="4572000"/>
            <a:ext cx="4635583" cy="0"/>
          </a:xfrm>
          <a:prstGeom prst="line">
            <a:avLst/>
          </a:prstGeom>
          <a:solidFill>
            <a:schemeClr val="tx2">
              <a:alpha val="60000"/>
            </a:schemeClr>
          </a:solidFill>
          <a:ln w="19050">
            <a:solidFill>
              <a:schemeClr val="tx2">
                <a:alpha val="60000"/>
              </a:schemeClr>
            </a:solidFill>
          </a:ln>
          <a:effectLst>
            <a:outerShdw blurRad="50800" dist="38100" dir="2700000" algn="tl" rotWithShape="0">
              <a:srgbClr val="000000">
                <a:alpha val="58000"/>
              </a:srgbClr>
            </a:outerShdw>
          </a:effectLst>
        </p:spPr>
      </p:cxnSp>
      <p:cxnSp>
        <p:nvCxnSpPr>
          <p:cNvPr id="76" name="Straight Connector 75">
            <a:extLst>
              <a:ext uri="{FF2B5EF4-FFF2-40B4-BE49-F238E27FC236}">
                <a16:creationId xmlns:a16="http://schemas.microsoft.com/office/drawing/2014/main" id="{AFCD9A95-E405-4952-A0CF-6EAF80F97063}"/>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4632483" y="-464"/>
            <a:ext cx="2646" cy="6858465"/>
          </a:xfrm>
          <a:prstGeom prst="line">
            <a:avLst/>
          </a:prstGeom>
          <a:solidFill>
            <a:schemeClr val="tx2">
              <a:alpha val="60000"/>
            </a:schemeClr>
          </a:solidFill>
          <a:ln w="19050">
            <a:solidFill>
              <a:schemeClr val="tx2">
                <a:alpha val="60000"/>
              </a:schemeClr>
            </a:solidFill>
          </a:ln>
          <a:effectLst>
            <a:outerShdw blurRad="50800" dist="38100" dir="2700000" algn="tl" rotWithShape="0">
              <a:srgbClr val="000000">
                <a:alpha val="58000"/>
              </a:srgbClr>
            </a:outerShdw>
          </a:effectLst>
        </p:spPr>
      </p:cxnSp>
      <p:sp>
        <p:nvSpPr>
          <p:cNvPr id="3" name="Segnaposto contenuto 2">
            <a:extLst>
              <a:ext uri="{FF2B5EF4-FFF2-40B4-BE49-F238E27FC236}">
                <a16:creationId xmlns:a16="http://schemas.microsoft.com/office/drawing/2014/main" id="{DC6FEA46-B916-EB8D-F39A-0EF43906DBA9}"/>
              </a:ext>
            </a:extLst>
          </p:cNvPr>
          <p:cNvSpPr>
            <a:spLocks noGrp="1"/>
          </p:cNvSpPr>
          <p:nvPr>
            <p:ph idx="1"/>
          </p:nvPr>
        </p:nvSpPr>
        <p:spPr>
          <a:xfrm>
            <a:off x="5477494" y="1626743"/>
            <a:ext cx="6185679" cy="3541714"/>
          </a:xfrm>
        </p:spPr>
        <p:txBody>
          <a:bodyPr>
            <a:noAutofit/>
          </a:bodyPr>
          <a:lstStyle/>
          <a:p>
            <a:pPr marL="0" indent="0">
              <a:lnSpc>
                <a:spcPct val="110000"/>
              </a:lnSpc>
              <a:buNone/>
            </a:pPr>
            <a:r>
              <a:rPr lang="it-IT" sz="2200" dirty="0">
                <a:latin typeface="Calibri Light" panose="020F0302020204030204" pitchFamily="34" charset="0"/>
                <a:ea typeface="Calibri Light" panose="020F0302020204030204" pitchFamily="34" charset="0"/>
                <a:cs typeface="Calibri Light" panose="020F0302020204030204" pitchFamily="34" charset="0"/>
              </a:rPr>
              <a:t>Test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number</a:t>
            </a:r>
            <a:r>
              <a:rPr lang="it-IT" sz="2200" dirty="0">
                <a:latin typeface="Calibri Light" panose="020F0302020204030204" pitchFamily="34" charset="0"/>
                <a:ea typeface="Calibri Light" panose="020F0302020204030204" pitchFamily="34" charset="0"/>
                <a:cs typeface="Calibri Light" panose="020F0302020204030204" pitchFamily="34" charset="0"/>
              </a:rPr>
              <a:t> 8: t</a:t>
            </a:r>
            <a:r>
              <a:rPr lang="en-GB" sz="2200" dirty="0">
                <a:latin typeface="Calibri Light" panose="020F0302020204030204" pitchFamily="34" charset="0"/>
                <a:ea typeface="Calibri Light" panose="020F0302020204030204" pitchFamily="34" charset="0"/>
                <a:cs typeface="Calibri Light" panose="020F0302020204030204" pitchFamily="34" charset="0"/>
              </a:rPr>
              <a:t>he results were obtained during the fourth phase using a standard Deep Q-Network (DQN) algorithm. </a:t>
            </a:r>
          </a:p>
          <a:p>
            <a:pPr marL="0" indent="0">
              <a:lnSpc>
                <a:spcPct val="110000"/>
              </a:lnSpc>
              <a:buNone/>
            </a:pPr>
            <a:r>
              <a:rPr lang="en-GB" sz="2200" dirty="0">
                <a:latin typeface="Calibri Light" panose="020F0302020204030204" pitchFamily="34" charset="0"/>
                <a:ea typeface="Calibri Light" panose="020F0302020204030204" pitchFamily="34" charset="0"/>
                <a:cs typeface="Calibri Light" panose="020F0302020204030204" pitchFamily="34" charset="0"/>
              </a:rPr>
              <a:t>The Collision vs. Success Rate trend appears overall promising, showing a gradual improvement in performance and a relatively stable </a:t>
            </a:r>
            <a:r>
              <a:rPr lang="en-GB" sz="2200" dirty="0" err="1">
                <a:latin typeface="Calibri Light" panose="020F0302020204030204" pitchFamily="34" charset="0"/>
                <a:ea typeface="Calibri Light" panose="020F0302020204030204" pitchFamily="34" charset="0"/>
                <a:cs typeface="Calibri Light" panose="020F0302020204030204" pitchFamily="34" charset="0"/>
              </a:rPr>
              <a:t>behavior</a:t>
            </a:r>
            <a:r>
              <a:rPr lang="en-GB" sz="2200" dirty="0">
                <a:latin typeface="Calibri Light" panose="020F0302020204030204" pitchFamily="34" charset="0"/>
                <a:ea typeface="Calibri Light" panose="020F0302020204030204" pitchFamily="34" charset="0"/>
                <a:cs typeface="Calibri Light" panose="020F0302020204030204" pitchFamily="34" charset="0"/>
              </a:rPr>
              <a:t> over time. However, when </a:t>
            </a:r>
            <a:r>
              <a:rPr lang="en-GB" sz="2200" dirty="0" err="1">
                <a:latin typeface="Calibri Light" panose="020F0302020204030204" pitchFamily="34" charset="0"/>
                <a:ea typeface="Calibri Light" panose="020F0302020204030204" pitchFamily="34" charset="0"/>
                <a:cs typeface="Calibri Light" panose="020F0302020204030204" pitchFamily="34" charset="0"/>
              </a:rPr>
              <a:t>analyzing</a:t>
            </a:r>
            <a:r>
              <a:rPr lang="en-GB" sz="2200" dirty="0">
                <a:latin typeface="Calibri Light" panose="020F0302020204030204" pitchFamily="34" charset="0"/>
                <a:ea typeface="Calibri Light" panose="020F0302020204030204" pitchFamily="34" charset="0"/>
                <a:cs typeface="Calibri Light" panose="020F0302020204030204" pitchFamily="34" charset="0"/>
              </a:rPr>
              <a:t> the success rate per goal difficulty, a critical limitation becomes evident: the agent consistently reaches only the easiest goal, while medium and hard goals remain unsolved.</a:t>
            </a:r>
            <a:endParaRPr lang="it-IT" sz="2200" dirty="0">
              <a:latin typeface="Calibri Light" panose="020F0302020204030204" pitchFamily="34" charset="0"/>
              <a:ea typeface="Calibri Light" panose="020F0302020204030204" pitchFamily="34" charset="0"/>
              <a:cs typeface="Calibri Light" panose="020F0302020204030204" pitchFamily="34" charset="0"/>
            </a:endParaRPr>
          </a:p>
        </p:txBody>
      </p:sp>
      <p:sp>
        <p:nvSpPr>
          <p:cNvPr id="10" name="CasellaDiTesto 9">
            <a:extLst>
              <a:ext uri="{FF2B5EF4-FFF2-40B4-BE49-F238E27FC236}">
                <a16:creationId xmlns:a16="http://schemas.microsoft.com/office/drawing/2014/main" id="{A2B8AB4B-CD2D-4B93-D0EB-B4952B707EC5}"/>
              </a:ext>
            </a:extLst>
          </p:cNvPr>
          <p:cNvSpPr txBox="1"/>
          <p:nvPr/>
        </p:nvSpPr>
        <p:spPr>
          <a:xfrm>
            <a:off x="5498538" y="742443"/>
            <a:ext cx="6107806" cy="646331"/>
          </a:xfrm>
          <a:prstGeom prst="rect">
            <a:avLst/>
          </a:prstGeom>
          <a:noFill/>
        </p:spPr>
        <p:txBody>
          <a:bodyPr wrap="square">
            <a:spAutoFit/>
          </a:bodyPr>
          <a:lstStyle/>
          <a:p>
            <a:r>
              <a:rPr lang="it-IT" sz="3600" dirty="0">
                <a:latin typeface="+mj-lt"/>
              </a:rPr>
              <a:t>RESULTS B</a:t>
            </a:r>
          </a:p>
        </p:txBody>
      </p:sp>
    </p:spTree>
    <p:extLst>
      <p:ext uri="{BB962C8B-B14F-4D97-AF65-F5344CB8AC3E}">
        <p14:creationId xmlns:p14="http://schemas.microsoft.com/office/powerpoint/2010/main" val="2400355518"/>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blipFill>
          <a:blip r:embed="rId2">
            <a:duotone>
              <a:schemeClr val="bg2">
                <a:shade val="88000"/>
                <a:hueMod val="106000"/>
                <a:satMod val="140000"/>
                <a:lumMod val="54000"/>
              </a:schemeClr>
              <a:schemeClr val="bg2">
                <a:tint val="98000"/>
                <a:hueMod val="90000"/>
                <a:satMod val="150000"/>
                <a:lumMod val="160000"/>
              </a:schemeClr>
            </a:duotone>
          </a:blip>
          <a:stretch/>
        </a:blipFill>
        <a:effectLst/>
      </p:bgPr>
    </p:bg>
    <p:spTree>
      <p:nvGrpSpPr>
        <p:cNvPr id="1" name="">
          <a:extLst>
            <a:ext uri="{FF2B5EF4-FFF2-40B4-BE49-F238E27FC236}">
              <a16:creationId xmlns:a16="http://schemas.microsoft.com/office/drawing/2014/main" id="{5DE83E24-D4BE-CE09-6716-14C49AE5E0C4}"/>
            </a:ext>
          </a:extLst>
        </p:cNvPr>
        <p:cNvGrpSpPr/>
        <p:nvPr/>
      </p:nvGrpSpPr>
      <p:grpSpPr>
        <a:xfrm>
          <a:off x="0" y="0"/>
          <a:ext cx="0" cy="0"/>
          <a:chOff x="0" y="0"/>
          <a:chExt cx="0" cy="0"/>
        </a:xfrm>
      </p:grpSpPr>
      <p:grpSp>
        <p:nvGrpSpPr>
          <p:cNvPr id="12" name="Group 11">
            <a:extLst>
              <a:ext uri="{FF2B5EF4-FFF2-40B4-BE49-F238E27FC236}">
                <a16:creationId xmlns:a16="http://schemas.microsoft.com/office/drawing/2014/main" id="{62C6D782-6B6F-4B4E-B92B-C8F13A0FED52}"/>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1"/>
            <a:ext cx="12192003" cy="6858001"/>
            <a:chOff x="0" y="-1"/>
            <a:chExt cx="12192003" cy="6858001"/>
          </a:xfrm>
        </p:grpSpPr>
        <p:sp useBgFill="1">
          <p:nvSpPr>
            <p:cNvPr id="13" name="Rectangle 12">
              <a:extLst>
                <a:ext uri="{FF2B5EF4-FFF2-40B4-BE49-F238E27FC236}">
                  <a16:creationId xmlns:a16="http://schemas.microsoft.com/office/drawing/2014/main" id="{E9716FBC-9870-4321-B055-657F96DDF1F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 y="-1"/>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4" name="Picture 2">
              <a:extLst>
                <a:ext uri="{FF2B5EF4-FFF2-40B4-BE49-F238E27FC236}">
                  <a16:creationId xmlns:a16="http://schemas.microsoft.com/office/drawing/2014/main" id="{3720C802-2465-4EF6-9AED-E768D24605A6}"/>
                </a:ext>
                <a:ext uri="{C183D7F6-B498-43B3-948B-1728B52AA6E4}">
                  <adec:decorative xmlns:adec="http://schemas.microsoft.com/office/drawing/2017/decorative" val="1"/>
                </a:ext>
              </a:extLst>
            </p:cNvPr>
            <p:cNvPicPr>
              <a:picLocks noChangeAspect="1" noChangeArrowheads="1"/>
            </p:cNvPicPr>
            <p:nvPr>
              <p:extLst>
                <p:ext uri="{386F3935-93C4-4BCD-93E2-E3B085C9AB24}">
                  <p16:designElem xmlns:p16="http://schemas.microsoft.com/office/powerpoint/2015/main" val="1"/>
                </p:ext>
              </p:extLst>
            </p:nvPr>
          </p:nvPicPr>
          <p:blipFill>
            <a:blip r:embed="rId3">
              <a:alphaModFix amt="30000"/>
              <a:duotone>
                <a:prstClr val="black"/>
                <a:schemeClr val="tx2">
                  <a:tint val="45000"/>
                  <a:satMod val="400000"/>
                </a:schemeClr>
              </a:duotone>
              <a:extLst>
                <a:ext uri="{28A0092B-C50C-407E-A947-70E740481C1C}">
                  <a14:useLocalDpi xmlns:a14="http://schemas.microsoft.com/office/drawing/2010/main" val="0"/>
                </a:ext>
              </a:extLst>
            </a:blip>
            <a:srcRect/>
            <a:stretch>
              <a:fillRect/>
            </a:stretch>
          </p:blipFill>
          <p:spPr bwMode="auto">
            <a:xfrm>
              <a:off x="0" y="-1"/>
              <a:ext cx="12192003" cy="6858001"/>
            </a:xfrm>
            <a:prstGeom prst="rect">
              <a:avLst/>
            </a:prstGeom>
            <a:noFill/>
            <a:extLst>
              <a:ext uri="{909E8E84-426E-40dd-AFC4-6F175D3DCCD1}">
                <a14:hiddenFill xmlns:a14="http://schemas.microsoft.com/office/drawing/2010/main" xmlns:p14="http://schemas.microsoft.com/office/powerpoint/2010/main" xmlns:a16="http://schemas.microsoft.com/office/drawing/2014/main" xmlns="">
                  <a:solidFill>
                    <a:srgbClr val="FFFFFF"/>
                  </a:solidFill>
                </a14:hiddenFill>
              </a:ext>
            </a:extLst>
          </p:spPr>
        </p:pic>
      </p:grpSp>
      <p:grpSp>
        <p:nvGrpSpPr>
          <p:cNvPr id="16" name="Group 15">
            <a:extLst>
              <a:ext uri="{FF2B5EF4-FFF2-40B4-BE49-F238E27FC236}">
                <a16:creationId xmlns:a16="http://schemas.microsoft.com/office/drawing/2014/main" id="{6E532192-EB0D-43D0-8ACF-ABEBADC617E7}"/>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3181779" y="0"/>
            <a:ext cx="2305051" cy="6858001"/>
            <a:chOff x="0" y="0"/>
            <a:chExt cx="2305051" cy="6858001"/>
          </a:xfrm>
          <a:gradFill flip="none" rotWithShape="1">
            <a:gsLst>
              <a:gs pos="0">
                <a:schemeClr val="tx2"/>
              </a:gs>
              <a:gs pos="100000">
                <a:schemeClr val="bg2">
                  <a:lumMod val="60000"/>
                  <a:lumOff val="40000"/>
                </a:schemeClr>
              </a:gs>
            </a:gsLst>
            <a:lin ang="5400000" scaled="0"/>
            <a:tileRect/>
          </a:gradFill>
        </p:grpSpPr>
        <p:sp>
          <p:nvSpPr>
            <p:cNvPr id="17" name="Rectangle 5">
              <a:extLst>
                <a:ext uri="{FF2B5EF4-FFF2-40B4-BE49-F238E27FC236}">
                  <a16:creationId xmlns:a16="http://schemas.microsoft.com/office/drawing/2014/main" id="{A61AEB4E-A65A-4890-AD09-C9ACFB0801BA}"/>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209675" y="4763"/>
              <a:ext cx="23813" cy="2181225"/>
            </a:xfrm>
            <a:prstGeom prst="rect">
              <a:avLst/>
            </a:pr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miter lim="800000"/>
                  <a:headEnd/>
                  <a:tailEnd/>
                </a14:hiddenLine>
              </a:ext>
            </a:extLst>
          </p:spPr>
          <p:txBody>
            <a:bodyPr/>
            <a:lstStyle/>
            <a:p>
              <a:endParaRPr lang="it-IT"/>
            </a:p>
          </p:txBody>
        </p:sp>
        <p:sp>
          <p:nvSpPr>
            <p:cNvPr id="18" name="Freeform 6">
              <a:extLst>
                <a:ext uri="{FF2B5EF4-FFF2-40B4-BE49-F238E27FC236}">
                  <a16:creationId xmlns:a16="http://schemas.microsoft.com/office/drawing/2014/main" id="{528DE10F-D498-4BFB-8B2A-E06AAA1F48DE}"/>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1128713" y="217646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19" name="Freeform 7">
              <a:extLst>
                <a:ext uri="{FF2B5EF4-FFF2-40B4-BE49-F238E27FC236}">
                  <a16:creationId xmlns:a16="http://schemas.microsoft.com/office/drawing/2014/main" id="{EA9A7A15-77B2-4771-B979-8F0E0626AC4F}"/>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1123950" y="4021138"/>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20" name="Rectangle 8">
              <a:extLst>
                <a:ext uri="{FF2B5EF4-FFF2-40B4-BE49-F238E27FC236}">
                  <a16:creationId xmlns:a16="http://schemas.microsoft.com/office/drawing/2014/main" id="{91C3D14F-54C6-49E0-BB0E-DAEA3688A875}"/>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414338" y="9525"/>
              <a:ext cx="28575" cy="4481513"/>
            </a:xfrm>
            <a:prstGeom prst="rect">
              <a:avLst/>
            </a:pr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miter lim="800000"/>
                  <a:headEnd/>
                  <a:tailEnd/>
                </a14:hiddenLine>
              </a:ext>
            </a:extLst>
          </p:spPr>
          <p:txBody>
            <a:bodyPr/>
            <a:lstStyle/>
            <a:p>
              <a:endParaRPr lang="it-IT"/>
            </a:p>
          </p:txBody>
        </p:sp>
        <p:sp>
          <p:nvSpPr>
            <p:cNvPr id="21" name="Freeform 9">
              <a:extLst>
                <a:ext uri="{FF2B5EF4-FFF2-40B4-BE49-F238E27FC236}">
                  <a16:creationId xmlns:a16="http://schemas.microsoft.com/office/drawing/2014/main" id="{693A8E0B-9819-41E1-979C-44F08FECF5D9}"/>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333375" y="44815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22" name="Freeform 10">
              <a:extLst>
                <a:ext uri="{FF2B5EF4-FFF2-40B4-BE49-F238E27FC236}">
                  <a16:creationId xmlns:a16="http://schemas.microsoft.com/office/drawing/2014/main" id="{31C3E5DB-A7A3-4EAE-9026-F9B8F12EC1E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90500" y="9525"/>
              <a:ext cx="152400" cy="908050"/>
            </a:xfrm>
            <a:custGeom>
              <a:avLst/>
              <a:gdLst/>
              <a:ahLst/>
              <a:cxnLst/>
              <a:rect l="0" t="0" r="r" b="b"/>
              <a:pathLst>
                <a:path w="96" h="572">
                  <a:moveTo>
                    <a:pt x="15" y="572"/>
                  </a:moveTo>
                  <a:lnTo>
                    <a:pt x="0" y="566"/>
                  </a:lnTo>
                  <a:lnTo>
                    <a:pt x="81" y="380"/>
                  </a:lnTo>
                  <a:lnTo>
                    <a:pt x="81" y="0"/>
                  </a:lnTo>
                  <a:lnTo>
                    <a:pt x="96" y="0"/>
                  </a:lnTo>
                  <a:lnTo>
                    <a:pt x="96" y="383"/>
                  </a:lnTo>
                  <a:lnTo>
                    <a:pt x="15" y="572"/>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23" name="Freeform 11">
              <a:extLst>
                <a:ext uri="{FF2B5EF4-FFF2-40B4-BE49-F238E27FC236}">
                  <a16:creationId xmlns:a16="http://schemas.microsoft.com/office/drawing/2014/main" id="{DCA25288-1A1B-4F47-B482-9A847602E23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290638" y="14288"/>
              <a:ext cx="376238" cy="1801813"/>
            </a:xfrm>
            <a:custGeom>
              <a:avLst/>
              <a:gdLst/>
              <a:ahLst/>
              <a:cxnLst/>
              <a:rect l="0" t="0" r="r" b="b"/>
              <a:pathLst>
                <a:path w="237" h="1135">
                  <a:moveTo>
                    <a:pt x="222" y="1135"/>
                  </a:moveTo>
                  <a:lnTo>
                    <a:pt x="0" y="620"/>
                  </a:lnTo>
                  <a:lnTo>
                    <a:pt x="0" y="0"/>
                  </a:lnTo>
                  <a:lnTo>
                    <a:pt x="18" y="0"/>
                  </a:lnTo>
                  <a:lnTo>
                    <a:pt x="18" y="617"/>
                  </a:lnTo>
                  <a:lnTo>
                    <a:pt x="237" y="1129"/>
                  </a:lnTo>
                  <a:lnTo>
                    <a:pt x="222" y="1135"/>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24" name="Freeform 12">
              <a:extLst>
                <a:ext uri="{FF2B5EF4-FFF2-40B4-BE49-F238E27FC236}">
                  <a16:creationId xmlns:a16="http://schemas.microsoft.com/office/drawing/2014/main" id="{14B443AB-E1B9-4C40-BA70-8F6CAD01F214}"/>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1600200" y="1801813"/>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25" name="Freeform 13">
              <a:extLst>
                <a:ext uri="{FF2B5EF4-FFF2-40B4-BE49-F238E27FC236}">
                  <a16:creationId xmlns:a16="http://schemas.microsoft.com/office/drawing/2014/main" id="{85A198B7-B595-43D6-828B-3A6D8532231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381125" y="9525"/>
              <a:ext cx="371475" cy="1425575"/>
            </a:xfrm>
            <a:custGeom>
              <a:avLst/>
              <a:gdLst/>
              <a:ahLst/>
              <a:cxnLst/>
              <a:rect l="0" t="0" r="r" b="b"/>
              <a:pathLst>
                <a:path w="234" h="898">
                  <a:moveTo>
                    <a:pt x="219" y="898"/>
                  </a:moveTo>
                  <a:lnTo>
                    <a:pt x="0" y="383"/>
                  </a:lnTo>
                  <a:lnTo>
                    <a:pt x="0" y="0"/>
                  </a:lnTo>
                  <a:lnTo>
                    <a:pt x="15" y="0"/>
                  </a:lnTo>
                  <a:lnTo>
                    <a:pt x="15" y="380"/>
                  </a:lnTo>
                  <a:lnTo>
                    <a:pt x="234" y="892"/>
                  </a:lnTo>
                  <a:lnTo>
                    <a:pt x="219" y="898"/>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26" name="Freeform 14">
              <a:extLst>
                <a:ext uri="{FF2B5EF4-FFF2-40B4-BE49-F238E27FC236}">
                  <a16:creationId xmlns:a16="http://schemas.microsoft.com/office/drawing/2014/main" id="{F310B986-AB70-4FCE-85CC-A7FB750ABD7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643063" y="0"/>
              <a:ext cx="152400" cy="912813"/>
            </a:xfrm>
            <a:custGeom>
              <a:avLst/>
              <a:gdLst/>
              <a:ahLst/>
              <a:cxnLst/>
              <a:rect l="0" t="0" r="r" b="b"/>
              <a:pathLst>
                <a:path w="96" h="575">
                  <a:moveTo>
                    <a:pt x="96" y="575"/>
                  </a:moveTo>
                  <a:lnTo>
                    <a:pt x="78" y="575"/>
                  </a:lnTo>
                  <a:lnTo>
                    <a:pt x="78" y="192"/>
                  </a:lnTo>
                  <a:lnTo>
                    <a:pt x="0" y="6"/>
                  </a:lnTo>
                  <a:lnTo>
                    <a:pt x="15" y="0"/>
                  </a:lnTo>
                  <a:lnTo>
                    <a:pt x="96" y="189"/>
                  </a:lnTo>
                  <a:lnTo>
                    <a:pt x="96" y="575"/>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27" name="Freeform 15">
              <a:extLst>
                <a:ext uri="{FF2B5EF4-FFF2-40B4-BE49-F238E27FC236}">
                  <a16:creationId xmlns:a16="http://schemas.microsoft.com/office/drawing/2014/main" id="{58F94A36-E150-4C70-87E6-89E6368F1FB0}"/>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1685925" y="14208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28" name="Freeform 16">
              <a:extLst>
                <a:ext uri="{FF2B5EF4-FFF2-40B4-BE49-F238E27FC236}">
                  <a16:creationId xmlns:a16="http://schemas.microsoft.com/office/drawing/2014/main" id="{885088E1-2931-4D8D-869D-72334C5961D5}"/>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1685925" y="9032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29" name="Freeform 17">
              <a:extLst>
                <a:ext uri="{FF2B5EF4-FFF2-40B4-BE49-F238E27FC236}">
                  <a16:creationId xmlns:a16="http://schemas.microsoft.com/office/drawing/2014/main" id="{7AE9D160-3F56-4C52-9ED9-A6BAAA329CE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743075" y="4763"/>
              <a:ext cx="419100" cy="522288"/>
            </a:xfrm>
            <a:custGeom>
              <a:avLst/>
              <a:gdLst/>
              <a:ahLst/>
              <a:cxnLst/>
              <a:rect l="0" t="0" r="r" b="b"/>
              <a:pathLst>
                <a:path w="264" h="329">
                  <a:moveTo>
                    <a:pt x="252" y="329"/>
                  </a:moveTo>
                  <a:lnTo>
                    <a:pt x="45" y="120"/>
                  </a:lnTo>
                  <a:lnTo>
                    <a:pt x="0" y="6"/>
                  </a:lnTo>
                  <a:lnTo>
                    <a:pt x="15" y="0"/>
                  </a:lnTo>
                  <a:lnTo>
                    <a:pt x="60" y="111"/>
                  </a:lnTo>
                  <a:lnTo>
                    <a:pt x="264" y="317"/>
                  </a:lnTo>
                  <a:lnTo>
                    <a:pt x="252" y="329"/>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30" name="Freeform 18">
              <a:extLst>
                <a:ext uri="{FF2B5EF4-FFF2-40B4-BE49-F238E27FC236}">
                  <a16:creationId xmlns:a16="http://schemas.microsoft.com/office/drawing/2014/main" id="{79F3F7A1-0C51-41DA-9DA6-8E90E3E35A93}"/>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2119313" y="488950"/>
              <a:ext cx="161925" cy="147638"/>
            </a:xfrm>
            <a:custGeom>
              <a:avLst/>
              <a:gdLst/>
              <a:ahLst/>
              <a:cxnLst/>
              <a:rect l="0" t="0" r="r" b="b"/>
              <a:pathLst>
                <a:path w="34" h="31">
                  <a:moveTo>
                    <a:pt x="17" y="31"/>
                  </a:moveTo>
                  <a:cubicBezTo>
                    <a:pt x="13" y="31"/>
                    <a:pt x="9" y="30"/>
                    <a:pt x="6" y="27"/>
                  </a:cubicBezTo>
                  <a:cubicBezTo>
                    <a:pt x="0" y="20"/>
                    <a:pt x="0" y="10"/>
                    <a:pt x="6" y="4"/>
                  </a:cubicBezTo>
                  <a:cubicBezTo>
                    <a:pt x="9" y="1"/>
                    <a:pt x="13" y="0"/>
                    <a:pt x="17" y="0"/>
                  </a:cubicBezTo>
                  <a:cubicBezTo>
                    <a:pt x="21" y="0"/>
                    <a:pt x="25" y="1"/>
                    <a:pt x="28" y="4"/>
                  </a:cubicBezTo>
                  <a:cubicBezTo>
                    <a:pt x="34" y="10"/>
                    <a:pt x="34" y="20"/>
                    <a:pt x="28" y="27"/>
                  </a:cubicBezTo>
                  <a:cubicBezTo>
                    <a:pt x="25" y="30"/>
                    <a:pt x="21" y="31"/>
                    <a:pt x="17" y="31"/>
                  </a:cubicBezTo>
                  <a:close/>
                  <a:moveTo>
                    <a:pt x="17" y="4"/>
                  </a:moveTo>
                  <a:cubicBezTo>
                    <a:pt x="14" y="4"/>
                    <a:pt x="11" y="5"/>
                    <a:pt x="9" y="7"/>
                  </a:cubicBezTo>
                  <a:cubicBezTo>
                    <a:pt x="4" y="12"/>
                    <a:pt x="4" y="19"/>
                    <a:pt x="9" y="24"/>
                  </a:cubicBezTo>
                  <a:cubicBezTo>
                    <a:pt x="11" y="26"/>
                    <a:pt x="14" y="27"/>
                    <a:pt x="17" y="27"/>
                  </a:cubicBezTo>
                  <a:cubicBezTo>
                    <a:pt x="20" y="27"/>
                    <a:pt x="23" y="26"/>
                    <a:pt x="25" y="24"/>
                  </a:cubicBezTo>
                  <a:cubicBezTo>
                    <a:pt x="30" y="19"/>
                    <a:pt x="30" y="12"/>
                    <a:pt x="25" y="7"/>
                  </a:cubicBezTo>
                  <a:cubicBezTo>
                    <a:pt x="23" y="5"/>
                    <a:pt x="20" y="4"/>
                    <a:pt x="17"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31" name="Freeform 19">
              <a:extLst>
                <a:ext uri="{FF2B5EF4-FFF2-40B4-BE49-F238E27FC236}">
                  <a16:creationId xmlns:a16="http://schemas.microsoft.com/office/drawing/2014/main" id="{DD9A2A46-D55F-4922-A01B-3F8DBED6219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952500" y="4763"/>
              <a:ext cx="152400" cy="908050"/>
            </a:xfrm>
            <a:custGeom>
              <a:avLst/>
              <a:gdLst/>
              <a:ahLst/>
              <a:cxnLst/>
              <a:rect l="0" t="0" r="r" b="b"/>
              <a:pathLst>
                <a:path w="96" h="572">
                  <a:moveTo>
                    <a:pt x="15" y="572"/>
                  </a:moveTo>
                  <a:lnTo>
                    <a:pt x="0" y="572"/>
                  </a:lnTo>
                  <a:lnTo>
                    <a:pt x="0" y="189"/>
                  </a:lnTo>
                  <a:lnTo>
                    <a:pt x="81" y="0"/>
                  </a:lnTo>
                  <a:lnTo>
                    <a:pt x="96" y="6"/>
                  </a:lnTo>
                  <a:lnTo>
                    <a:pt x="15" y="192"/>
                  </a:lnTo>
                  <a:lnTo>
                    <a:pt x="15" y="572"/>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32" name="Freeform 20">
              <a:extLst>
                <a:ext uri="{FF2B5EF4-FFF2-40B4-BE49-F238E27FC236}">
                  <a16:creationId xmlns:a16="http://schemas.microsoft.com/office/drawing/2014/main" id="{0AA17DFB-AEBE-4499-865B-B70381244269}"/>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866775" y="9032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2"/>
                    <a:pt x="4" y="20"/>
                  </a:cubicBezTo>
                  <a:cubicBezTo>
                    <a:pt x="4" y="29"/>
                    <a:pt x="11" y="36"/>
                    <a:pt x="20" y="36"/>
                  </a:cubicBezTo>
                  <a:cubicBezTo>
                    <a:pt x="29" y="36"/>
                    <a:pt x="36" y="29"/>
                    <a:pt x="36" y="20"/>
                  </a:cubicBezTo>
                  <a:cubicBezTo>
                    <a:pt x="36" y="12"/>
                    <a:pt x="29"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33" name="Freeform 21">
              <a:extLst>
                <a:ext uri="{FF2B5EF4-FFF2-40B4-BE49-F238E27FC236}">
                  <a16:creationId xmlns:a16="http://schemas.microsoft.com/office/drawing/2014/main" id="{057EE8DA-45A6-49F5-8818-666095A68408}"/>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890588" y="155416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8"/>
                    <a:pt x="11" y="36"/>
                    <a:pt x="20" y="36"/>
                  </a:cubicBezTo>
                  <a:cubicBezTo>
                    <a:pt x="29" y="36"/>
                    <a:pt x="36" y="28"/>
                    <a:pt x="36" y="20"/>
                  </a:cubicBezTo>
                  <a:cubicBezTo>
                    <a:pt x="36" y="11"/>
                    <a:pt x="29"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34" name="Freeform 22">
              <a:extLst>
                <a:ext uri="{FF2B5EF4-FFF2-40B4-BE49-F238E27FC236}">
                  <a16:creationId xmlns:a16="http://schemas.microsoft.com/office/drawing/2014/main" id="{8ADAA219-132F-41F3-BFAB-896804CF967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738188" y="5622925"/>
              <a:ext cx="338138" cy="1216025"/>
            </a:xfrm>
            <a:custGeom>
              <a:avLst/>
              <a:gdLst/>
              <a:ahLst/>
              <a:cxnLst/>
              <a:rect l="0" t="0" r="r" b="b"/>
              <a:pathLst>
                <a:path w="213" h="766">
                  <a:moveTo>
                    <a:pt x="213" y="766"/>
                  </a:moveTo>
                  <a:lnTo>
                    <a:pt x="195" y="766"/>
                  </a:lnTo>
                  <a:lnTo>
                    <a:pt x="195" y="464"/>
                  </a:lnTo>
                  <a:lnTo>
                    <a:pt x="0" y="6"/>
                  </a:lnTo>
                  <a:lnTo>
                    <a:pt x="12" y="0"/>
                  </a:lnTo>
                  <a:lnTo>
                    <a:pt x="213" y="461"/>
                  </a:lnTo>
                  <a:lnTo>
                    <a:pt x="213" y="766"/>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35" name="Freeform 23">
              <a:extLst>
                <a:ext uri="{FF2B5EF4-FFF2-40B4-BE49-F238E27FC236}">
                  <a16:creationId xmlns:a16="http://schemas.microsoft.com/office/drawing/2014/main" id="{0593EFB1-DC77-417B-B5BC-0900A29F86B6}"/>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647700" y="5480050"/>
              <a:ext cx="157163" cy="157163"/>
            </a:xfrm>
            <a:custGeom>
              <a:avLst/>
              <a:gdLst/>
              <a:ahLst/>
              <a:cxnLst/>
              <a:rect l="0" t="0" r="r" b="b"/>
              <a:pathLst>
                <a:path w="33" h="33">
                  <a:moveTo>
                    <a:pt x="17" y="33"/>
                  </a:moveTo>
                  <a:cubicBezTo>
                    <a:pt x="8" y="33"/>
                    <a:pt x="0" y="26"/>
                    <a:pt x="0" y="17"/>
                  </a:cubicBezTo>
                  <a:cubicBezTo>
                    <a:pt x="0" y="8"/>
                    <a:pt x="8" y="0"/>
                    <a:pt x="17" y="0"/>
                  </a:cubicBezTo>
                  <a:cubicBezTo>
                    <a:pt x="26" y="0"/>
                    <a:pt x="33" y="8"/>
                    <a:pt x="33" y="17"/>
                  </a:cubicBezTo>
                  <a:cubicBezTo>
                    <a:pt x="33" y="26"/>
                    <a:pt x="26" y="33"/>
                    <a:pt x="17" y="33"/>
                  </a:cubicBezTo>
                  <a:close/>
                  <a:moveTo>
                    <a:pt x="17" y="4"/>
                  </a:moveTo>
                  <a:cubicBezTo>
                    <a:pt x="10" y="4"/>
                    <a:pt x="4" y="10"/>
                    <a:pt x="4" y="17"/>
                  </a:cubicBezTo>
                  <a:cubicBezTo>
                    <a:pt x="4" y="24"/>
                    <a:pt x="10" y="29"/>
                    <a:pt x="17" y="29"/>
                  </a:cubicBezTo>
                  <a:cubicBezTo>
                    <a:pt x="23" y="29"/>
                    <a:pt x="29" y="24"/>
                    <a:pt x="29" y="17"/>
                  </a:cubicBezTo>
                  <a:cubicBezTo>
                    <a:pt x="29" y="10"/>
                    <a:pt x="23" y="4"/>
                    <a:pt x="17"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36" name="Freeform 24">
              <a:extLst>
                <a:ext uri="{FF2B5EF4-FFF2-40B4-BE49-F238E27FC236}">
                  <a16:creationId xmlns:a16="http://schemas.microsoft.com/office/drawing/2014/main" id="{95C9F90E-2399-40F1-BB67-3EEDFC360A8B}"/>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66675" y="903288"/>
              <a:ext cx="190500" cy="190500"/>
            </a:xfrm>
            <a:custGeom>
              <a:avLst/>
              <a:gdLst/>
              <a:ahLst/>
              <a:cxnLst/>
              <a:rect l="0" t="0" r="r" b="b"/>
              <a:pathLst>
                <a:path w="40" h="40">
                  <a:moveTo>
                    <a:pt x="20" y="40"/>
                  </a:moveTo>
                  <a:cubicBezTo>
                    <a:pt x="9" y="40"/>
                    <a:pt x="0" y="31"/>
                    <a:pt x="0" y="20"/>
                  </a:cubicBezTo>
                  <a:cubicBezTo>
                    <a:pt x="0" y="9"/>
                    <a:pt x="9" y="0"/>
                    <a:pt x="20" y="0"/>
                  </a:cubicBezTo>
                  <a:cubicBezTo>
                    <a:pt x="32" y="0"/>
                    <a:pt x="40" y="9"/>
                    <a:pt x="40" y="20"/>
                  </a:cubicBezTo>
                  <a:cubicBezTo>
                    <a:pt x="40" y="31"/>
                    <a:pt x="32" y="40"/>
                    <a:pt x="20" y="40"/>
                  </a:cubicBezTo>
                  <a:close/>
                  <a:moveTo>
                    <a:pt x="20" y="4"/>
                  </a:moveTo>
                  <a:cubicBezTo>
                    <a:pt x="12" y="4"/>
                    <a:pt x="4" y="12"/>
                    <a:pt x="4" y="20"/>
                  </a:cubicBezTo>
                  <a:cubicBezTo>
                    <a:pt x="4" y="29"/>
                    <a:pt x="12" y="36"/>
                    <a:pt x="20" y="36"/>
                  </a:cubicBezTo>
                  <a:cubicBezTo>
                    <a:pt x="29" y="36"/>
                    <a:pt x="36" y="29"/>
                    <a:pt x="36" y="20"/>
                  </a:cubicBezTo>
                  <a:cubicBezTo>
                    <a:pt x="36" y="12"/>
                    <a:pt x="29"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37" name="Freeform 25">
              <a:extLst>
                <a:ext uri="{FF2B5EF4-FFF2-40B4-BE49-F238E27FC236}">
                  <a16:creationId xmlns:a16="http://schemas.microsoft.com/office/drawing/2014/main" id="{59635033-7842-47F7-869E-EB54B03BE9D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0" y="3897313"/>
              <a:ext cx="133350" cy="266700"/>
            </a:xfrm>
            <a:custGeom>
              <a:avLst/>
              <a:gdLst/>
              <a:ahLst/>
              <a:cxnLst/>
              <a:rect l="0" t="0" r="r" b="b"/>
              <a:pathLst>
                <a:path w="84" h="168">
                  <a:moveTo>
                    <a:pt x="69" y="168"/>
                  </a:moveTo>
                  <a:lnTo>
                    <a:pt x="0" y="6"/>
                  </a:lnTo>
                  <a:lnTo>
                    <a:pt x="12" y="0"/>
                  </a:lnTo>
                  <a:lnTo>
                    <a:pt x="84" y="162"/>
                  </a:lnTo>
                  <a:lnTo>
                    <a:pt x="69" y="168"/>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9" name="Freeform 26">
              <a:extLst>
                <a:ext uri="{FF2B5EF4-FFF2-40B4-BE49-F238E27FC236}">
                  <a16:creationId xmlns:a16="http://schemas.microsoft.com/office/drawing/2014/main" id="{06710716-F4FF-4D2D-BD4D-3A1C29D5DA58}"/>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66675" y="4149725"/>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8"/>
                    <a:pt x="11" y="36"/>
                    <a:pt x="20" y="36"/>
                  </a:cubicBezTo>
                  <a:cubicBezTo>
                    <a:pt x="29" y="36"/>
                    <a:pt x="36" y="28"/>
                    <a:pt x="36" y="20"/>
                  </a:cubicBezTo>
                  <a:cubicBezTo>
                    <a:pt x="36" y="11"/>
                    <a:pt x="29"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39" name="Freeform 27">
              <a:extLst>
                <a:ext uri="{FF2B5EF4-FFF2-40B4-BE49-F238E27FC236}">
                  <a16:creationId xmlns:a16="http://schemas.microsoft.com/office/drawing/2014/main" id="{DD91BF26-5487-4130-87F9-0B56EA0B067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0" y="1644650"/>
              <a:ext cx="133350" cy="269875"/>
            </a:xfrm>
            <a:custGeom>
              <a:avLst/>
              <a:gdLst/>
              <a:ahLst/>
              <a:cxnLst/>
              <a:rect l="0" t="0" r="r" b="b"/>
              <a:pathLst>
                <a:path w="84" h="170">
                  <a:moveTo>
                    <a:pt x="12" y="170"/>
                  </a:moveTo>
                  <a:lnTo>
                    <a:pt x="0" y="164"/>
                  </a:lnTo>
                  <a:lnTo>
                    <a:pt x="69" y="0"/>
                  </a:lnTo>
                  <a:lnTo>
                    <a:pt x="84" y="6"/>
                  </a:lnTo>
                  <a:lnTo>
                    <a:pt x="12" y="170"/>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40" name="Freeform 28">
              <a:extLst>
                <a:ext uri="{FF2B5EF4-FFF2-40B4-BE49-F238E27FC236}">
                  <a16:creationId xmlns:a16="http://schemas.microsoft.com/office/drawing/2014/main" id="{DCAE746E-F56B-4E02-A50E-358503AB5F73}"/>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66675" y="146843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8"/>
                    <a:pt x="11" y="36"/>
                    <a:pt x="20" y="36"/>
                  </a:cubicBezTo>
                  <a:cubicBezTo>
                    <a:pt x="29" y="36"/>
                    <a:pt x="36" y="28"/>
                    <a:pt x="36" y="20"/>
                  </a:cubicBezTo>
                  <a:cubicBezTo>
                    <a:pt x="36" y="11"/>
                    <a:pt x="29"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41" name="Freeform 29">
              <a:extLst>
                <a:ext uri="{FF2B5EF4-FFF2-40B4-BE49-F238E27FC236}">
                  <a16:creationId xmlns:a16="http://schemas.microsoft.com/office/drawing/2014/main" id="{81DB5307-35A1-4FFB-A8E6-C6AB7703A8E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695325" y="4763"/>
              <a:ext cx="309563" cy="1558925"/>
            </a:xfrm>
            <a:custGeom>
              <a:avLst/>
              <a:gdLst/>
              <a:ahLst/>
              <a:cxnLst/>
              <a:rect l="0" t="0" r="r" b="b"/>
              <a:pathLst>
                <a:path w="195" h="982">
                  <a:moveTo>
                    <a:pt x="195" y="982"/>
                  </a:moveTo>
                  <a:lnTo>
                    <a:pt x="177" y="982"/>
                  </a:lnTo>
                  <a:lnTo>
                    <a:pt x="177" y="805"/>
                  </a:lnTo>
                  <a:lnTo>
                    <a:pt x="0" y="629"/>
                  </a:lnTo>
                  <a:lnTo>
                    <a:pt x="0" y="0"/>
                  </a:lnTo>
                  <a:lnTo>
                    <a:pt x="18" y="0"/>
                  </a:lnTo>
                  <a:lnTo>
                    <a:pt x="18" y="623"/>
                  </a:lnTo>
                  <a:lnTo>
                    <a:pt x="195" y="796"/>
                  </a:lnTo>
                  <a:lnTo>
                    <a:pt x="195" y="982"/>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42" name="Freeform 30">
              <a:extLst>
                <a:ext uri="{FF2B5EF4-FFF2-40B4-BE49-F238E27FC236}">
                  <a16:creationId xmlns:a16="http://schemas.microsoft.com/office/drawing/2014/main" id="{052F6C49-049E-4FBC-A090-64B559CC10C2}"/>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57150" y="4881563"/>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43" name="Freeform 31">
              <a:extLst>
                <a:ext uri="{FF2B5EF4-FFF2-40B4-BE49-F238E27FC236}">
                  <a16:creationId xmlns:a16="http://schemas.microsoft.com/office/drawing/2014/main" id="{B520037F-DF6D-49C9-937E-D7617F8DC86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38113" y="5060950"/>
              <a:ext cx="304800" cy="1778000"/>
            </a:xfrm>
            <a:custGeom>
              <a:avLst/>
              <a:gdLst/>
              <a:ahLst/>
              <a:cxnLst/>
              <a:rect l="0" t="0" r="r" b="b"/>
              <a:pathLst>
                <a:path w="192" h="1120">
                  <a:moveTo>
                    <a:pt x="192" y="1120"/>
                  </a:moveTo>
                  <a:lnTo>
                    <a:pt x="177" y="1120"/>
                  </a:lnTo>
                  <a:lnTo>
                    <a:pt x="177" y="360"/>
                  </a:lnTo>
                  <a:lnTo>
                    <a:pt x="0" y="183"/>
                  </a:lnTo>
                  <a:lnTo>
                    <a:pt x="0" y="0"/>
                  </a:lnTo>
                  <a:lnTo>
                    <a:pt x="15" y="0"/>
                  </a:lnTo>
                  <a:lnTo>
                    <a:pt x="15" y="177"/>
                  </a:lnTo>
                  <a:lnTo>
                    <a:pt x="192" y="354"/>
                  </a:lnTo>
                  <a:lnTo>
                    <a:pt x="192" y="1120"/>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44" name="Freeform 32">
              <a:extLst>
                <a:ext uri="{FF2B5EF4-FFF2-40B4-BE49-F238E27FC236}">
                  <a16:creationId xmlns:a16="http://schemas.microsoft.com/office/drawing/2014/main" id="{D65483B0-4562-4071-8E79-BFF7E3407B92}"/>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561975" y="6430963"/>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45" name="Rectangle 33">
              <a:extLst>
                <a:ext uri="{FF2B5EF4-FFF2-40B4-BE49-F238E27FC236}">
                  <a16:creationId xmlns:a16="http://schemas.microsoft.com/office/drawing/2014/main" id="{B537F264-B801-4F97-8091-41E16CA52FE1}"/>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642938" y="6610350"/>
              <a:ext cx="23813" cy="242888"/>
            </a:xfrm>
            <a:prstGeom prst="rect">
              <a:avLst/>
            </a:pr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miter lim="800000"/>
                  <a:headEnd/>
                  <a:tailEnd/>
                </a14:hiddenLine>
              </a:ext>
            </a:extLst>
          </p:spPr>
          <p:txBody>
            <a:bodyPr/>
            <a:lstStyle/>
            <a:p>
              <a:endParaRPr lang="it-IT"/>
            </a:p>
          </p:txBody>
        </p:sp>
        <p:sp>
          <p:nvSpPr>
            <p:cNvPr id="46" name="Freeform 34">
              <a:extLst>
                <a:ext uri="{FF2B5EF4-FFF2-40B4-BE49-F238E27FC236}">
                  <a16:creationId xmlns:a16="http://schemas.microsoft.com/office/drawing/2014/main" id="{CF0D86E0-647F-437F-AA71-72A789B0D2C7}"/>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76200" y="6430963"/>
              <a:ext cx="190500" cy="188913"/>
            </a:xfrm>
            <a:custGeom>
              <a:avLst/>
              <a:gdLst/>
              <a:ahLst/>
              <a:cxnLst/>
              <a:rect l="0" t="0" r="r" b="b"/>
              <a:pathLst>
                <a:path w="40" h="40">
                  <a:moveTo>
                    <a:pt x="20" y="40"/>
                  </a:moveTo>
                  <a:cubicBezTo>
                    <a:pt x="9" y="40"/>
                    <a:pt x="0" y="31"/>
                    <a:pt x="0" y="20"/>
                  </a:cubicBezTo>
                  <a:cubicBezTo>
                    <a:pt x="0" y="9"/>
                    <a:pt x="9" y="0"/>
                    <a:pt x="20" y="0"/>
                  </a:cubicBezTo>
                  <a:cubicBezTo>
                    <a:pt x="32" y="0"/>
                    <a:pt x="40" y="9"/>
                    <a:pt x="40" y="20"/>
                  </a:cubicBezTo>
                  <a:cubicBezTo>
                    <a:pt x="40" y="31"/>
                    <a:pt x="32"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47" name="Freeform 35">
              <a:extLst>
                <a:ext uri="{FF2B5EF4-FFF2-40B4-BE49-F238E27FC236}">
                  <a16:creationId xmlns:a16="http://schemas.microsoft.com/office/drawing/2014/main" id="{D72C3866-21D1-48D0-899E-938892FF3D7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0" y="5978525"/>
              <a:ext cx="190500" cy="461963"/>
            </a:xfrm>
            <a:custGeom>
              <a:avLst/>
              <a:gdLst/>
              <a:ahLst/>
              <a:cxnLst/>
              <a:rect l="0" t="0" r="r" b="b"/>
              <a:pathLst>
                <a:path w="120" h="291">
                  <a:moveTo>
                    <a:pt x="120" y="291"/>
                  </a:moveTo>
                  <a:lnTo>
                    <a:pt x="105" y="291"/>
                  </a:lnTo>
                  <a:lnTo>
                    <a:pt x="105" y="114"/>
                  </a:lnTo>
                  <a:lnTo>
                    <a:pt x="0" y="9"/>
                  </a:lnTo>
                  <a:lnTo>
                    <a:pt x="12" y="0"/>
                  </a:lnTo>
                  <a:lnTo>
                    <a:pt x="120" y="108"/>
                  </a:lnTo>
                  <a:lnTo>
                    <a:pt x="120" y="291"/>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48" name="Freeform 36">
              <a:extLst>
                <a:ext uri="{FF2B5EF4-FFF2-40B4-BE49-F238E27FC236}">
                  <a16:creationId xmlns:a16="http://schemas.microsoft.com/office/drawing/2014/main" id="{4E94AC39-CDCB-4B11-BE08-FABED0C00FD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014413" y="1801813"/>
              <a:ext cx="214313" cy="755650"/>
            </a:xfrm>
            <a:custGeom>
              <a:avLst/>
              <a:gdLst/>
              <a:ahLst/>
              <a:cxnLst/>
              <a:rect l="0" t="0" r="r" b="b"/>
              <a:pathLst>
                <a:path w="135" h="476">
                  <a:moveTo>
                    <a:pt x="12" y="476"/>
                  </a:moveTo>
                  <a:lnTo>
                    <a:pt x="0" y="476"/>
                  </a:lnTo>
                  <a:lnTo>
                    <a:pt x="0" y="128"/>
                  </a:lnTo>
                  <a:lnTo>
                    <a:pt x="126" y="0"/>
                  </a:lnTo>
                  <a:lnTo>
                    <a:pt x="135" y="9"/>
                  </a:lnTo>
                  <a:lnTo>
                    <a:pt x="12" y="131"/>
                  </a:lnTo>
                  <a:lnTo>
                    <a:pt x="12" y="476"/>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49" name="Freeform 37">
              <a:extLst>
                <a:ext uri="{FF2B5EF4-FFF2-40B4-BE49-F238E27FC236}">
                  <a16:creationId xmlns:a16="http://schemas.microsoft.com/office/drawing/2014/main" id="{29C7F939-61B9-467B-AC85-C146594B803A}"/>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938213" y="2547938"/>
              <a:ext cx="166688" cy="160338"/>
            </a:xfrm>
            <a:custGeom>
              <a:avLst/>
              <a:gdLst/>
              <a:ahLst/>
              <a:cxnLst/>
              <a:rect l="0" t="0" r="r" b="b"/>
              <a:pathLst>
                <a:path w="35" h="34">
                  <a:moveTo>
                    <a:pt x="18" y="34"/>
                  </a:moveTo>
                  <a:cubicBezTo>
                    <a:pt x="8" y="34"/>
                    <a:pt x="0" y="26"/>
                    <a:pt x="0" y="17"/>
                  </a:cubicBezTo>
                  <a:cubicBezTo>
                    <a:pt x="0" y="7"/>
                    <a:pt x="8" y="0"/>
                    <a:pt x="18" y="0"/>
                  </a:cubicBezTo>
                  <a:cubicBezTo>
                    <a:pt x="27" y="0"/>
                    <a:pt x="35" y="7"/>
                    <a:pt x="35" y="17"/>
                  </a:cubicBezTo>
                  <a:cubicBezTo>
                    <a:pt x="35" y="26"/>
                    <a:pt x="27" y="34"/>
                    <a:pt x="18" y="34"/>
                  </a:cubicBezTo>
                  <a:close/>
                  <a:moveTo>
                    <a:pt x="18" y="4"/>
                  </a:moveTo>
                  <a:cubicBezTo>
                    <a:pt x="10" y="4"/>
                    <a:pt x="4" y="10"/>
                    <a:pt x="4" y="17"/>
                  </a:cubicBezTo>
                  <a:cubicBezTo>
                    <a:pt x="4" y="24"/>
                    <a:pt x="10" y="30"/>
                    <a:pt x="18" y="30"/>
                  </a:cubicBezTo>
                  <a:cubicBezTo>
                    <a:pt x="25" y="30"/>
                    <a:pt x="31" y="24"/>
                    <a:pt x="31" y="17"/>
                  </a:cubicBezTo>
                  <a:cubicBezTo>
                    <a:pt x="31" y="10"/>
                    <a:pt x="25" y="4"/>
                    <a:pt x="18"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50" name="Freeform 38">
              <a:extLst>
                <a:ext uri="{FF2B5EF4-FFF2-40B4-BE49-F238E27FC236}">
                  <a16:creationId xmlns:a16="http://schemas.microsoft.com/office/drawing/2014/main" id="{0B851A48-E333-49BD-8150-3E207F2F5E0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595313" y="4763"/>
              <a:ext cx="638175" cy="4025900"/>
            </a:xfrm>
            <a:custGeom>
              <a:avLst/>
              <a:gdLst/>
              <a:ahLst/>
              <a:cxnLst/>
              <a:rect l="0" t="0" r="r" b="b"/>
              <a:pathLst>
                <a:path w="402" h="2536">
                  <a:moveTo>
                    <a:pt x="402" y="2536"/>
                  </a:moveTo>
                  <a:lnTo>
                    <a:pt x="387" y="2536"/>
                  </a:lnTo>
                  <a:lnTo>
                    <a:pt x="387" y="2311"/>
                  </a:lnTo>
                  <a:lnTo>
                    <a:pt x="0" y="1925"/>
                  </a:lnTo>
                  <a:lnTo>
                    <a:pt x="0" y="0"/>
                  </a:lnTo>
                  <a:lnTo>
                    <a:pt x="15" y="0"/>
                  </a:lnTo>
                  <a:lnTo>
                    <a:pt x="15" y="1916"/>
                  </a:lnTo>
                  <a:lnTo>
                    <a:pt x="402" y="2302"/>
                  </a:lnTo>
                  <a:lnTo>
                    <a:pt x="402" y="2536"/>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51" name="Freeform 39">
              <a:extLst>
                <a:ext uri="{FF2B5EF4-FFF2-40B4-BE49-F238E27FC236}">
                  <a16:creationId xmlns:a16="http://schemas.microsoft.com/office/drawing/2014/main" id="{1CD0C878-A6ED-44A0-972F-164829F382A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223963" y="1382713"/>
              <a:ext cx="142875" cy="476250"/>
            </a:xfrm>
            <a:custGeom>
              <a:avLst/>
              <a:gdLst/>
              <a:ahLst/>
              <a:cxnLst/>
              <a:rect l="0" t="0" r="r" b="b"/>
              <a:pathLst>
                <a:path w="90" h="300">
                  <a:moveTo>
                    <a:pt x="90" y="300"/>
                  </a:moveTo>
                  <a:lnTo>
                    <a:pt x="78" y="300"/>
                  </a:lnTo>
                  <a:lnTo>
                    <a:pt x="78" y="84"/>
                  </a:lnTo>
                  <a:lnTo>
                    <a:pt x="0" y="9"/>
                  </a:lnTo>
                  <a:lnTo>
                    <a:pt x="9" y="0"/>
                  </a:lnTo>
                  <a:lnTo>
                    <a:pt x="90" y="81"/>
                  </a:lnTo>
                  <a:lnTo>
                    <a:pt x="90" y="300"/>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52" name="Freeform 40">
              <a:extLst>
                <a:ext uri="{FF2B5EF4-FFF2-40B4-BE49-F238E27FC236}">
                  <a16:creationId xmlns:a16="http://schemas.microsoft.com/office/drawing/2014/main" id="{1C236544-42D8-4A88-B600-6B8B20FFB401}"/>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1300163" y="1849438"/>
              <a:ext cx="109538" cy="107950"/>
            </a:xfrm>
            <a:custGeom>
              <a:avLst/>
              <a:gdLst/>
              <a:ahLst/>
              <a:cxnLst/>
              <a:rect l="0" t="0" r="r" b="b"/>
              <a:pathLst>
                <a:path w="23" h="23">
                  <a:moveTo>
                    <a:pt x="12" y="23"/>
                  </a:moveTo>
                  <a:cubicBezTo>
                    <a:pt x="5" y="23"/>
                    <a:pt x="0" y="18"/>
                    <a:pt x="0" y="12"/>
                  </a:cubicBezTo>
                  <a:cubicBezTo>
                    <a:pt x="0" y="5"/>
                    <a:pt x="5" y="0"/>
                    <a:pt x="12" y="0"/>
                  </a:cubicBezTo>
                  <a:cubicBezTo>
                    <a:pt x="18" y="0"/>
                    <a:pt x="23" y="5"/>
                    <a:pt x="23" y="12"/>
                  </a:cubicBezTo>
                  <a:cubicBezTo>
                    <a:pt x="23" y="18"/>
                    <a:pt x="18" y="23"/>
                    <a:pt x="12" y="23"/>
                  </a:cubicBezTo>
                  <a:close/>
                  <a:moveTo>
                    <a:pt x="12" y="4"/>
                  </a:moveTo>
                  <a:cubicBezTo>
                    <a:pt x="8" y="4"/>
                    <a:pt x="4" y="8"/>
                    <a:pt x="4" y="12"/>
                  </a:cubicBezTo>
                  <a:cubicBezTo>
                    <a:pt x="4" y="16"/>
                    <a:pt x="8" y="19"/>
                    <a:pt x="12" y="19"/>
                  </a:cubicBezTo>
                  <a:cubicBezTo>
                    <a:pt x="16" y="19"/>
                    <a:pt x="19" y="16"/>
                    <a:pt x="19" y="12"/>
                  </a:cubicBezTo>
                  <a:cubicBezTo>
                    <a:pt x="19" y="8"/>
                    <a:pt x="16" y="4"/>
                    <a:pt x="12"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53" name="Freeform 41">
              <a:extLst>
                <a:ext uri="{FF2B5EF4-FFF2-40B4-BE49-F238E27FC236}">
                  <a16:creationId xmlns:a16="http://schemas.microsoft.com/office/drawing/2014/main" id="{C9FF2C0E-61EA-45E6-8C93-270B51918DB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280988" y="3417888"/>
              <a:ext cx="142875" cy="474663"/>
            </a:xfrm>
            <a:custGeom>
              <a:avLst/>
              <a:gdLst/>
              <a:ahLst/>
              <a:cxnLst/>
              <a:rect l="0" t="0" r="r" b="b"/>
              <a:pathLst>
                <a:path w="90" h="299">
                  <a:moveTo>
                    <a:pt x="12" y="299"/>
                  </a:moveTo>
                  <a:lnTo>
                    <a:pt x="0" y="299"/>
                  </a:lnTo>
                  <a:lnTo>
                    <a:pt x="0" y="80"/>
                  </a:lnTo>
                  <a:lnTo>
                    <a:pt x="81" y="0"/>
                  </a:lnTo>
                  <a:lnTo>
                    <a:pt x="90" y="8"/>
                  </a:lnTo>
                  <a:lnTo>
                    <a:pt x="12" y="83"/>
                  </a:lnTo>
                  <a:lnTo>
                    <a:pt x="12" y="299"/>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54" name="Freeform 42">
              <a:extLst>
                <a:ext uri="{FF2B5EF4-FFF2-40B4-BE49-F238E27FC236}">
                  <a16:creationId xmlns:a16="http://schemas.microsoft.com/office/drawing/2014/main" id="{654F9C3F-E635-4E7B-BF8F-87BF60CE7A01}"/>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238125" y="3883025"/>
              <a:ext cx="109538" cy="109538"/>
            </a:xfrm>
            <a:custGeom>
              <a:avLst/>
              <a:gdLst/>
              <a:ahLst/>
              <a:cxnLst/>
              <a:rect l="0" t="0" r="r" b="b"/>
              <a:pathLst>
                <a:path w="23" h="23">
                  <a:moveTo>
                    <a:pt x="11" y="23"/>
                  </a:moveTo>
                  <a:cubicBezTo>
                    <a:pt x="5" y="23"/>
                    <a:pt x="0" y="18"/>
                    <a:pt x="0" y="12"/>
                  </a:cubicBezTo>
                  <a:cubicBezTo>
                    <a:pt x="0" y="5"/>
                    <a:pt x="5" y="0"/>
                    <a:pt x="11" y="0"/>
                  </a:cubicBezTo>
                  <a:cubicBezTo>
                    <a:pt x="17" y="0"/>
                    <a:pt x="23" y="5"/>
                    <a:pt x="23" y="12"/>
                  </a:cubicBezTo>
                  <a:cubicBezTo>
                    <a:pt x="23" y="18"/>
                    <a:pt x="17" y="23"/>
                    <a:pt x="11" y="23"/>
                  </a:cubicBezTo>
                  <a:close/>
                  <a:moveTo>
                    <a:pt x="11" y="4"/>
                  </a:moveTo>
                  <a:cubicBezTo>
                    <a:pt x="7" y="4"/>
                    <a:pt x="4" y="8"/>
                    <a:pt x="4" y="12"/>
                  </a:cubicBezTo>
                  <a:cubicBezTo>
                    <a:pt x="4" y="16"/>
                    <a:pt x="7" y="19"/>
                    <a:pt x="11" y="19"/>
                  </a:cubicBezTo>
                  <a:cubicBezTo>
                    <a:pt x="15" y="19"/>
                    <a:pt x="19" y="16"/>
                    <a:pt x="19" y="12"/>
                  </a:cubicBezTo>
                  <a:cubicBezTo>
                    <a:pt x="19" y="8"/>
                    <a:pt x="15" y="4"/>
                    <a:pt x="11"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55" name="Freeform 43">
              <a:extLst>
                <a:ext uri="{FF2B5EF4-FFF2-40B4-BE49-F238E27FC236}">
                  <a16:creationId xmlns:a16="http://schemas.microsoft.com/office/drawing/2014/main" id="{ACCA7548-833A-4EEC-91F2-BB9687E3CE7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4763" y="2166938"/>
              <a:ext cx="114300" cy="452438"/>
            </a:xfrm>
            <a:custGeom>
              <a:avLst/>
              <a:gdLst/>
              <a:ahLst/>
              <a:cxnLst/>
              <a:rect l="0" t="0" r="r" b="b"/>
              <a:pathLst>
                <a:path w="72" h="285">
                  <a:moveTo>
                    <a:pt x="6" y="285"/>
                  </a:moveTo>
                  <a:lnTo>
                    <a:pt x="0" y="276"/>
                  </a:lnTo>
                  <a:lnTo>
                    <a:pt x="60" y="216"/>
                  </a:lnTo>
                  <a:lnTo>
                    <a:pt x="60" y="0"/>
                  </a:lnTo>
                  <a:lnTo>
                    <a:pt x="72" y="0"/>
                  </a:lnTo>
                  <a:lnTo>
                    <a:pt x="72" y="222"/>
                  </a:lnTo>
                  <a:lnTo>
                    <a:pt x="6" y="285"/>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56" name="Freeform 44">
              <a:extLst>
                <a:ext uri="{FF2B5EF4-FFF2-40B4-BE49-F238E27FC236}">
                  <a16:creationId xmlns:a16="http://schemas.microsoft.com/office/drawing/2014/main" id="{F895F203-B2FD-49FE-A865-269B367A4100}"/>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52388" y="2066925"/>
              <a:ext cx="109538" cy="109538"/>
            </a:xfrm>
            <a:custGeom>
              <a:avLst/>
              <a:gdLst/>
              <a:ahLst/>
              <a:cxnLst/>
              <a:rect l="0" t="0" r="r" b="b"/>
              <a:pathLst>
                <a:path w="23" h="23">
                  <a:moveTo>
                    <a:pt x="12" y="23"/>
                  </a:moveTo>
                  <a:cubicBezTo>
                    <a:pt x="5" y="23"/>
                    <a:pt x="0" y="18"/>
                    <a:pt x="0" y="12"/>
                  </a:cubicBezTo>
                  <a:cubicBezTo>
                    <a:pt x="0" y="5"/>
                    <a:pt x="5" y="0"/>
                    <a:pt x="12" y="0"/>
                  </a:cubicBezTo>
                  <a:cubicBezTo>
                    <a:pt x="18" y="0"/>
                    <a:pt x="23" y="5"/>
                    <a:pt x="23" y="12"/>
                  </a:cubicBezTo>
                  <a:cubicBezTo>
                    <a:pt x="23" y="18"/>
                    <a:pt x="18" y="23"/>
                    <a:pt x="12" y="23"/>
                  </a:cubicBezTo>
                  <a:close/>
                  <a:moveTo>
                    <a:pt x="12" y="4"/>
                  </a:moveTo>
                  <a:cubicBezTo>
                    <a:pt x="8" y="4"/>
                    <a:pt x="4" y="8"/>
                    <a:pt x="4" y="12"/>
                  </a:cubicBezTo>
                  <a:cubicBezTo>
                    <a:pt x="4" y="16"/>
                    <a:pt x="8" y="19"/>
                    <a:pt x="12" y="19"/>
                  </a:cubicBezTo>
                  <a:cubicBezTo>
                    <a:pt x="16" y="19"/>
                    <a:pt x="19" y="16"/>
                    <a:pt x="19" y="12"/>
                  </a:cubicBezTo>
                  <a:cubicBezTo>
                    <a:pt x="19" y="8"/>
                    <a:pt x="16" y="4"/>
                    <a:pt x="12"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57" name="Rectangle 45">
              <a:extLst>
                <a:ext uri="{FF2B5EF4-FFF2-40B4-BE49-F238E27FC236}">
                  <a16:creationId xmlns:a16="http://schemas.microsoft.com/office/drawing/2014/main" id="{84D9CCFF-23CD-4209-B238-57DDF091A6CE}"/>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228725" y="4662488"/>
              <a:ext cx="23813" cy="2181225"/>
            </a:xfrm>
            <a:prstGeom prst="rect">
              <a:avLst/>
            </a:pr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miter lim="800000"/>
                  <a:headEnd/>
                  <a:tailEnd/>
                </a14:hiddenLine>
              </a:ext>
            </a:extLst>
          </p:spPr>
          <p:txBody>
            <a:bodyPr/>
            <a:lstStyle/>
            <a:p>
              <a:endParaRPr lang="it-IT"/>
            </a:p>
          </p:txBody>
        </p:sp>
        <p:sp>
          <p:nvSpPr>
            <p:cNvPr id="58" name="Freeform 46">
              <a:extLst>
                <a:ext uri="{FF2B5EF4-FFF2-40B4-BE49-F238E27FC236}">
                  <a16:creationId xmlns:a16="http://schemas.microsoft.com/office/drawing/2014/main" id="{190495CD-E216-4AF5-9038-D7807B638CC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319213" y="5041900"/>
              <a:ext cx="371475" cy="1801813"/>
            </a:xfrm>
            <a:custGeom>
              <a:avLst/>
              <a:gdLst/>
              <a:ahLst/>
              <a:cxnLst/>
              <a:rect l="0" t="0" r="r" b="b"/>
              <a:pathLst>
                <a:path w="234" h="1135">
                  <a:moveTo>
                    <a:pt x="15" y="1135"/>
                  </a:moveTo>
                  <a:lnTo>
                    <a:pt x="0" y="1135"/>
                  </a:lnTo>
                  <a:lnTo>
                    <a:pt x="0" y="515"/>
                  </a:lnTo>
                  <a:lnTo>
                    <a:pt x="0" y="512"/>
                  </a:lnTo>
                  <a:lnTo>
                    <a:pt x="219" y="0"/>
                  </a:lnTo>
                  <a:lnTo>
                    <a:pt x="234" y="6"/>
                  </a:lnTo>
                  <a:lnTo>
                    <a:pt x="15" y="518"/>
                  </a:lnTo>
                  <a:lnTo>
                    <a:pt x="15" y="1135"/>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59" name="Freeform 47">
              <a:extLst>
                <a:ext uri="{FF2B5EF4-FFF2-40B4-BE49-F238E27FC236}">
                  <a16:creationId xmlns:a16="http://schemas.microsoft.com/office/drawing/2014/main" id="{6E2B5DDB-234E-47ED-9F32-83C6D5EEEB26}"/>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1147763" y="44815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60" name="Freeform 48">
              <a:extLst>
                <a:ext uri="{FF2B5EF4-FFF2-40B4-BE49-F238E27FC236}">
                  <a16:creationId xmlns:a16="http://schemas.microsoft.com/office/drawing/2014/main" id="{9DB1F0CB-D565-4DF9-BA3F-7CE9F18B4F5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819150" y="3983038"/>
              <a:ext cx="347663" cy="2860675"/>
            </a:xfrm>
            <a:custGeom>
              <a:avLst/>
              <a:gdLst/>
              <a:ahLst/>
              <a:cxnLst/>
              <a:rect l="0" t="0" r="r" b="b"/>
              <a:pathLst>
                <a:path w="219" h="1802">
                  <a:moveTo>
                    <a:pt x="219" y="1802"/>
                  </a:moveTo>
                  <a:lnTo>
                    <a:pt x="201" y="1802"/>
                  </a:lnTo>
                  <a:lnTo>
                    <a:pt x="201" y="1185"/>
                  </a:lnTo>
                  <a:lnTo>
                    <a:pt x="0" y="3"/>
                  </a:lnTo>
                  <a:lnTo>
                    <a:pt x="15" y="0"/>
                  </a:lnTo>
                  <a:lnTo>
                    <a:pt x="219" y="1185"/>
                  </a:lnTo>
                  <a:lnTo>
                    <a:pt x="219" y="1802"/>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61" name="Freeform 49">
              <a:extLst>
                <a:ext uri="{FF2B5EF4-FFF2-40B4-BE49-F238E27FC236}">
                  <a16:creationId xmlns:a16="http://schemas.microsoft.com/office/drawing/2014/main" id="{552F47B4-D0D5-4075-BD00-7145B6F205E7}"/>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728663" y="3806825"/>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8"/>
                    <a:pt x="11" y="36"/>
                    <a:pt x="20" y="36"/>
                  </a:cubicBezTo>
                  <a:cubicBezTo>
                    <a:pt x="29" y="36"/>
                    <a:pt x="36" y="28"/>
                    <a:pt x="36" y="20"/>
                  </a:cubicBezTo>
                  <a:cubicBezTo>
                    <a:pt x="36" y="11"/>
                    <a:pt x="29"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62" name="Freeform 50">
              <a:extLst>
                <a:ext uri="{FF2B5EF4-FFF2-40B4-BE49-F238E27FC236}">
                  <a16:creationId xmlns:a16="http://schemas.microsoft.com/office/drawing/2014/main" id="{F57CAD52-0B84-4068-BFD9-B48B16AFEED7}"/>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1624013" y="4867275"/>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63" name="Freeform 51">
              <a:extLst>
                <a:ext uri="{FF2B5EF4-FFF2-40B4-BE49-F238E27FC236}">
                  <a16:creationId xmlns:a16="http://schemas.microsoft.com/office/drawing/2014/main" id="{62E09F5E-A24D-4628-A8CB-143556FB9D7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404938" y="5422900"/>
              <a:ext cx="371475" cy="1425575"/>
            </a:xfrm>
            <a:custGeom>
              <a:avLst/>
              <a:gdLst/>
              <a:ahLst/>
              <a:cxnLst/>
              <a:rect l="0" t="0" r="r" b="b"/>
              <a:pathLst>
                <a:path w="234" h="898">
                  <a:moveTo>
                    <a:pt x="18" y="898"/>
                  </a:moveTo>
                  <a:lnTo>
                    <a:pt x="0" y="898"/>
                  </a:lnTo>
                  <a:lnTo>
                    <a:pt x="0" y="515"/>
                  </a:lnTo>
                  <a:lnTo>
                    <a:pt x="0" y="512"/>
                  </a:lnTo>
                  <a:lnTo>
                    <a:pt x="222" y="0"/>
                  </a:lnTo>
                  <a:lnTo>
                    <a:pt x="234" y="6"/>
                  </a:lnTo>
                  <a:lnTo>
                    <a:pt x="18" y="518"/>
                  </a:lnTo>
                  <a:lnTo>
                    <a:pt x="18" y="898"/>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64" name="Freeform 52">
              <a:extLst>
                <a:ext uri="{FF2B5EF4-FFF2-40B4-BE49-F238E27FC236}">
                  <a16:creationId xmlns:a16="http://schemas.microsoft.com/office/drawing/2014/main" id="{C547CC76-FB8C-43B1-A625-F694184D947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666875" y="5945188"/>
              <a:ext cx="152400" cy="912813"/>
            </a:xfrm>
            <a:custGeom>
              <a:avLst/>
              <a:gdLst/>
              <a:ahLst/>
              <a:cxnLst/>
              <a:rect l="0" t="0" r="r" b="b"/>
              <a:pathLst>
                <a:path w="96" h="575">
                  <a:moveTo>
                    <a:pt x="15" y="575"/>
                  </a:moveTo>
                  <a:lnTo>
                    <a:pt x="0" y="569"/>
                  </a:lnTo>
                  <a:lnTo>
                    <a:pt x="81" y="383"/>
                  </a:lnTo>
                  <a:lnTo>
                    <a:pt x="81" y="0"/>
                  </a:lnTo>
                  <a:lnTo>
                    <a:pt x="96" y="0"/>
                  </a:lnTo>
                  <a:lnTo>
                    <a:pt x="96" y="386"/>
                  </a:lnTo>
                  <a:lnTo>
                    <a:pt x="15" y="575"/>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65" name="Freeform 53">
              <a:extLst>
                <a:ext uri="{FF2B5EF4-FFF2-40B4-BE49-F238E27FC236}">
                  <a16:creationId xmlns:a16="http://schemas.microsoft.com/office/drawing/2014/main" id="{E86CE93B-A557-46C2-B87E-81C1E0E93672}"/>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1709738" y="52466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66" name="Freeform 54">
              <a:extLst>
                <a:ext uri="{FF2B5EF4-FFF2-40B4-BE49-F238E27FC236}">
                  <a16:creationId xmlns:a16="http://schemas.microsoft.com/office/drawing/2014/main" id="{7220D106-C5C0-4A39-909A-A11F3E246D6E}"/>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1709738" y="57642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67" name="Freeform 55">
              <a:extLst>
                <a:ext uri="{FF2B5EF4-FFF2-40B4-BE49-F238E27FC236}">
                  <a16:creationId xmlns:a16="http://schemas.microsoft.com/office/drawing/2014/main" id="{195044AA-79D9-4142-8865-9A4B4E80873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766888" y="6330950"/>
              <a:ext cx="419100" cy="527050"/>
            </a:xfrm>
            <a:custGeom>
              <a:avLst/>
              <a:gdLst/>
              <a:ahLst/>
              <a:cxnLst/>
              <a:rect l="0" t="0" r="r" b="b"/>
              <a:pathLst>
                <a:path w="264" h="332">
                  <a:moveTo>
                    <a:pt x="12" y="332"/>
                  </a:moveTo>
                  <a:lnTo>
                    <a:pt x="0" y="326"/>
                  </a:lnTo>
                  <a:lnTo>
                    <a:pt x="45" y="206"/>
                  </a:lnTo>
                  <a:lnTo>
                    <a:pt x="255" y="0"/>
                  </a:lnTo>
                  <a:lnTo>
                    <a:pt x="264" y="12"/>
                  </a:lnTo>
                  <a:lnTo>
                    <a:pt x="60" y="215"/>
                  </a:lnTo>
                  <a:lnTo>
                    <a:pt x="12" y="332"/>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68" name="Freeform 56">
              <a:extLst>
                <a:ext uri="{FF2B5EF4-FFF2-40B4-BE49-F238E27FC236}">
                  <a16:creationId xmlns:a16="http://schemas.microsoft.com/office/drawing/2014/main" id="{BBFC5CFA-482C-4B45-87A7-C44F773CC663}"/>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2147888" y="6221413"/>
              <a:ext cx="157163" cy="147638"/>
            </a:xfrm>
            <a:custGeom>
              <a:avLst/>
              <a:gdLst/>
              <a:ahLst/>
              <a:cxnLst/>
              <a:rect l="0" t="0" r="r" b="b"/>
              <a:pathLst>
                <a:path w="33" h="31">
                  <a:moveTo>
                    <a:pt x="16" y="31"/>
                  </a:moveTo>
                  <a:cubicBezTo>
                    <a:pt x="12" y="31"/>
                    <a:pt x="8" y="29"/>
                    <a:pt x="5" y="26"/>
                  </a:cubicBezTo>
                  <a:cubicBezTo>
                    <a:pt x="2" y="24"/>
                    <a:pt x="0" y="20"/>
                    <a:pt x="0" y="15"/>
                  </a:cubicBezTo>
                  <a:cubicBezTo>
                    <a:pt x="0" y="11"/>
                    <a:pt x="2" y="7"/>
                    <a:pt x="5" y="4"/>
                  </a:cubicBezTo>
                  <a:cubicBezTo>
                    <a:pt x="8" y="1"/>
                    <a:pt x="12" y="0"/>
                    <a:pt x="16" y="0"/>
                  </a:cubicBezTo>
                  <a:cubicBezTo>
                    <a:pt x="20" y="0"/>
                    <a:pt x="24" y="1"/>
                    <a:pt x="27" y="4"/>
                  </a:cubicBezTo>
                  <a:cubicBezTo>
                    <a:pt x="33" y="10"/>
                    <a:pt x="33" y="20"/>
                    <a:pt x="27" y="26"/>
                  </a:cubicBezTo>
                  <a:cubicBezTo>
                    <a:pt x="24" y="29"/>
                    <a:pt x="20" y="31"/>
                    <a:pt x="16" y="31"/>
                  </a:cubicBezTo>
                  <a:close/>
                  <a:moveTo>
                    <a:pt x="16" y="4"/>
                  </a:moveTo>
                  <a:cubicBezTo>
                    <a:pt x="13" y="4"/>
                    <a:pt x="10" y="5"/>
                    <a:pt x="8" y="7"/>
                  </a:cubicBezTo>
                  <a:cubicBezTo>
                    <a:pt x="6" y="9"/>
                    <a:pt x="4" y="12"/>
                    <a:pt x="4" y="15"/>
                  </a:cubicBezTo>
                  <a:cubicBezTo>
                    <a:pt x="4" y="19"/>
                    <a:pt x="6" y="21"/>
                    <a:pt x="8" y="24"/>
                  </a:cubicBezTo>
                  <a:cubicBezTo>
                    <a:pt x="10" y="26"/>
                    <a:pt x="13" y="27"/>
                    <a:pt x="16" y="27"/>
                  </a:cubicBezTo>
                  <a:cubicBezTo>
                    <a:pt x="19" y="27"/>
                    <a:pt x="22" y="26"/>
                    <a:pt x="24" y="24"/>
                  </a:cubicBezTo>
                  <a:cubicBezTo>
                    <a:pt x="29" y="19"/>
                    <a:pt x="29" y="12"/>
                    <a:pt x="24" y="7"/>
                  </a:cubicBezTo>
                  <a:cubicBezTo>
                    <a:pt x="22" y="5"/>
                    <a:pt x="19" y="4"/>
                    <a:pt x="16"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69" name="Freeform 57">
              <a:extLst>
                <a:ext uri="{FF2B5EF4-FFF2-40B4-BE49-F238E27FC236}">
                  <a16:creationId xmlns:a16="http://schemas.microsoft.com/office/drawing/2014/main" id="{79BEC615-03E2-4F7F-A457-0CDA565ADA7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504825" y="9525"/>
              <a:ext cx="233363" cy="5103813"/>
            </a:xfrm>
            <a:custGeom>
              <a:avLst/>
              <a:gdLst/>
              <a:ahLst/>
              <a:cxnLst/>
              <a:rect l="0" t="0" r="r" b="b"/>
              <a:pathLst>
                <a:path w="147" h="3215">
                  <a:moveTo>
                    <a:pt x="132" y="3215"/>
                  </a:moveTo>
                  <a:lnTo>
                    <a:pt x="129" y="2754"/>
                  </a:lnTo>
                  <a:lnTo>
                    <a:pt x="0" y="1901"/>
                  </a:lnTo>
                  <a:lnTo>
                    <a:pt x="0" y="0"/>
                  </a:lnTo>
                  <a:lnTo>
                    <a:pt x="15" y="0"/>
                  </a:lnTo>
                  <a:lnTo>
                    <a:pt x="15" y="1898"/>
                  </a:lnTo>
                  <a:lnTo>
                    <a:pt x="144" y="2754"/>
                  </a:lnTo>
                  <a:lnTo>
                    <a:pt x="147" y="3215"/>
                  </a:lnTo>
                  <a:lnTo>
                    <a:pt x="132" y="3215"/>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70" name="Freeform 58">
              <a:extLst>
                <a:ext uri="{FF2B5EF4-FFF2-40B4-BE49-F238E27FC236}">
                  <a16:creationId xmlns:a16="http://schemas.microsoft.com/office/drawing/2014/main" id="{20E56620-58EC-4785-BA5E-2E40F40BC91A}"/>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633413" y="5103813"/>
              <a:ext cx="185738" cy="185738"/>
            </a:xfrm>
            <a:custGeom>
              <a:avLst/>
              <a:gdLst/>
              <a:ahLst/>
              <a:cxnLst/>
              <a:rect l="0" t="0" r="r" b="b"/>
              <a:pathLst>
                <a:path w="39" h="39">
                  <a:moveTo>
                    <a:pt x="20" y="39"/>
                  </a:moveTo>
                  <a:cubicBezTo>
                    <a:pt x="9" y="39"/>
                    <a:pt x="0" y="30"/>
                    <a:pt x="0" y="19"/>
                  </a:cubicBezTo>
                  <a:cubicBezTo>
                    <a:pt x="0" y="9"/>
                    <a:pt x="9" y="0"/>
                    <a:pt x="20" y="0"/>
                  </a:cubicBezTo>
                  <a:cubicBezTo>
                    <a:pt x="30" y="0"/>
                    <a:pt x="39" y="9"/>
                    <a:pt x="39" y="19"/>
                  </a:cubicBezTo>
                  <a:cubicBezTo>
                    <a:pt x="39" y="30"/>
                    <a:pt x="30" y="39"/>
                    <a:pt x="20" y="39"/>
                  </a:cubicBezTo>
                  <a:close/>
                  <a:moveTo>
                    <a:pt x="20" y="4"/>
                  </a:moveTo>
                  <a:cubicBezTo>
                    <a:pt x="11" y="4"/>
                    <a:pt x="4" y="11"/>
                    <a:pt x="4" y="19"/>
                  </a:cubicBezTo>
                  <a:cubicBezTo>
                    <a:pt x="4" y="28"/>
                    <a:pt x="11" y="35"/>
                    <a:pt x="20" y="35"/>
                  </a:cubicBezTo>
                  <a:cubicBezTo>
                    <a:pt x="28" y="35"/>
                    <a:pt x="35" y="28"/>
                    <a:pt x="35" y="19"/>
                  </a:cubicBezTo>
                  <a:cubicBezTo>
                    <a:pt x="35" y="11"/>
                    <a:pt x="28"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grpSp>
      <p:pic>
        <p:nvPicPr>
          <p:cNvPr id="4" name="Immagine 3" descr="Immagine che contiene testo, linea, Diagramma, Carattere&#10;&#10;Il contenuto generato dall'IA potrebbe non essere corretto.">
            <a:extLst>
              <a:ext uri="{FF2B5EF4-FFF2-40B4-BE49-F238E27FC236}">
                <a16:creationId xmlns:a16="http://schemas.microsoft.com/office/drawing/2014/main" id="{8F83E89D-5A7C-FA56-ED51-561CE2C52A1F}"/>
              </a:ext>
            </a:extLst>
          </p:cNvPr>
          <p:cNvPicPr>
            <a:picLocks noChangeAspect="1"/>
          </p:cNvPicPr>
          <p:nvPr/>
        </p:nvPicPr>
        <p:blipFill>
          <a:blip r:embed="rId4">
            <a:extLst>
              <a:ext uri="{28A0092B-C50C-407E-A947-70E740481C1C}">
                <a14:useLocalDpi xmlns:a14="http://schemas.microsoft.com/office/drawing/2010/main" val="0"/>
              </a:ext>
            </a:extLst>
          </a:blip>
          <a:srcRect l="1608" r="10323" b="1"/>
          <a:stretch>
            <a:fillRect/>
          </a:stretch>
        </p:blipFill>
        <p:spPr>
          <a:xfrm>
            <a:off x="9" y="4569619"/>
            <a:ext cx="4635563" cy="2276475"/>
          </a:xfrm>
          <a:custGeom>
            <a:avLst/>
            <a:gdLst/>
            <a:ahLst/>
            <a:cxnLst/>
            <a:rect l="l" t="t" r="r" b="b"/>
            <a:pathLst>
              <a:path w="4635583" h="3427413">
                <a:moveTo>
                  <a:pt x="0" y="0"/>
                </a:moveTo>
                <a:lnTo>
                  <a:pt x="4635583" y="0"/>
                </a:lnTo>
                <a:lnTo>
                  <a:pt x="4635583" y="3427413"/>
                </a:lnTo>
                <a:lnTo>
                  <a:pt x="0" y="3427413"/>
                </a:lnTo>
                <a:close/>
              </a:path>
            </a:pathLst>
          </a:custGeom>
        </p:spPr>
      </p:pic>
      <p:pic>
        <p:nvPicPr>
          <p:cNvPr id="6" name="Immagine 5" descr="Immagine che contiene testo, schermata, linea, diagramma&#10;&#10;Il contenuto generato dall'IA potrebbe non essere corretto.">
            <a:extLst>
              <a:ext uri="{FF2B5EF4-FFF2-40B4-BE49-F238E27FC236}">
                <a16:creationId xmlns:a16="http://schemas.microsoft.com/office/drawing/2014/main" id="{A9B71E4B-D28E-8299-F93A-79F5B9D85714}"/>
              </a:ext>
            </a:extLst>
          </p:cNvPr>
          <p:cNvPicPr>
            <a:picLocks noChangeAspect="1"/>
          </p:cNvPicPr>
          <p:nvPr/>
        </p:nvPicPr>
        <p:blipFill>
          <a:blip r:embed="rId5">
            <a:extLst>
              <a:ext uri="{28A0092B-C50C-407E-A947-70E740481C1C}">
                <a14:useLocalDpi xmlns:a14="http://schemas.microsoft.com/office/drawing/2010/main" val="0"/>
              </a:ext>
            </a:extLst>
          </a:blip>
          <a:srcRect r="12298" b="1"/>
          <a:stretch>
            <a:fillRect/>
          </a:stretch>
        </p:blipFill>
        <p:spPr>
          <a:xfrm>
            <a:off x="20" y="2285999"/>
            <a:ext cx="4635563" cy="2286001"/>
          </a:xfrm>
          <a:custGeom>
            <a:avLst/>
            <a:gdLst/>
            <a:ahLst/>
            <a:cxnLst/>
            <a:rect l="l" t="t" r="r" b="b"/>
            <a:pathLst>
              <a:path w="4635583" h="3430587">
                <a:moveTo>
                  <a:pt x="0" y="0"/>
                </a:moveTo>
                <a:lnTo>
                  <a:pt x="4635583" y="0"/>
                </a:lnTo>
                <a:lnTo>
                  <a:pt x="4635583" y="3430587"/>
                </a:lnTo>
                <a:lnTo>
                  <a:pt x="0" y="3430587"/>
                </a:lnTo>
                <a:close/>
              </a:path>
            </a:pathLst>
          </a:custGeom>
        </p:spPr>
      </p:pic>
      <p:cxnSp>
        <p:nvCxnSpPr>
          <p:cNvPr id="72" name="Straight Connector 71">
            <a:extLst>
              <a:ext uri="{FF2B5EF4-FFF2-40B4-BE49-F238E27FC236}">
                <a16:creationId xmlns:a16="http://schemas.microsoft.com/office/drawing/2014/main" id="{3CFEBF73-2875-4126-A90D-ABB6BBFEADE8}"/>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0" y="2286000"/>
            <a:ext cx="4635583" cy="0"/>
          </a:xfrm>
          <a:prstGeom prst="line">
            <a:avLst/>
          </a:prstGeom>
          <a:solidFill>
            <a:schemeClr val="tx2">
              <a:alpha val="60000"/>
            </a:schemeClr>
          </a:solidFill>
          <a:ln w="19050">
            <a:solidFill>
              <a:schemeClr val="tx2">
                <a:alpha val="60000"/>
              </a:schemeClr>
            </a:solidFill>
          </a:ln>
          <a:effectLst>
            <a:outerShdw blurRad="50800" dist="38100" dir="2700000" algn="tl" rotWithShape="0">
              <a:srgbClr val="000000">
                <a:alpha val="58000"/>
              </a:srgbClr>
            </a:outerShdw>
          </a:effectLst>
        </p:spPr>
      </p:cxnSp>
      <p:pic>
        <p:nvPicPr>
          <p:cNvPr id="7" name="Immagine 6">
            <a:extLst>
              <a:ext uri="{FF2B5EF4-FFF2-40B4-BE49-F238E27FC236}">
                <a16:creationId xmlns:a16="http://schemas.microsoft.com/office/drawing/2014/main" id="{B6F7C18D-2482-6F43-2D42-4A33B7361F1E}"/>
              </a:ext>
            </a:extLst>
          </p:cNvPr>
          <p:cNvPicPr>
            <a:picLocks noChangeAspect="1"/>
          </p:cNvPicPr>
          <p:nvPr/>
        </p:nvPicPr>
        <p:blipFill>
          <a:blip r:embed="rId6">
            <a:extLst>
              <a:ext uri="{28A0092B-C50C-407E-A947-70E740481C1C}">
                <a14:useLocalDpi xmlns:a14="http://schemas.microsoft.com/office/drawing/2010/main" val="0"/>
              </a:ext>
            </a:extLst>
          </a:blip>
          <a:srcRect r="1" b="1372"/>
          <a:stretch>
            <a:fillRect/>
          </a:stretch>
        </p:blipFill>
        <p:spPr>
          <a:xfrm>
            <a:off x="9544" y="-4765"/>
            <a:ext cx="4635563" cy="2286001"/>
          </a:xfrm>
          <a:custGeom>
            <a:avLst/>
            <a:gdLst/>
            <a:ahLst/>
            <a:cxnLst/>
            <a:rect l="l" t="t" r="r" b="b"/>
            <a:pathLst>
              <a:path w="4635583" h="3430587">
                <a:moveTo>
                  <a:pt x="0" y="0"/>
                </a:moveTo>
                <a:lnTo>
                  <a:pt x="4635583" y="0"/>
                </a:lnTo>
                <a:lnTo>
                  <a:pt x="4635583" y="3430587"/>
                </a:lnTo>
                <a:lnTo>
                  <a:pt x="0" y="3430587"/>
                </a:lnTo>
                <a:close/>
              </a:path>
            </a:pathLst>
          </a:custGeom>
        </p:spPr>
      </p:pic>
      <p:cxnSp>
        <p:nvCxnSpPr>
          <p:cNvPr id="74" name="Straight Connector 73">
            <a:extLst>
              <a:ext uri="{FF2B5EF4-FFF2-40B4-BE49-F238E27FC236}">
                <a16:creationId xmlns:a16="http://schemas.microsoft.com/office/drawing/2014/main" id="{0F167419-5C1C-40BD-B9C4-75CFC65088FD}"/>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0" y="4572000"/>
            <a:ext cx="4635583" cy="0"/>
          </a:xfrm>
          <a:prstGeom prst="line">
            <a:avLst/>
          </a:prstGeom>
          <a:solidFill>
            <a:schemeClr val="tx2">
              <a:alpha val="60000"/>
            </a:schemeClr>
          </a:solidFill>
          <a:ln w="19050">
            <a:solidFill>
              <a:schemeClr val="tx2">
                <a:alpha val="60000"/>
              </a:schemeClr>
            </a:solidFill>
          </a:ln>
          <a:effectLst>
            <a:outerShdw blurRad="50800" dist="38100" dir="2700000" algn="tl" rotWithShape="0">
              <a:srgbClr val="000000">
                <a:alpha val="58000"/>
              </a:srgbClr>
            </a:outerShdw>
          </a:effectLst>
        </p:spPr>
      </p:cxnSp>
      <p:cxnSp>
        <p:nvCxnSpPr>
          <p:cNvPr id="76" name="Straight Connector 75">
            <a:extLst>
              <a:ext uri="{FF2B5EF4-FFF2-40B4-BE49-F238E27FC236}">
                <a16:creationId xmlns:a16="http://schemas.microsoft.com/office/drawing/2014/main" id="{AFCD9A95-E405-4952-A0CF-6EAF80F97063}"/>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4632483" y="-464"/>
            <a:ext cx="2646" cy="6858465"/>
          </a:xfrm>
          <a:prstGeom prst="line">
            <a:avLst/>
          </a:prstGeom>
          <a:solidFill>
            <a:schemeClr val="tx2">
              <a:alpha val="60000"/>
            </a:schemeClr>
          </a:solidFill>
          <a:ln w="19050">
            <a:solidFill>
              <a:schemeClr val="tx2">
                <a:alpha val="60000"/>
              </a:schemeClr>
            </a:solidFill>
          </a:ln>
          <a:effectLst>
            <a:outerShdw blurRad="50800" dist="38100" dir="2700000" algn="tl" rotWithShape="0">
              <a:srgbClr val="000000">
                <a:alpha val="58000"/>
              </a:srgbClr>
            </a:outerShdw>
          </a:effectLst>
        </p:spPr>
      </p:cxnSp>
      <p:sp>
        <p:nvSpPr>
          <p:cNvPr id="3" name="Segnaposto contenuto 2">
            <a:extLst>
              <a:ext uri="{FF2B5EF4-FFF2-40B4-BE49-F238E27FC236}">
                <a16:creationId xmlns:a16="http://schemas.microsoft.com/office/drawing/2014/main" id="{18B8CE2A-A179-5B7F-2C5E-CAB269B869C0}"/>
              </a:ext>
            </a:extLst>
          </p:cNvPr>
          <p:cNvSpPr>
            <a:spLocks noGrp="1"/>
          </p:cNvSpPr>
          <p:nvPr>
            <p:ph idx="1"/>
          </p:nvPr>
        </p:nvSpPr>
        <p:spPr>
          <a:xfrm>
            <a:off x="5222215" y="945419"/>
            <a:ext cx="6720049" cy="6340349"/>
          </a:xfrm>
        </p:spPr>
        <p:txBody>
          <a:bodyPr>
            <a:noAutofit/>
          </a:bodyPr>
          <a:lstStyle/>
          <a:p>
            <a:pPr marL="0" indent="0">
              <a:lnSpc>
                <a:spcPct val="110000"/>
              </a:lnSpc>
              <a:buNone/>
            </a:pPr>
            <a:r>
              <a:rPr lang="it-IT" sz="2200" dirty="0">
                <a:latin typeface="Calibri Light" panose="020F0302020204030204" pitchFamily="34" charset="0"/>
                <a:ea typeface="Calibri Light" panose="020F0302020204030204" pitchFamily="34" charset="0"/>
                <a:cs typeface="Calibri Light" panose="020F0302020204030204" pitchFamily="34" charset="0"/>
              </a:rPr>
              <a:t>Test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number</a:t>
            </a:r>
            <a:r>
              <a:rPr lang="it-IT" sz="2200" dirty="0">
                <a:latin typeface="Calibri Light" panose="020F0302020204030204" pitchFamily="34" charset="0"/>
                <a:ea typeface="Calibri Light" panose="020F0302020204030204" pitchFamily="34" charset="0"/>
                <a:cs typeface="Calibri Light" panose="020F0302020204030204" pitchFamily="34" charset="0"/>
              </a:rPr>
              <a:t> 12: t</a:t>
            </a:r>
            <a:r>
              <a:rPr lang="en-GB" sz="2200" dirty="0" err="1">
                <a:latin typeface="Calibri Light" panose="020F0302020204030204" pitchFamily="34" charset="0"/>
                <a:ea typeface="Calibri Light" panose="020F0302020204030204" pitchFamily="34" charset="0"/>
                <a:cs typeface="Calibri Light" panose="020F0302020204030204" pitchFamily="34" charset="0"/>
              </a:rPr>
              <a:t>hese</a:t>
            </a:r>
            <a:r>
              <a:rPr lang="en-GB" sz="2200" dirty="0">
                <a:latin typeface="Calibri Light" panose="020F0302020204030204" pitchFamily="34" charset="0"/>
                <a:ea typeface="Calibri Light" panose="020F0302020204030204" pitchFamily="34" charset="0"/>
                <a:cs typeface="Calibri Light" panose="020F0302020204030204" pitchFamily="34" charset="0"/>
              </a:rPr>
              <a:t> results were obtained using a Dueling DQN architecture. Unlike the standard DQN, Dueling DQN separately estimates the state value and the advantage of each action, which can improve learning stability and action evaluation.</a:t>
            </a:r>
          </a:p>
          <a:p>
            <a:pPr marL="0" indent="0">
              <a:lnSpc>
                <a:spcPct val="110000"/>
              </a:lnSpc>
              <a:buNone/>
            </a:pPr>
            <a:r>
              <a:rPr lang="en-GB" sz="2200" dirty="0">
                <a:latin typeface="Calibri Light" panose="020F0302020204030204" pitchFamily="34" charset="0"/>
                <a:ea typeface="Calibri Light" panose="020F0302020204030204" pitchFamily="34" charset="0"/>
                <a:cs typeface="Calibri Light" panose="020F0302020204030204" pitchFamily="34" charset="0"/>
              </a:rPr>
              <a:t>From the Collision vs. Success Rate graph, the overall trend appears slightly worse compared to the previous experiment with the standard DQN, with lower stability and a higher collision rate.</a:t>
            </a:r>
          </a:p>
          <a:p>
            <a:pPr marL="0" indent="0">
              <a:lnSpc>
                <a:spcPct val="110000"/>
              </a:lnSpc>
              <a:buNone/>
            </a:pPr>
            <a:r>
              <a:rPr lang="en-GB" sz="2200" dirty="0">
                <a:latin typeface="Calibri Light" panose="020F0302020204030204" pitchFamily="34" charset="0"/>
                <a:ea typeface="Calibri Light" panose="020F0302020204030204" pitchFamily="34" charset="0"/>
                <a:cs typeface="Calibri Light" panose="020F0302020204030204" pitchFamily="34" charset="0"/>
              </a:rPr>
              <a:t>However, the success rate per goal difficulty shows a small but meaningful improvement: the agent has started, albeit marginally, to reach the medium difficulty goal. While overall performance is still limited, this indicates a first step toward handling more complex tasks.</a:t>
            </a:r>
            <a:endParaRPr lang="it-IT" sz="2200" dirty="0">
              <a:latin typeface="Calibri Light" panose="020F0302020204030204" pitchFamily="34" charset="0"/>
              <a:ea typeface="Calibri Light" panose="020F0302020204030204" pitchFamily="34" charset="0"/>
              <a:cs typeface="Calibri Light" panose="020F0302020204030204" pitchFamily="34" charset="0"/>
            </a:endParaRPr>
          </a:p>
        </p:txBody>
      </p:sp>
      <p:sp>
        <p:nvSpPr>
          <p:cNvPr id="10" name="CasellaDiTesto 9">
            <a:extLst>
              <a:ext uri="{FF2B5EF4-FFF2-40B4-BE49-F238E27FC236}">
                <a16:creationId xmlns:a16="http://schemas.microsoft.com/office/drawing/2014/main" id="{7026576D-D4C8-4447-FB9F-A9894069C3C0}"/>
              </a:ext>
            </a:extLst>
          </p:cNvPr>
          <p:cNvSpPr txBox="1"/>
          <p:nvPr/>
        </p:nvSpPr>
        <p:spPr>
          <a:xfrm>
            <a:off x="5530271" y="313422"/>
            <a:ext cx="6108700" cy="646331"/>
          </a:xfrm>
          <a:prstGeom prst="rect">
            <a:avLst/>
          </a:prstGeom>
          <a:noFill/>
        </p:spPr>
        <p:txBody>
          <a:bodyPr wrap="square">
            <a:spAutoFit/>
          </a:bodyPr>
          <a:lstStyle/>
          <a:p>
            <a:r>
              <a:rPr lang="it-IT" sz="3600" dirty="0">
                <a:latin typeface="+mj-lt"/>
              </a:rPr>
              <a:t>RESULTS B</a:t>
            </a:r>
            <a:endParaRPr lang="it-IT" sz="3600" dirty="0"/>
          </a:p>
        </p:txBody>
      </p:sp>
    </p:spTree>
    <p:extLst>
      <p:ext uri="{BB962C8B-B14F-4D97-AF65-F5344CB8AC3E}">
        <p14:creationId xmlns:p14="http://schemas.microsoft.com/office/powerpoint/2010/main" val="1655249427"/>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2" name="Rectangle 7">
            <a:extLst>
              <a:ext uri="{FF2B5EF4-FFF2-40B4-BE49-F238E27FC236}">
                <a16:creationId xmlns:a16="http://schemas.microsoft.com/office/drawing/2014/main" id="{6BFC9644-673A-459F-B3C5-9310A4E50E3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bg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43" name="Group 9">
            <a:extLst>
              <a:ext uri="{FF2B5EF4-FFF2-40B4-BE49-F238E27FC236}">
                <a16:creationId xmlns:a16="http://schemas.microsoft.com/office/drawing/2014/main" id="{4ADB9295-9645-4BF2-ADFD-75800B7FAD06}"/>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4288" y="0"/>
            <a:ext cx="1220788" cy="6858001"/>
            <a:chOff x="-14288" y="0"/>
            <a:chExt cx="1220788" cy="6858001"/>
          </a:xfrm>
          <a:solidFill>
            <a:schemeClr val="bg2">
              <a:lumMod val="60000"/>
              <a:lumOff val="40000"/>
              <a:alpha val="60000"/>
            </a:schemeClr>
          </a:solidFill>
        </p:grpSpPr>
        <p:sp>
          <p:nvSpPr>
            <p:cNvPr id="11" name="Rectangle 5">
              <a:extLst>
                <a:ext uri="{FF2B5EF4-FFF2-40B4-BE49-F238E27FC236}">
                  <a16:creationId xmlns:a16="http://schemas.microsoft.com/office/drawing/2014/main" id="{95B061E9-E435-4E1B-B160-96584A116691}"/>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4300" y="4763"/>
              <a:ext cx="23813" cy="2181225"/>
            </a:xfrm>
            <a:prstGeom prst="rect">
              <a:avLst/>
            </a:pr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miter lim="800000"/>
                  <a:headEnd/>
                  <a:tailEnd/>
                </a14:hiddenLine>
              </a:ext>
            </a:extLst>
          </p:spPr>
          <p:txBody>
            <a:bodyPr/>
            <a:lstStyle/>
            <a:p>
              <a:endParaRPr lang="it-IT"/>
            </a:p>
          </p:txBody>
        </p:sp>
        <p:sp>
          <p:nvSpPr>
            <p:cNvPr id="12" name="Freeform 6">
              <a:extLst>
                <a:ext uri="{FF2B5EF4-FFF2-40B4-BE49-F238E27FC236}">
                  <a16:creationId xmlns:a16="http://schemas.microsoft.com/office/drawing/2014/main" id="{3CD7972E-7D38-40EE-A80B-E2A848811EDD}"/>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33337" y="217646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13" name="Freeform 7">
              <a:extLst>
                <a:ext uri="{FF2B5EF4-FFF2-40B4-BE49-F238E27FC236}">
                  <a16:creationId xmlns:a16="http://schemas.microsoft.com/office/drawing/2014/main" id="{524A3B55-746F-419F-8CFF-5F3A4BE14345}"/>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28575" y="4021138"/>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14" name="Freeform 8">
              <a:extLst>
                <a:ext uri="{FF2B5EF4-FFF2-40B4-BE49-F238E27FC236}">
                  <a16:creationId xmlns:a16="http://schemas.microsoft.com/office/drawing/2014/main" id="{9C63219B-AD72-4494-935E-F5C70DB5497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200025" y="4763"/>
              <a:ext cx="369888" cy="1811338"/>
            </a:xfrm>
            <a:custGeom>
              <a:avLst/>
              <a:gdLst/>
              <a:ahLst/>
              <a:cxnLst/>
              <a:rect l="0" t="0" r="r" b="b"/>
              <a:pathLst>
                <a:path w="233" h="1141">
                  <a:moveTo>
                    <a:pt x="218" y="1141"/>
                  </a:moveTo>
                  <a:lnTo>
                    <a:pt x="0" y="626"/>
                  </a:lnTo>
                  <a:lnTo>
                    <a:pt x="0" y="0"/>
                  </a:lnTo>
                  <a:lnTo>
                    <a:pt x="15" y="0"/>
                  </a:lnTo>
                  <a:lnTo>
                    <a:pt x="15" y="623"/>
                  </a:lnTo>
                  <a:lnTo>
                    <a:pt x="233" y="1135"/>
                  </a:lnTo>
                  <a:lnTo>
                    <a:pt x="218" y="1141"/>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15" name="Freeform 9">
              <a:extLst>
                <a:ext uri="{FF2B5EF4-FFF2-40B4-BE49-F238E27FC236}">
                  <a16:creationId xmlns:a16="http://schemas.microsoft.com/office/drawing/2014/main" id="{15B41FD2-05E2-44E7-8760-09E65D1C6034}"/>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503237" y="1801813"/>
              <a:ext cx="190500" cy="188913"/>
            </a:xfrm>
            <a:custGeom>
              <a:avLst/>
              <a:gdLst/>
              <a:ahLst/>
              <a:cxnLst/>
              <a:rect l="0" t="0" r="r" b="b"/>
              <a:pathLst>
                <a:path w="40" h="40">
                  <a:moveTo>
                    <a:pt x="20" y="40"/>
                  </a:moveTo>
                  <a:cubicBezTo>
                    <a:pt x="9" y="40"/>
                    <a:pt x="0" y="31"/>
                    <a:pt x="0" y="20"/>
                  </a:cubicBezTo>
                  <a:cubicBezTo>
                    <a:pt x="0" y="9"/>
                    <a:pt x="9" y="0"/>
                    <a:pt x="20" y="0"/>
                  </a:cubicBezTo>
                  <a:cubicBezTo>
                    <a:pt x="33" y="0"/>
                    <a:pt x="40" y="6"/>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9"/>
                    <a:pt x="31"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16" name="Freeform 10">
              <a:extLst>
                <a:ext uri="{FF2B5EF4-FFF2-40B4-BE49-F238E27FC236}">
                  <a16:creationId xmlns:a16="http://schemas.microsoft.com/office/drawing/2014/main" id="{FE6D63D0-3347-4EE2-8F65-F1C32168FA2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285750" y="4763"/>
              <a:ext cx="369888" cy="1430338"/>
            </a:xfrm>
            <a:custGeom>
              <a:avLst/>
              <a:gdLst/>
              <a:ahLst/>
              <a:cxnLst/>
              <a:rect l="0" t="0" r="r" b="b"/>
              <a:pathLst>
                <a:path w="233" h="901">
                  <a:moveTo>
                    <a:pt x="221" y="901"/>
                  </a:moveTo>
                  <a:lnTo>
                    <a:pt x="0" y="383"/>
                  </a:lnTo>
                  <a:lnTo>
                    <a:pt x="0" y="0"/>
                  </a:lnTo>
                  <a:lnTo>
                    <a:pt x="18" y="0"/>
                  </a:lnTo>
                  <a:lnTo>
                    <a:pt x="18" y="380"/>
                  </a:lnTo>
                  <a:lnTo>
                    <a:pt x="233" y="895"/>
                  </a:lnTo>
                  <a:lnTo>
                    <a:pt x="221" y="901"/>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17" name="Freeform 11">
              <a:extLst>
                <a:ext uri="{FF2B5EF4-FFF2-40B4-BE49-F238E27FC236}">
                  <a16:creationId xmlns:a16="http://schemas.microsoft.com/office/drawing/2014/main" id="{538A46A3-DB16-45D5-B636-03EFE39FE96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546100" y="0"/>
              <a:ext cx="152400" cy="912813"/>
            </a:xfrm>
            <a:custGeom>
              <a:avLst/>
              <a:gdLst/>
              <a:ahLst/>
              <a:cxnLst/>
              <a:rect l="0" t="0" r="r" b="b"/>
              <a:pathLst>
                <a:path w="96" h="575">
                  <a:moveTo>
                    <a:pt x="96" y="575"/>
                  </a:moveTo>
                  <a:lnTo>
                    <a:pt x="78" y="575"/>
                  </a:lnTo>
                  <a:lnTo>
                    <a:pt x="78" y="192"/>
                  </a:lnTo>
                  <a:lnTo>
                    <a:pt x="0" y="6"/>
                  </a:lnTo>
                  <a:lnTo>
                    <a:pt x="15" y="0"/>
                  </a:lnTo>
                  <a:lnTo>
                    <a:pt x="96" y="189"/>
                  </a:lnTo>
                  <a:lnTo>
                    <a:pt x="96" y="575"/>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44" name="Freeform 12">
              <a:extLst>
                <a:ext uri="{FF2B5EF4-FFF2-40B4-BE49-F238E27FC236}">
                  <a16:creationId xmlns:a16="http://schemas.microsoft.com/office/drawing/2014/main" id="{0B8A2B0E-823F-4BE8-9359-45143BB1248E}"/>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588962" y="1420813"/>
              <a:ext cx="190500" cy="190500"/>
            </a:xfrm>
            <a:custGeom>
              <a:avLst/>
              <a:gdLst/>
              <a:ahLst/>
              <a:cxnLst/>
              <a:rect l="0" t="0" r="r" b="b"/>
              <a:pathLst>
                <a:path w="40" h="40">
                  <a:moveTo>
                    <a:pt x="20" y="40"/>
                  </a:moveTo>
                  <a:cubicBezTo>
                    <a:pt x="9" y="40"/>
                    <a:pt x="0" y="31"/>
                    <a:pt x="0" y="20"/>
                  </a:cubicBezTo>
                  <a:cubicBezTo>
                    <a:pt x="0" y="9"/>
                    <a:pt x="9" y="0"/>
                    <a:pt x="20" y="0"/>
                  </a:cubicBezTo>
                  <a:cubicBezTo>
                    <a:pt x="33" y="0"/>
                    <a:pt x="40" y="7"/>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9"/>
                    <a:pt x="31"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19" name="Freeform 13">
              <a:extLst>
                <a:ext uri="{FF2B5EF4-FFF2-40B4-BE49-F238E27FC236}">
                  <a16:creationId xmlns:a16="http://schemas.microsoft.com/office/drawing/2014/main" id="{44516B3C-A8BE-46FC-B643-3DFEB7F28386}"/>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588962" y="9032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20" name="Freeform 14">
              <a:extLst>
                <a:ext uri="{FF2B5EF4-FFF2-40B4-BE49-F238E27FC236}">
                  <a16:creationId xmlns:a16="http://schemas.microsoft.com/office/drawing/2014/main" id="{59FD699C-3920-4E57-BE27-165A3F036C2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641350" y="0"/>
              <a:ext cx="422275" cy="527050"/>
            </a:xfrm>
            <a:custGeom>
              <a:avLst/>
              <a:gdLst/>
              <a:ahLst/>
              <a:cxnLst/>
              <a:rect l="0" t="0" r="r" b="b"/>
              <a:pathLst>
                <a:path w="266" h="332">
                  <a:moveTo>
                    <a:pt x="257" y="332"/>
                  </a:moveTo>
                  <a:lnTo>
                    <a:pt x="48" y="123"/>
                  </a:lnTo>
                  <a:lnTo>
                    <a:pt x="0" y="6"/>
                  </a:lnTo>
                  <a:lnTo>
                    <a:pt x="15" y="0"/>
                  </a:lnTo>
                  <a:lnTo>
                    <a:pt x="63" y="114"/>
                  </a:lnTo>
                  <a:lnTo>
                    <a:pt x="266" y="320"/>
                  </a:lnTo>
                  <a:lnTo>
                    <a:pt x="257" y="332"/>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21" name="Freeform 15">
              <a:extLst>
                <a:ext uri="{FF2B5EF4-FFF2-40B4-BE49-F238E27FC236}">
                  <a16:creationId xmlns:a16="http://schemas.microsoft.com/office/drawing/2014/main" id="{0FB0C02E-3F53-4889-8ADF-80DBC43F693C}"/>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1020762" y="488950"/>
              <a:ext cx="161925" cy="147638"/>
            </a:xfrm>
            <a:custGeom>
              <a:avLst/>
              <a:gdLst/>
              <a:ahLst/>
              <a:cxnLst/>
              <a:rect l="0" t="0" r="r" b="b"/>
              <a:pathLst>
                <a:path w="34" h="31">
                  <a:moveTo>
                    <a:pt x="17" y="31"/>
                  </a:moveTo>
                  <a:cubicBezTo>
                    <a:pt x="13" y="31"/>
                    <a:pt x="9" y="30"/>
                    <a:pt x="6" y="27"/>
                  </a:cubicBezTo>
                  <a:cubicBezTo>
                    <a:pt x="0" y="20"/>
                    <a:pt x="0" y="10"/>
                    <a:pt x="6" y="4"/>
                  </a:cubicBezTo>
                  <a:cubicBezTo>
                    <a:pt x="9" y="1"/>
                    <a:pt x="13" y="0"/>
                    <a:pt x="17" y="0"/>
                  </a:cubicBezTo>
                  <a:cubicBezTo>
                    <a:pt x="21" y="0"/>
                    <a:pt x="25" y="1"/>
                    <a:pt x="28" y="4"/>
                  </a:cubicBezTo>
                  <a:cubicBezTo>
                    <a:pt x="34" y="10"/>
                    <a:pt x="34" y="20"/>
                    <a:pt x="28" y="27"/>
                  </a:cubicBezTo>
                  <a:cubicBezTo>
                    <a:pt x="25" y="30"/>
                    <a:pt x="21" y="31"/>
                    <a:pt x="17" y="31"/>
                  </a:cubicBezTo>
                  <a:close/>
                  <a:moveTo>
                    <a:pt x="17" y="4"/>
                  </a:moveTo>
                  <a:cubicBezTo>
                    <a:pt x="14" y="4"/>
                    <a:pt x="11" y="5"/>
                    <a:pt x="9" y="7"/>
                  </a:cubicBezTo>
                  <a:cubicBezTo>
                    <a:pt x="4" y="12"/>
                    <a:pt x="4" y="19"/>
                    <a:pt x="9" y="24"/>
                  </a:cubicBezTo>
                  <a:cubicBezTo>
                    <a:pt x="11" y="26"/>
                    <a:pt x="14" y="27"/>
                    <a:pt x="17" y="27"/>
                  </a:cubicBezTo>
                  <a:cubicBezTo>
                    <a:pt x="20" y="27"/>
                    <a:pt x="23" y="26"/>
                    <a:pt x="25" y="24"/>
                  </a:cubicBezTo>
                  <a:cubicBezTo>
                    <a:pt x="30" y="19"/>
                    <a:pt x="30" y="12"/>
                    <a:pt x="25" y="7"/>
                  </a:cubicBezTo>
                  <a:cubicBezTo>
                    <a:pt x="23" y="5"/>
                    <a:pt x="20" y="4"/>
                    <a:pt x="17"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22" name="Line 16">
              <a:extLst>
                <a:ext uri="{FF2B5EF4-FFF2-40B4-BE49-F238E27FC236}">
                  <a16:creationId xmlns:a16="http://schemas.microsoft.com/office/drawing/2014/main" id="{F8A0C89C-946F-4BCD-8A27-BB73E37FE525}"/>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a:off x="-4763" y="9525"/>
              <a:ext cx="0" cy="0"/>
            </a:xfrm>
            <a:prstGeom prst="line">
              <a:avLst/>
            </a:prstGeom>
            <a:grpFill/>
            <a:ln w="15" cap="flat">
              <a:solidFill>
                <a:srgbClr val="FFFFFF"/>
              </a:solidFill>
              <a:prstDash val="solid"/>
              <a:miter lim="800000"/>
              <a:headEnd/>
              <a:tailEnd/>
            </a:ln>
          </p:spPr>
          <p:txBody>
            <a:bodyPr/>
            <a:lstStyle/>
            <a:p>
              <a:endParaRPr lang="it-IT"/>
            </a:p>
          </p:txBody>
        </p:sp>
        <p:sp>
          <p:nvSpPr>
            <p:cNvPr id="23" name="Freeform 17">
              <a:extLst>
                <a:ext uri="{FF2B5EF4-FFF2-40B4-BE49-F238E27FC236}">
                  <a16:creationId xmlns:a16="http://schemas.microsoft.com/office/drawing/2014/main" id="{70C83EAF-4E92-4849-A240-B257871DC03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9525" y="1801813"/>
              <a:ext cx="123825" cy="127000"/>
            </a:xfrm>
            <a:custGeom>
              <a:avLst/>
              <a:gdLst/>
              <a:ahLst/>
              <a:cxnLst/>
              <a:rect l="0" t="0" r="r" b="b"/>
              <a:pathLst>
                <a:path w="78" h="80">
                  <a:moveTo>
                    <a:pt x="6" y="80"/>
                  </a:moveTo>
                  <a:lnTo>
                    <a:pt x="0" y="71"/>
                  </a:lnTo>
                  <a:lnTo>
                    <a:pt x="69" y="0"/>
                  </a:lnTo>
                  <a:lnTo>
                    <a:pt x="78" y="9"/>
                  </a:lnTo>
                  <a:lnTo>
                    <a:pt x="6" y="80"/>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45" name="Freeform 18">
              <a:extLst>
                <a:ext uri="{FF2B5EF4-FFF2-40B4-BE49-F238E27FC236}">
                  <a16:creationId xmlns:a16="http://schemas.microsoft.com/office/drawing/2014/main" id="{320FD164-4D7A-469C-B3F4-B926BFACF53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9525" y="3549650"/>
              <a:ext cx="147638" cy="481013"/>
            </a:xfrm>
            <a:custGeom>
              <a:avLst/>
              <a:gdLst/>
              <a:ahLst/>
              <a:cxnLst/>
              <a:rect l="0" t="0" r="r" b="b"/>
              <a:pathLst>
                <a:path w="93" h="303">
                  <a:moveTo>
                    <a:pt x="93" y="303"/>
                  </a:moveTo>
                  <a:lnTo>
                    <a:pt x="78" y="303"/>
                  </a:lnTo>
                  <a:lnTo>
                    <a:pt x="78" y="78"/>
                  </a:lnTo>
                  <a:lnTo>
                    <a:pt x="0" y="12"/>
                  </a:lnTo>
                  <a:lnTo>
                    <a:pt x="12" y="0"/>
                  </a:lnTo>
                  <a:lnTo>
                    <a:pt x="93" y="69"/>
                  </a:lnTo>
                  <a:lnTo>
                    <a:pt x="93" y="303"/>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25" name="Freeform 19">
              <a:extLst>
                <a:ext uri="{FF2B5EF4-FFF2-40B4-BE49-F238E27FC236}">
                  <a16:creationId xmlns:a16="http://schemas.microsoft.com/office/drawing/2014/main" id="{F6E14D9A-4E63-48FF-95C5-9E8DDFF86C4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28587" y="1382713"/>
              <a:ext cx="142875" cy="476250"/>
            </a:xfrm>
            <a:custGeom>
              <a:avLst/>
              <a:gdLst/>
              <a:ahLst/>
              <a:cxnLst/>
              <a:rect l="0" t="0" r="r" b="b"/>
              <a:pathLst>
                <a:path w="90" h="300">
                  <a:moveTo>
                    <a:pt x="90" y="300"/>
                  </a:moveTo>
                  <a:lnTo>
                    <a:pt x="78" y="300"/>
                  </a:lnTo>
                  <a:lnTo>
                    <a:pt x="78" y="84"/>
                  </a:lnTo>
                  <a:lnTo>
                    <a:pt x="0" y="9"/>
                  </a:lnTo>
                  <a:lnTo>
                    <a:pt x="9" y="0"/>
                  </a:lnTo>
                  <a:lnTo>
                    <a:pt x="90" y="81"/>
                  </a:lnTo>
                  <a:lnTo>
                    <a:pt x="90" y="300"/>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26" name="Freeform 20">
              <a:extLst>
                <a:ext uri="{FF2B5EF4-FFF2-40B4-BE49-F238E27FC236}">
                  <a16:creationId xmlns:a16="http://schemas.microsoft.com/office/drawing/2014/main" id="{F3DCD24F-3CA8-4404-B22C-E4C928995F3B}"/>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204787" y="1849438"/>
              <a:ext cx="114300" cy="107950"/>
            </a:xfrm>
            <a:custGeom>
              <a:avLst/>
              <a:gdLst/>
              <a:ahLst/>
              <a:cxnLst/>
              <a:rect l="0" t="0" r="r" b="b"/>
              <a:pathLst>
                <a:path w="24" h="23">
                  <a:moveTo>
                    <a:pt x="12" y="23"/>
                  </a:moveTo>
                  <a:cubicBezTo>
                    <a:pt x="6" y="23"/>
                    <a:pt x="0" y="18"/>
                    <a:pt x="0" y="12"/>
                  </a:cubicBezTo>
                  <a:cubicBezTo>
                    <a:pt x="0" y="5"/>
                    <a:pt x="6" y="0"/>
                    <a:pt x="12" y="0"/>
                  </a:cubicBezTo>
                  <a:cubicBezTo>
                    <a:pt x="18" y="0"/>
                    <a:pt x="24" y="5"/>
                    <a:pt x="24" y="12"/>
                  </a:cubicBezTo>
                  <a:cubicBezTo>
                    <a:pt x="24" y="18"/>
                    <a:pt x="18" y="23"/>
                    <a:pt x="12" y="23"/>
                  </a:cubicBezTo>
                  <a:close/>
                  <a:moveTo>
                    <a:pt x="12" y="4"/>
                  </a:moveTo>
                  <a:cubicBezTo>
                    <a:pt x="8" y="4"/>
                    <a:pt x="4" y="8"/>
                    <a:pt x="4" y="12"/>
                  </a:cubicBezTo>
                  <a:cubicBezTo>
                    <a:pt x="4" y="16"/>
                    <a:pt x="8" y="19"/>
                    <a:pt x="12" y="19"/>
                  </a:cubicBezTo>
                  <a:cubicBezTo>
                    <a:pt x="16" y="19"/>
                    <a:pt x="20" y="16"/>
                    <a:pt x="20" y="12"/>
                  </a:cubicBezTo>
                  <a:cubicBezTo>
                    <a:pt x="20" y="8"/>
                    <a:pt x="16" y="4"/>
                    <a:pt x="12"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27" name="Rectangle 21">
              <a:extLst>
                <a:ext uri="{FF2B5EF4-FFF2-40B4-BE49-F238E27FC236}">
                  <a16:creationId xmlns:a16="http://schemas.microsoft.com/office/drawing/2014/main" id="{8AD2E827-32A3-4BE4-9CC6-8315629177AE}"/>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33350" y="4662488"/>
              <a:ext cx="23813" cy="2181225"/>
            </a:xfrm>
            <a:prstGeom prst="rect">
              <a:avLst/>
            </a:pr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miter lim="800000"/>
                  <a:headEnd/>
                  <a:tailEnd/>
                </a14:hiddenLine>
              </a:ext>
            </a:extLst>
          </p:spPr>
          <p:txBody>
            <a:bodyPr/>
            <a:lstStyle/>
            <a:p>
              <a:endParaRPr lang="it-IT"/>
            </a:p>
          </p:txBody>
        </p:sp>
        <p:sp>
          <p:nvSpPr>
            <p:cNvPr id="28" name="Freeform 22">
              <a:extLst>
                <a:ext uri="{FF2B5EF4-FFF2-40B4-BE49-F238E27FC236}">
                  <a16:creationId xmlns:a16="http://schemas.microsoft.com/office/drawing/2014/main" id="{47FB2CCC-1230-494F-B2D1-F05E5B8EDF5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223837" y="5041900"/>
              <a:ext cx="369888" cy="1801813"/>
            </a:xfrm>
            <a:custGeom>
              <a:avLst/>
              <a:gdLst/>
              <a:ahLst/>
              <a:cxnLst/>
              <a:rect l="0" t="0" r="r" b="b"/>
              <a:pathLst>
                <a:path w="233" h="1135">
                  <a:moveTo>
                    <a:pt x="15" y="1135"/>
                  </a:moveTo>
                  <a:lnTo>
                    <a:pt x="0" y="1135"/>
                  </a:lnTo>
                  <a:lnTo>
                    <a:pt x="0" y="515"/>
                  </a:lnTo>
                  <a:lnTo>
                    <a:pt x="0" y="512"/>
                  </a:lnTo>
                  <a:lnTo>
                    <a:pt x="218" y="0"/>
                  </a:lnTo>
                  <a:lnTo>
                    <a:pt x="233" y="6"/>
                  </a:lnTo>
                  <a:lnTo>
                    <a:pt x="15" y="518"/>
                  </a:lnTo>
                  <a:lnTo>
                    <a:pt x="15" y="1135"/>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29" name="Freeform 23">
              <a:extLst>
                <a:ext uri="{FF2B5EF4-FFF2-40B4-BE49-F238E27FC236}">
                  <a16:creationId xmlns:a16="http://schemas.microsoft.com/office/drawing/2014/main" id="{A5F44514-9274-47E3-9243-CA9356C166B5}"/>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52387" y="44815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46" name="Freeform 24">
              <a:extLst>
                <a:ext uri="{FF2B5EF4-FFF2-40B4-BE49-F238E27FC236}">
                  <a16:creationId xmlns:a16="http://schemas.microsoft.com/office/drawing/2014/main" id="{D06192CD-AD86-4DCA-8B53-4ACCA46583A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4288" y="5627688"/>
              <a:ext cx="85725" cy="1216025"/>
            </a:xfrm>
            <a:custGeom>
              <a:avLst/>
              <a:gdLst/>
              <a:ahLst/>
              <a:cxnLst/>
              <a:rect l="0" t="0" r="r" b="b"/>
              <a:pathLst>
                <a:path w="54" h="766">
                  <a:moveTo>
                    <a:pt x="54" y="766"/>
                  </a:moveTo>
                  <a:lnTo>
                    <a:pt x="36" y="766"/>
                  </a:lnTo>
                  <a:lnTo>
                    <a:pt x="36" y="149"/>
                  </a:lnTo>
                  <a:lnTo>
                    <a:pt x="0" y="3"/>
                  </a:lnTo>
                  <a:lnTo>
                    <a:pt x="18" y="0"/>
                  </a:lnTo>
                  <a:lnTo>
                    <a:pt x="54" y="146"/>
                  </a:lnTo>
                  <a:lnTo>
                    <a:pt x="54" y="766"/>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31" name="Freeform 25">
              <a:extLst>
                <a:ext uri="{FF2B5EF4-FFF2-40B4-BE49-F238E27FC236}">
                  <a16:creationId xmlns:a16="http://schemas.microsoft.com/office/drawing/2014/main" id="{99E9203A-21E4-46D8-981A-4B28CA320A69}"/>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527050" y="4867275"/>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32" name="Freeform 26">
              <a:extLst>
                <a:ext uri="{FF2B5EF4-FFF2-40B4-BE49-F238E27FC236}">
                  <a16:creationId xmlns:a16="http://schemas.microsoft.com/office/drawing/2014/main" id="{32FCE9B6-FB52-4045-8DCC-E5959B9A403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309562" y="5422900"/>
              <a:ext cx="374650" cy="1425575"/>
            </a:xfrm>
            <a:custGeom>
              <a:avLst/>
              <a:gdLst/>
              <a:ahLst/>
              <a:cxnLst/>
              <a:rect l="0" t="0" r="r" b="b"/>
              <a:pathLst>
                <a:path w="236" h="898">
                  <a:moveTo>
                    <a:pt x="18" y="898"/>
                  </a:moveTo>
                  <a:lnTo>
                    <a:pt x="0" y="898"/>
                  </a:lnTo>
                  <a:lnTo>
                    <a:pt x="0" y="515"/>
                  </a:lnTo>
                  <a:lnTo>
                    <a:pt x="3" y="512"/>
                  </a:lnTo>
                  <a:lnTo>
                    <a:pt x="221" y="0"/>
                  </a:lnTo>
                  <a:lnTo>
                    <a:pt x="236" y="6"/>
                  </a:lnTo>
                  <a:lnTo>
                    <a:pt x="18" y="518"/>
                  </a:lnTo>
                  <a:lnTo>
                    <a:pt x="18" y="898"/>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33" name="Freeform 27">
              <a:extLst>
                <a:ext uri="{FF2B5EF4-FFF2-40B4-BE49-F238E27FC236}">
                  <a16:creationId xmlns:a16="http://schemas.microsoft.com/office/drawing/2014/main" id="{E4A7025C-CDE8-429A-BBB9-E7380C96238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569912" y="5945188"/>
              <a:ext cx="152400" cy="912813"/>
            </a:xfrm>
            <a:custGeom>
              <a:avLst/>
              <a:gdLst/>
              <a:ahLst/>
              <a:cxnLst/>
              <a:rect l="0" t="0" r="r" b="b"/>
              <a:pathLst>
                <a:path w="96" h="575">
                  <a:moveTo>
                    <a:pt x="15" y="575"/>
                  </a:moveTo>
                  <a:lnTo>
                    <a:pt x="0" y="569"/>
                  </a:lnTo>
                  <a:lnTo>
                    <a:pt x="81" y="383"/>
                  </a:lnTo>
                  <a:lnTo>
                    <a:pt x="81" y="0"/>
                  </a:lnTo>
                  <a:lnTo>
                    <a:pt x="96" y="0"/>
                  </a:lnTo>
                  <a:lnTo>
                    <a:pt x="96" y="386"/>
                  </a:lnTo>
                  <a:lnTo>
                    <a:pt x="15" y="575"/>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34" name="Freeform 28">
              <a:extLst>
                <a:ext uri="{FF2B5EF4-FFF2-40B4-BE49-F238E27FC236}">
                  <a16:creationId xmlns:a16="http://schemas.microsoft.com/office/drawing/2014/main" id="{A4EA0256-5DF5-437A-98A7-B79F3E6BB89A}"/>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612775" y="52466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35" name="Freeform 29">
              <a:extLst>
                <a:ext uri="{FF2B5EF4-FFF2-40B4-BE49-F238E27FC236}">
                  <a16:creationId xmlns:a16="http://schemas.microsoft.com/office/drawing/2014/main" id="{90C9433D-9E1C-493B-BEBD-C3081FFA328F}"/>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612775" y="57642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36" name="Freeform 30">
              <a:extLst>
                <a:ext uri="{FF2B5EF4-FFF2-40B4-BE49-F238E27FC236}">
                  <a16:creationId xmlns:a16="http://schemas.microsoft.com/office/drawing/2014/main" id="{352B39BB-F298-4285-A709-1FBA0CB722C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669925" y="6330950"/>
              <a:ext cx="417513" cy="517525"/>
            </a:xfrm>
            <a:custGeom>
              <a:avLst/>
              <a:gdLst/>
              <a:ahLst/>
              <a:cxnLst/>
              <a:rect l="0" t="0" r="r" b="b"/>
              <a:pathLst>
                <a:path w="263" h="326">
                  <a:moveTo>
                    <a:pt x="15" y="326"/>
                  </a:moveTo>
                  <a:lnTo>
                    <a:pt x="0" y="320"/>
                  </a:lnTo>
                  <a:lnTo>
                    <a:pt x="45" y="206"/>
                  </a:lnTo>
                  <a:lnTo>
                    <a:pt x="48" y="206"/>
                  </a:lnTo>
                  <a:lnTo>
                    <a:pt x="254" y="0"/>
                  </a:lnTo>
                  <a:lnTo>
                    <a:pt x="263" y="12"/>
                  </a:lnTo>
                  <a:lnTo>
                    <a:pt x="60" y="215"/>
                  </a:lnTo>
                  <a:lnTo>
                    <a:pt x="15" y="326"/>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37" name="Freeform 31">
              <a:extLst>
                <a:ext uri="{FF2B5EF4-FFF2-40B4-BE49-F238E27FC236}">
                  <a16:creationId xmlns:a16="http://schemas.microsoft.com/office/drawing/2014/main" id="{31CAF2A0-CBA0-4E86-AA87-8750EC1AFB2E}"/>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1049337" y="6221413"/>
              <a:ext cx="157163" cy="147638"/>
            </a:xfrm>
            <a:custGeom>
              <a:avLst/>
              <a:gdLst/>
              <a:ahLst/>
              <a:cxnLst/>
              <a:rect l="0" t="0" r="r" b="b"/>
              <a:pathLst>
                <a:path w="33" h="31">
                  <a:moveTo>
                    <a:pt x="16" y="31"/>
                  </a:moveTo>
                  <a:cubicBezTo>
                    <a:pt x="12" y="31"/>
                    <a:pt x="8" y="29"/>
                    <a:pt x="5" y="26"/>
                  </a:cubicBezTo>
                  <a:cubicBezTo>
                    <a:pt x="2" y="24"/>
                    <a:pt x="0" y="20"/>
                    <a:pt x="0" y="15"/>
                  </a:cubicBezTo>
                  <a:cubicBezTo>
                    <a:pt x="0" y="11"/>
                    <a:pt x="2" y="7"/>
                    <a:pt x="5" y="4"/>
                  </a:cubicBezTo>
                  <a:cubicBezTo>
                    <a:pt x="8" y="1"/>
                    <a:pt x="12" y="0"/>
                    <a:pt x="16" y="0"/>
                  </a:cubicBezTo>
                  <a:cubicBezTo>
                    <a:pt x="20" y="0"/>
                    <a:pt x="24" y="1"/>
                    <a:pt x="27" y="4"/>
                  </a:cubicBezTo>
                  <a:cubicBezTo>
                    <a:pt x="33" y="10"/>
                    <a:pt x="33" y="20"/>
                    <a:pt x="27" y="26"/>
                  </a:cubicBezTo>
                  <a:cubicBezTo>
                    <a:pt x="24" y="29"/>
                    <a:pt x="20" y="31"/>
                    <a:pt x="16" y="31"/>
                  </a:cubicBezTo>
                  <a:close/>
                  <a:moveTo>
                    <a:pt x="16" y="4"/>
                  </a:moveTo>
                  <a:cubicBezTo>
                    <a:pt x="13" y="4"/>
                    <a:pt x="10" y="5"/>
                    <a:pt x="8" y="7"/>
                  </a:cubicBezTo>
                  <a:cubicBezTo>
                    <a:pt x="6" y="9"/>
                    <a:pt x="4" y="12"/>
                    <a:pt x="4" y="15"/>
                  </a:cubicBezTo>
                  <a:cubicBezTo>
                    <a:pt x="4" y="19"/>
                    <a:pt x="6" y="21"/>
                    <a:pt x="8" y="24"/>
                  </a:cubicBezTo>
                  <a:cubicBezTo>
                    <a:pt x="10" y="26"/>
                    <a:pt x="13" y="27"/>
                    <a:pt x="16" y="27"/>
                  </a:cubicBezTo>
                  <a:cubicBezTo>
                    <a:pt x="19" y="27"/>
                    <a:pt x="22" y="26"/>
                    <a:pt x="24" y="24"/>
                  </a:cubicBezTo>
                  <a:cubicBezTo>
                    <a:pt x="29" y="19"/>
                    <a:pt x="29" y="12"/>
                    <a:pt x="24" y="7"/>
                  </a:cubicBezTo>
                  <a:cubicBezTo>
                    <a:pt x="22" y="5"/>
                    <a:pt x="19" y="4"/>
                    <a:pt x="16"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grpSp>
      <p:sp>
        <p:nvSpPr>
          <p:cNvPr id="2" name="Titolo 1">
            <a:extLst>
              <a:ext uri="{FF2B5EF4-FFF2-40B4-BE49-F238E27FC236}">
                <a16:creationId xmlns:a16="http://schemas.microsoft.com/office/drawing/2014/main" id="{7E07ED33-9A9D-588D-D853-2287E0FBA485}"/>
              </a:ext>
            </a:extLst>
          </p:cNvPr>
          <p:cNvSpPr>
            <a:spLocks noGrp="1"/>
          </p:cNvSpPr>
          <p:nvPr>
            <p:ph type="title"/>
          </p:nvPr>
        </p:nvSpPr>
        <p:spPr>
          <a:xfrm>
            <a:off x="1019015" y="1093787"/>
            <a:ext cx="3059969" cy="4697413"/>
          </a:xfrm>
        </p:spPr>
        <p:txBody>
          <a:bodyPr>
            <a:normAutofit/>
          </a:bodyPr>
          <a:lstStyle/>
          <a:p>
            <a:r>
              <a:rPr lang="it-IT" dirty="0" err="1"/>
              <a:t>Proposed</a:t>
            </a:r>
            <a:r>
              <a:rPr lang="it-IT" dirty="0"/>
              <a:t> Future work</a:t>
            </a:r>
          </a:p>
        </p:txBody>
      </p:sp>
      <p:sp useBgFill="1">
        <p:nvSpPr>
          <p:cNvPr id="39" name="Round Diagonal Corner Rectangle 7">
            <a:extLst>
              <a:ext uri="{FF2B5EF4-FFF2-40B4-BE49-F238E27FC236}">
                <a16:creationId xmlns:a16="http://schemas.microsoft.com/office/drawing/2014/main" id="{7D1C411D-0818-4640-8657-2AF78250C80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625084" y="0"/>
            <a:ext cx="7566916" cy="6848476"/>
          </a:xfrm>
          <a:prstGeom prst="round2DiagRect">
            <a:avLst>
              <a:gd name="adj1" fmla="val 0"/>
              <a:gd name="adj2" fmla="val 0"/>
            </a:avLst>
          </a:prstGeom>
          <a:ln w="19050" cap="sq">
            <a:noFill/>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 name="Segnaposto contenuto 2">
            <a:extLst>
              <a:ext uri="{FF2B5EF4-FFF2-40B4-BE49-F238E27FC236}">
                <a16:creationId xmlns:a16="http://schemas.microsoft.com/office/drawing/2014/main" id="{510F8DCD-CD80-C39F-7E23-736E65B592A0}"/>
              </a:ext>
            </a:extLst>
          </p:cNvPr>
          <p:cNvSpPr>
            <a:spLocks noGrp="1"/>
          </p:cNvSpPr>
          <p:nvPr>
            <p:ph idx="1"/>
          </p:nvPr>
        </p:nvSpPr>
        <p:spPr>
          <a:xfrm>
            <a:off x="4855112" y="1093788"/>
            <a:ext cx="7027325" cy="4697413"/>
          </a:xfrm>
        </p:spPr>
        <p:txBody>
          <a:bodyPr>
            <a:normAutofit fontScale="92500" lnSpcReduction="20000"/>
          </a:bodyPr>
          <a:lstStyle/>
          <a:p>
            <a:pPr marL="0" indent="0">
              <a:buNone/>
            </a:pPr>
            <a:r>
              <a:rPr lang="it-IT" dirty="0">
                <a:latin typeface="Calibri Light" panose="020F0302020204030204" pitchFamily="34" charset="0"/>
                <a:ea typeface="Calibri Light" panose="020F0302020204030204" pitchFamily="34" charset="0"/>
                <a:cs typeface="Calibri Light" panose="020F0302020204030204" pitchFamily="34" charset="0"/>
              </a:rPr>
              <a:t>As the training wasn’t successfull the proposed objective for the future is to fix the problems, mainly the goal navigation one: this can be made by totally chaning the factorize reward structure (as we did in some of the final tests where it proved to be somewhat useful) or modifying the DRL alghoritm by using, for example, the Actor Critic method: this was originally proposed as an alternative but due to time constraint we weren’t able to implement and test it.</a:t>
            </a:r>
          </a:p>
          <a:p>
            <a:pPr marL="0" indent="0">
              <a:buNone/>
            </a:pPr>
            <a:r>
              <a:rPr lang="it-IT" dirty="0" err="1">
                <a:latin typeface="Calibri Light" panose="020F0302020204030204" pitchFamily="34" charset="0"/>
                <a:ea typeface="Calibri Light" panose="020F0302020204030204" pitchFamily="34" charset="0"/>
                <a:cs typeface="Calibri Light" panose="020F0302020204030204" pitchFamily="34" charset="0"/>
              </a:rPr>
              <a:t>While</a:t>
            </a:r>
            <a:r>
              <a:rPr lang="it-IT" dirty="0">
                <a:latin typeface="Calibri Light" panose="020F0302020204030204" pitchFamily="34" charset="0"/>
                <a:ea typeface="Calibri Light" panose="020F0302020204030204" pitchFamily="34" charset="0"/>
                <a:cs typeface="Calibri Light" panose="020F0302020204030204" pitchFamily="34" charset="0"/>
              </a:rPr>
              <a:t> </a:t>
            </a:r>
            <a:r>
              <a:rPr lang="it-IT" dirty="0" err="1">
                <a:latin typeface="Calibri Light" panose="020F0302020204030204" pitchFamily="34" charset="0"/>
                <a:ea typeface="Calibri Light" panose="020F0302020204030204" pitchFamily="34" charset="0"/>
                <a:cs typeface="Calibri Light" panose="020F0302020204030204" pitchFamily="34" charset="0"/>
              </a:rPr>
              <a:t>researching</a:t>
            </a:r>
            <a:r>
              <a:rPr lang="it-IT" dirty="0">
                <a:latin typeface="Calibri Light" panose="020F0302020204030204" pitchFamily="34" charset="0"/>
                <a:ea typeface="Calibri Light" panose="020F0302020204030204" pitchFamily="34" charset="0"/>
                <a:cs typeface="Calibri Light" panose="020F0302020204030204" pitchFamily="34" charset="0"/>
              </a:rPr>
              <a:t> online </a:t>
            </a:r>
            <a:r>
              <a:rPr lang="it-IT" dirty="0" err="1">
                <a:latin typeface="Calibri Light" panose="020F0302020204030204" pitchFamily="34" charset="0"/>
                <a:ea typeface="Calibri Light" panose="020F0302020204030204" pitchFamily="34" charset="0"/>
                <a:cs typeface="Calibri Light" panose="020F0302020204030204" pitchFamily="34" charset="0"/>
              </a:rPr>
              <a:t>we</a:t>
            </a:r>
            <a:r>
              <a:rPr lang="it-IT" dirty="0">
                <a:latin typeface="Calibri Light" panose="020F0302020204030204" pitchFamily="34" charset="0"/>
                <a:ea typeface="Calibri Light" panose="020F0302020204030204" pitchFamily="34" charset="0"/>
                <a:cs typeface="Calibri Light" panose="020F0302020204030204" pitchFamily="34" charset="0"/>
              </a:rPr>
              <a:t> </a:t>
            </a:r>
            <a:r>
              <a:rPr lang="it-IT" dirty="0" err="1">
                <a:latin typeface="Calibri Light" panose="020F0302020204030204" pitchFamily="34" charset="0"/>
                <a:ea typeface="Calibri Light" panose="020F0302020204030204" pitchFamily="34" charset="0"/>
                <a:cs typeface="Calibri Light" panose="020F0302020204030204" pitchFamily="34" charset="0"/>
              </a:rPr>
              <a:t>also</a:t>
            </a:r>
            <a:r>
              <a:rPr lang="it-IT" dirty="0">
                <a:latin typeface="Calibri Light" panose="020F0302020204030204" pitchFamily="34" charset="0"/>
                <a:ea typeface="Calibri Light" panose="020F0302020204030204" pitchFamily="34" charset="0"/>
                <a:cs typeface="Calibri Light" panose="020F0302020204030204" pitchFamily="34" charset="0"/>
              </a:rPr>
              <a:t> </a:t>
            </a:r>
            <a:r>
              <a:rPr lang="it-IT" dirty="0" err="1">
                <a:latin typeface="Calibri Light" panose="020F0302020204030204" pitchFamily="34" charset="0"/>
                <a:ea typeface="Calibri Light" panose="020F0302020204030204" pitchFamily="34" charset="0"/>
                <a:cs typeface="Calibri Light" panose="020F0302020204030204" pitchFamily="34" charset="0"/>
              </a:rPr>
              <a:t>found</a:t>
            </a:r>
            <a:r>
              <a:rPr lang="it-IT" dirty="0">
                <a:latin typeface="Calibri Light" panose="020F0302020204030204" pitchFamily="34" charset="0"/>
                <a:ea typeface="Calibri Light" panose="020F0302020204030204" pitchFamily="34" charset="0"/>
                <a:cs typeface="Calibri Light" panose="020F0302020204030204" pitchFamily="34" charset="0"/>
              </a:rPr>
              <a:t> some papers </a:t>
            </a:r>
            <a:r>
              <a:rPr lang="it-IT" dirty="0" err="1">
                <a:latin typeface="Calibri Light" panose="020F0302020204030204" pitchFamily="34" charset="0"/>
                <a:ea typeface="Calibri Light" panose="020F0302020204030204" pitchFamily="34" charset="0"/>
                <a:cs typeface="Calibri Light" panose="020F0302020204030204" pitchFamily="34" charset="0"/>
              </a:rPr>
              <a:t>that</a:t>
            </a:r>
            <a:r>
              <a:rPr lang="it-IT" dirty="0">
                <a:latin typeface="Calibri Light" panose="020F0302020204030204" pitchFamily="34" charset="0"/>
                <a:ea typeface="Calibri Light" panose="020F0302020204030204" pitchFamily="34" charset="0"/>
                <a:cs typeface="Calibri Light" panose="020F0302020204030204" pitchFamily="34" charset="0"/>
              </a:rPr>
              <a:t> </a:t>
            </a:r>
            <a:r>
              <a:rPr lang="it-IT" dirty="0" err="1">
                <a:latin typeface="Calibri Light" panose="020F0302020204030204" pitchFamily="34" charset="0"/>
                <a:ea typeface="Calibri Light" panose="020F0302020204030204" pitchFamily="34" charset="0"/>
                <a:cs typeface="Calibri Light" panose="020F0302020204030204" pitchFamily="34" charset="0"/>
              </a:rPr>
              <a:t>proposed</a:t>
            </a:r>
            <a:r>
              <a:rPr lang="it-IT" dirty="0">
                <a:latin typeface="Calibri Light" panose="020F0302020204030204" pitchFamily="34" charset="0"/>
                <a:ea typeface="Calibri Light" panose="020F0302020204030204" pitchFamily="34" charset="0"/>
                <a:cs typeface="Calibri Light" panose="020F0302020204030204" pitchFamily="34" charset="0"/>
              </a:rPr>
              <a:t> the use of more </a:t>
            </a:r>
            <a:r>
              <a:rPr lang="it-IT" dirty="0" err="1">
                <a:latin typeface="Calibri Light" panose="020F0302020204030204" pitchFamily="34" charset="0"/>
                <a:ea typeface="Calibri Light" panose="020F0302020204030204" pitchFamily="34" charset="0"/>
                <a:cs typeface="Calibri Light" panose="020F0302020204030204" pitchFamily="34" charset="0"/>
              </a:rPr>
              <a:t>movement</a:t>
            </a:r>
            <a:r>
              <a:rPr lang="it-IT" dirty="0">
                <a:latin typeface="Calibri Light" panose="020F0302020204030204" pitchFamily="34" charset="0"/>
                <a:ea typeface="Calibri Light" panose="020F0302020204030204" pitchFamily="34" charset="0"/>
                <a:cs typeface="Calibri Light" panose="020F0302020204030204" pitchFamily="34" charset="0"/>
              </a:rPr>
              <a:t> options, </a:t>
            </a:r>
            <a:r>
              <a:rPr lang="it-IT" dirty="0" err="1">
                <a:latin typeface="Calibri Light" panose="020F0302020204030204" pitchFamily="34" charset="0"/>
                <a:ea typeface="Calibri Light" panose="020F0302020204030204" pitchFamily="34" charset="0"/>
                <a:cs typeface="Calibri Light" panose="020F0302020204030204" pitchFamily="34" charset="0"/>
              </a:rPr>
              <a:t>namely</a:t>
            </a:r>
            <a:r>
              <a:rPr lang="it-IT" dirty="0">
                <a:latin typeface="Calibri Light" panose="020F0302020204030204" pitchFamily="34" charset="0"/>
                <a:ea typeface="Calibri Light" panose="020F0302020204030204" pitchFamily="34" charset="0"/>
                <a:cs typeface="Calibri Light" panose="020F0302020204030204" pitchFamily="34" charset="0"/>
              </a:rPr>
              <a:t> the Turn «</a:t>
            </a:r>
            <a:r>
              <a:rPr lang="it-IT" dirty="0" err="1">
                <a:latin typeface="Calibri Light" panose="020F0302020204030204" pitchFamily="34" charset="0"/>
                <a:ea typeface="Calibri Light" panose="020F0302020204030204" pitchFamily="34" charset="0"/>
                <a:cs typeface="Calibri Light" panose="020F0302020204030204" pitchFamily="34" charset="0"/>
              </a:rPr>
              <a:t>strongly</a:t>
            </a:r>
            <a:r>
              <a:rPr lang="it-IT" dirty="0">
                <a:latin typeface="Calibri Light" panose="020F0302020204030204" pitchFamily="34" charset="0"/>
                <a:ea typeface="Calibri Light" panose="020F0302020204030204" pitchFamily="34" charset="0"/>
                <a:cs typeface="Calibri Light" panose="020F0302020204030204" pitchFamily="34" charset="0"/>
              </a:rPr>
              <a:t>» </a:t>
            </a:r>
            <a:r>
              <a:rPr lang="it-IT" dirty="0" err="1">
                <a:latin typeface="Calibri Light" panose="020F0302020204030204" pitchFamily="34" charset="0"/>
                <a:ea typeface="Calibri Light" panose="020F0302020204030204" pitchFamily="34" charset="0"/>
                <a:cs typeface="Calibri Light" panose="020F0302020204030204" pitchFamily="34" charset="0"/>
              </a:rPr>
              <a:t>left</a:t>
            </a:r>
            <a:r>
              <a:rPr lang="it-IT" dirty="0">
                <a:latin typeface="Calibri Light" panose="020F0302020204030204" pitchFamily="34" charset="0"/>
                <a:ea typeface="Calibri Light" panose="020F0302020204030204" pitchFamily="34" charset="0"/>
                <a:cs typeface="Calibri Light" panose="020F0302020204030204" pitchFamily="34" charset="0"/>
              </a:rPr>
              <a:t>/</a:t>
            </a:r>
            <a:r>
              <a:rPr lang="it-IT" dirty="0" err="1">
                <a:latin typeface="Calibri Light" panose="020F0302020204030204" pitchFamily="34" charset="0"/>
                <a:ea typeface="Calibri Light" panose="020F0302020204030204" pitchFamily="34" charset="0"/>
                <a:cs typeface="Calibri Light" panose="020F0302020204030204" pitchFamily="34" charset="0"/>
              </a:rPr>
              <a:t>right</a:t>
            </a:r>
            <a:r>
              <a:rPr lang="it-IT" dirty="0">
                <a:latin typeface="Calibri Light" panose="020F0302020204030204" pitchFamily="34" charset="0"/>
                <a:ea typeface="Calibri Light" panose="020F0302020204030204" pitchFamily="34" charset="0"/>
                <a:cs typeface="Calibri Light" panose="020F0302020204030204" pitchFamily="34" charset="0"/>
              </a:rPr>
              <a:t>: </a:t>
            </a:r>
            <a:r>
              <a:rPr lang="it-IT" dirty="0" err="1">
                <a:latin typeface="Calibri Light" panose="020F0302020204030204" pitchFamily="34" charset="0"/>
                <a:ea typeface="Calibri Light" panose="020F0302020204030204" pitchFamily="34" charset="0"/>
                <a:cs typeface="Calibri Light" panose="020F0302020204030204" pitchFamily="34" charset="0"/>
              </a:rPr>
              <a:t>they</a:t>
            </a:r>
            <a:r>
              <a:rPr lang="it-IT" dirty="0">
                <a:latin typeface="Calibri Light" panose="020F0302020204030204" pitchFamily="34" charset="0"/>
                <a:ea typeface="Calibri Light" panose="020F0302020204030204" pitchFamily="34" charset="0"/>
                <a:cs typeface="Calibri Light" panose="020F0302020204030204" pitchFamily="34" charset="0"/>
              </a:rPr>
              <a:t> support the idea </a:t>
            </a:r>
            <a:r>
              <a:rPr lang="it-IT" dirty="0" err="1">
                <a:latin typeface="Calibri Light" panose="020F0302020204030204" pitchFamily="34" charset="0"/>
                <a:ea typeface="Calibri Light" panose="020F0302020204030204" pitchFamily="34" charset="0"/>
                <a:cs typeface="Calibri Light" panose="020F0302020204030204" pitchFamily="34" charset="0"/>
              </a:rPr>
              <a:t>that</a:t>
            </a:r>
            <a:r>
              <a:rPr lang="it-IT" dirty="0">
                <a:latin typeface="Calibri Light" panose="020F0302020204030204" pitchFamily="34" charset="0"/>
                <a:ea typeface="Calibri Light" panose="020F0302020204030204" pitchFamily="34" charset="0"/>
                <a:cs typeface="Calibri Light" panose="020F0302020204030204" pitchFamily="34" charset="0"/>
              </a:rPr>
              <a:t> by </a:t>
            </a:r>
            <a:r>
              <a:rPr lang="it-IT" dirty="0" err="1">
                <a:latin typeface="Calibri Light" panose="020F0302020204030204" pitchFamily="34" charset="0"/>
                <a:ea typeface="Calibri Light" panose="020F0302020204030204" pitchFamily="34" charset="0"/>
                <a:cs typeface="Calibri Light" panose="020F0302020204030204" pitchFamily="34" charset="0"/>
              </a:rPr>
              <a:t>adding</a:t>
            </a:r>
            <a:r>
              <a:rPr lang="it-IT" dirty="0">
                <a:latin typeface="Calibri Light" panose="020F0302020204030204" pitchFamily="34" charset="0"/>
                <a:ea typeface="Calibri Light" panose="020F0302020204030204" pitchFamily="34" charset="0"/>
                <a:cs typeface="Calibri Light" panose="020F0302020204030204" pitchFamily="34" charset="0"/>
              </a:rPr>
              <a:t> </a:t>
            </a:r>
            <a:r>
              <a:rPr lang="it-IT" dirty="0" err="1">
                <a:latin typeface="Calibri Light" panose="020F0302020204030204" pitchFamily="34" charset="0"/>
                <a:ea typeface="Calibri Light" panose="020F0302020204030204" pitchFamily="34" charset="0"/>
                <a:cs typeface="Calibri Light" panose="020F0302020204030204" pitchFamily="34" charset="0"/>
              </a:rPr>
              <a:t>these</a:t>
            </a:r>
            <a:r>
              <a:rPr lang="it-IT" dirty="0">
                <a:latin typeface="Calibri Light" panose="020F0302020204030204" pitchFamily="34" charset="0"/>
                <a:ea typeface="Calibri Light" panose="020F0302020204030204" pitchFamily="34" charset="0"/>
                <a:cs typeface="Calibri Light" panose="020F0302020204030204" pitchFamily="34" charset="0"/>
              </a:rPr>
              <a:t> options the robot </a:t>
            </a:r>
            <a:r>
              <a:rPr lang="it-IT" dirty="0" err="1">
                <a:latin typeface="Calibri Light" panose="020F0302020204030204" pitchFamily="34" charset="0"/>
                <a:ea typeface="Calibri Light" panose="020F0302020204030204" pitchFamily="34" charset="0"/>
                <a:cs typeface="Calibri Light" panose="020F0302020204030204" pitchFamily="34" charset="0"/>
              </a:rPr>
              <a:t>could</a:t>
            </a:r>
            <a:r>
              <a:rPr lang="it-IT" dirty="0">
                <a:latin typeface="Calibri Light" panose="020F0302020204030204" pitchFamily="34" charset="0"/>
                <a:ea typeface="Calibri Light" panose="020F0302020204030204" pitchFamily="34" charset="0"/>
                <a:cs typeface="Calibri Light" panose="020F0302020204030204" pitchFamily="34" charset="0"/>
              </a:rPr>
              <a:t> navigate the </a:t>
            </a:r>
            <a:r>
              <a:rPr lang="it-IT" dirty="0" err="1">
                <a:latin typeface="Calibri Light" panose="020F0302020204030204" pitchFamily="34" charset="0"/>
                <a:ea typeface="Calibri Light" panose="020F0302020204030204" pitchFamily="34" charset="0"/>
                <a:cs typeface="Calibri Light" panose="020F0302020204030204" pitchFamily="34" charset="0"/>
              </a:rPr>
              <a:t>environment</a:t>
            </a:r>
            <a:r>
              <a:rPr lang="it-IT" dirty="0">
                <a:latin typeface="Calibri Light" panose="020F0302020204030204" pitchFamily="34" charset="0"/>
                <a:ea typeface="Calibri Light" panose="020F0302020204030204" pitchFamily="34" charset="0"/>
                <a:cs typeface="Calibri Light" panose="020F0302020204030204" pitchFamily="34" charset="0"/>
              </a:rPr>
              <a:t> with more </a:t>
            </a:r>
            <a:r>
              <a:rPr lang="it-IT" dirty="0" err="1">
                <a:latin typeface="Calibri Light" panose="020F0302020204030204" pitchFamily="34" charset="0"/>
                <a:ea typeface="Calibri Light" panose="020F0302020204030204" pitchFamily="34" charset="0"/>
                <a:cs typeface="Calibri Light" panose="020F0302020204030204" pitchFamily="34" charset="0"/>
              </a:rPr>
              <a:t>precision</a:t>
            </a:r>
            <a:r>
              <a:rPr lang="it-IT" dirty="0">
                <a:latin typeface="Calibri Light" panose="020F0302020204030204" pitchFamily="34" charset="0"/>
                <a:ea typeface="Calibri Light" panose="020F0302020204030204" pitchFamily="34" charset="0"/>
                <a:cs typeface="Calibri Light" panose="020F0302020204030204" pitchFamily="34" charset="0"/>
              </a:rPr>
              <a:t> </a:t>
            </a:r>
          </a:p>
        </p:txBody>
      </p:sp>
    </p:spTree>
    <p:extLst>
      <p:ext uri="{BB962C8B-B14F-4D97-AF65-F5344CB8AC3E}">
        <p14:creationId xmlns:p14="http://schemas.microsoft.com/office/powerpoint/2010/main" val="2252239103"/>
      </p:ext>
    </p:extLst>
  </p:cSld>
  <p:clrMapOvr>
    <a:masterClrMapping/>
  </p:clrMapOvr>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Circuito">
  <a:themeElements>
    <a:clrScheme name="Circuito">
      <a:dk1>
        <a:sysClr val="windowText" lastClr="000000"/>
      </a:dk1>
      <a:lt1>
        <a:sysClr val="window" lastClr="FFFFFF"/>
      </a:lt1>
      <a:dk2>
        <a:srgbClr val="134770"/>
      </a:dk2>
      <a:lt2>
        <a:srgbClr val="82FFFF"/>
      </a:lt2>
      <a:accent1>
        <a:srgbClr val="9ACD4C"/>
      </a:accent1>
      <a:accent2>
        <a:srgbClr val="FAA93A"/>
      </a:accent2>
      <a:accent3>
        <a:srgbClr val="D35940"/>
      </a:accent3>
      <a:accent4>
        <a:srgbClr val="B258D3"/>
      </a:accent4>
      <a:accent5>
        <a:srgbClr val="63A0CC"/>
      </a:accent5>
      <a:accent6>
        <a:srgbClr val="8AC4A7"/>
      </a:accent6>
      <a:hlink>
        <a:srgbClr val="B8FA56"/>
      </a:hlink>
      <a:folHlink>
        <a:srgbClr val="7AF8CC"/>
      </a:folHlink>
    </a:clrScheme>
    <a:fontScheme name="Circuito">
      <a:majorFont>
        <a:latin typeface="Tw Cen MT" panose="020B0602020104020603"/>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Tw Cen MT" panose="020B0602020104020603"/>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Circuito">
      <a:fillStyleLst>
        <a:solidFill>
          <a:schemeClr val="phClr"/>
        </a:solidFill>
        <a:gradFill rotWithShape="1">
          <a:gsLst>
            <a:gs pos="0">
              <a:schemeClr val="phClr">
                <a:tint val="58000"/>
                <a:satMod val="108000"/>
                <a:lumMod val="110000"/>
              </a:schemeClr>
            </a:gs>
            <a:gs pos="100000">
              <a:schemeClr val="phClr">
                <a:tint val="81000"/>
                <a:satMod val="109000"/>
                <a:lumMod val="105000"/>
              </a:schemeClr>
            </a:gs>
          </a:gsLst>
          <a:lin ang="5040000" scaled="0"/>
        </a:gradFill>
        <a:gradFill rotWithShape="1">
          <a:gsLst>
            <a:gs pos="0">
              <a:schemeClr val="phClr">
                <a:tint val="94000"/>
                <a:satMod val="105000"/>
                <a:lumMod val="102000"/>
              </a:schemeClr>
            </a:gs>
            <a:gs pos="100000">
              <a:schemeClr val="phClr">
                <a:shade val="74000"/>
                <a:satMod val="128000"/>
                <a:lumMod val="100000"/>
              </a:schemeClr>
            </a:gs>
          </a:gsLst>
          <a:lin ang="5400000" scaled="0"/>
        </a:gradFill>
      </a:fillStyleLst>
      <a:lnStyleLst>
        <a:ln w="9525" cap="flat" cmpd="sng" algn="ctr">
          <a:solidFill>
            <a:schemeClr val="phClr"/>
          </a:solidFill>
          <a:prstDash val="solid"/>
        </a:ln>
        <a:ln w="15875" cap="flat" cmpd="sng" algn="ctr">
          <a:solidFill>
            <a:schemeClr val="phClr"/>
          </a:solidFill>
          <a:prstDash val="solid"/>
        </a:ln>
        <a:ln w="22225" cap="flat" cmpd="sng" algn="ctr">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gradFill rotWithShape="1">
          <a:gsLst>
            <a:gs pos="0">
              <a:schemeClr val="phClr">
                <a:tint val="98000"/>
                <a:hueMod val="94000"/>
                <a:satMod val="148000"/>
                <a:lumMod val="150000"/>
              </a:schemeClr>
            </a:gs>
            <a:gs pos="100000">
              <a:schemeClr val="phClr">
                <a:shade val="92000"/>
                <a:hueMod val="104000"/>
                <a:satMod val="140000"/>
                <a:lumMod val="68000"/>
              </a:schemeClr>
            </a:gs>
          </a:gsLst>
          <a:lin ang="5040000" scaled="0"/>
        </a:gradFill>
        <a:blipFill>
          <a:blip xmlns:r="http://schemas.openxmlformats.org/officeDocument/2006/relationships" r:embed="rId1">
            <a:duotone>
              <a:schemeClr val="phClr">
                <a:shade val="88000"/>
                <a:hueMod val="106000"/>
                <a:satMod val="140000"/>
                <a:lumMod val="54000"/>
              </a:schemeClr>
              <a:schemeClr val="phClr">
                <a:tint val="98000"/>
                <a:hueMod val="90000"/>
                <a:satMod val="150000"/>
                <a:lumMod val="160000"/>
              </a:schemeClr>
            </a:duotone>
          </a:blip>
          <a:stretch/>
        </a:blipFill>
      </a:bgFillStyleLst>
    </a:fmtScheme>
  </a:themeElements>
  <a:objectDefaults/>
  <a:extraClrSchemeLst/>
  <a:extLst>
    <a:ext uri="{05A4C25C-085E-4340-85A3-A5531E510DB2}">
      <thm15:themeFamily xmlns:thm15="http://schemas.microsoft.com/office/thememl/2012/main" name="Circuit" id="{0AC2F7E7-15F5-431C-B2A2-456FE929F56C}" vid="{0911B802-464C-4241-8DD9-B60FF88E379F}"/>
    </a:ext>
  </a:extLst>
</a:theme>
</file>

<file path=docProps/app.xml><?xml version="1.0" encoding="utf-8"?>
<Properties xmlns="http://schemas.openxmlformats.org/officeDocument/2006/extended-properties" xmlns:vt="http://schemas.openxmlformats.org/officeDocument/2006/docPropsVTypes">
  <Template/>
  <TotalTime>560</TotalTime>
  <Words>1810</Words>
  <Application>Microsoft Office PowerPoint</Application>
  <PresentationFormat>Widescreen</PresentationFormat>
  <Paragraphs>67</Paragraphs>
  <Slides>23</Slides>
  <Notes>0</Notes>
  <HiddenSlides>0</HiddenSlides>
  <MMClips>0</MMClips>
  <ScaleCrop>false</ScaleCrop>
  <HeadingPairs>
    <vt:vector size="6" baseType="variant">
      <vt:variant>
        <vt:lpstr>Caratteri utilizzati</vt:lpstr>
      </vt:variant>
      <vt:variant>
        <vt:i4>4</vt:i4>
      </vt:variant>
      <vt:variant>
        <vt:lpstr>Tema</vt:lpstr>
      </vt:variant>
      <vt:variant>
        <vt:i4>1</vt:i4>
      </vt:variant>
      <vt:variant>
        <vt:lpstr>Titoli diapositive</vt:lpstr>
      </vt:variant>
      <vt:variant>
        <vt:i4>23</vt:i4>
      </vt:variant>
    </vt:vector>
  </HeadingPairs>
  <TitlesOfParts>
    <vt:vector size="28" baseType="lpstr">
      <vt:lpstr>Arial</vt:lpstr>
      <vt:lpstr>Calibri Light</vt:lpstr>
      <vt:lpstr>Cambria Math</vt:lpstr>
      <vt:lpstr>Tw Cen MT</vt:lpstr>
      <vt:lpstr>Circuito</vt:lpstr>
      <vt:lpstr>project proposal Group K</vt:lpstr>
      <vt:lpstr>enviROnment</vt:lpstr>
      <vt:lpstr>tASK</vt:lpstr>
      <vt:lpstr>Input and sensor</vt:lpstr>
      <vt:lpstr>Drl algorithm</vt:lpstr>
      <vt:lpstr>Reward structure and curriculum</vt:lpstr>
      <vt:lpstr>Training strategy</vt:lpstr>
      <vt:lpstr>Evaluation metrics</vt:lpstr>
      <vt:lpstr>Actual implementation and achieved goals</vt:lpstr>
      <vt:lpstr>Environment</vt:lpstr>
      <vt:lpstr>tASK</vt:lpstr>
      <vt:lpstr>INPUT AND SENSOR</vt:lpstr>
      <vt:lpstr>Drl algorithm</vt:lpstr>
      <vt:lpstr>Reward structure and curriculum</vt:lpstr>
      <vt:lpstr>Training strategy</vt:lpstr>
      <vt:lpstr>Evaluation metrics</vt:lpstr>
      <vt:lpstr>Results A</vt:lpstr>
      <vt:lpstr>Results A</vt:lpstr>
      <vt:lpstr>Presentazione standard di PowerPoint</vt:lpstr>
      <vt:lpstr>Results B</vt:lpstr>
      <vt:lpstr>Presentazione standard di PowerPoint</vt:lpstr>
      <vt:lpstr>Presentazione standard di PowerPoint</vt:lpstr>
      <vt:lpstr>Proposed Future work</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Alessandro Fioritto</dc:creator>
  <cp:lastModifiedBy>Alessandro Fioritto</cp:lastModifiedBy>
  <cp:revision>21</cp:revision>
  <dcterms:created xsi:type="dcterms:W3CDTF">2025-12-23T10:16:16Z</dcterms:created>
  <dcterms:modified xsi:type="dcterms:W3CDTF">2026-02-19T13:29:53Z</dcterms:modified>
</cp:coreProperties>
</file>